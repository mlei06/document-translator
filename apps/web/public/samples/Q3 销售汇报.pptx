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第三季度销售汇报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示例公司 · 华南区销售部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区域业绩概览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华南区销售额同比增长百分之十二</a:t>
            </a:r>
          </a:p>
          <a:p>
            <a:r>
              <a:rPr sz="2400"/>
              <a:t>新客户数量达到历史最高水平</a:t>
            </a:r>
          </a:p>
          <a:p>
            <a:r>
              <a:rPr sz="2400"/>
              <a:t>线上渠道贡献了三成收入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扩大华东区的经销商网络</a:t>
            </a:r>
          </a:p>
          <a:p>
            <a:r>
              <a:rPr sz="2400"/>
              <a:t>推出两款新的节能产品</a:t>
            </a:r>
          </a:p>
          <a:p>
            <a:r>
              <a:rPr sz="2400"/>
              <a:t>加强售后服务团队的培训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