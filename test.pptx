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80" r:id="rId5"/>
    <p:sldMasterId id="2147483734" r:id="rId6"/>
  </p:sldMasterIdLst>
  <p:notesMasterIdLst>
    <p:notesMasterId r:id="rId34"/>
  </p:notesMasterIdLst>
  <p:handoutMasterIdLst>
    <p:handoutMasterId r:id="rId35"/>
  </p:handoutMasterIdLst>
  <p:sldIdLst>
    <p:sldId id="2147473727" r:id="rId7"/>
    <p:sldId id="2147473736" r:id="rId8"/>
    <p:sldId id="2147473734" r:id="rId9"/>
    <p:sldId id="2147481050" r:id="rId10"/>
    <p:sldId id="2147481034" r:id="rId11"/>
    <p:sldId id="2147481048" r:id="rId12"/>
    <p:sldId id="2147481049" r:id="rId13"/>
    <p:sldId id="2147481046" r:id="rId14"/>
    <p:sldId id="2147481047" r:id="rId15"/>
    <p:sldId id="2147481029" r:id="rId16"/>
    <p:sldId id="2147481037" r:id="rId17"/>
    <p:sldId id="2147481032" r:id="rId18"/>
    <p:sldId id="2147481031" r:id="rId19"/>
    <p:sldId id="2147481033" r:id="rId20"/>
    <p:sldId id="2147481039" r:id="rId21"/>
    <p:sldId id="2147481045" r:id="rId22"/>
    <p:sldId id="2147481035" r:id="rId23"/>
    <p:sldId id="2147481036" r:id="rId24"/>
    <p:sldId id="2147481040" r:id="rId25"/>
    <p:sldId id="2147481038" r:id="rId26"/>
    <p:sldId id="258" r:id="rId27"/>
    <p:sldId id="259" r:id="rId28"/>
    <p:sldId id="260" r:id="rId29"/>
    <p:sldId id="261" r:id="rId30"/>
    <p:sldId id="262" r:id="rId31"/>
    <p:sldId id="263" r:id="rId32"/>
    <p:sldId id="2147473720" r:id="rId33"/>
  </p:sldIdLst>
  <p:sldSz cx="9144000" cy="5143500" type="screen16x9"/>
  <p:notesSz cx="6858000" cy="9144000"/>
  <p:custDataLst>
    <p:tags r:id="rId3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3240" userDrawn="1">
          <p15:clr>
            <a:srgbClr val="A4A3A4"/>
          </p15:clr>
        </p15:guide>
        <p15:guide id="6" orient="horz" pos="3049" userDrawn="1">
          <p15:clr>
            <a:srgbClr val="A4A3A4"/>
          </p15:clr>
        </p15:guide>
        <p15:guide id="7" pos="2880" userDrawn="1">
          <p15:clr>
            <a:srgbClr val="A4A3A4"/>
          </p15:clr>
        </p15:guide>
        <p15:guide id="10" orient="horz" pos="2618" userDrawn="1">
          <p15:clr>
            <a:srgbClr val="A4A3A4"/>
          </p15:clr>
        </p15:guide>
        <p15:guide id="11" orient="horz" pos="2958" userDrawn="1">
          <p15:clr>
            <a:srgbClr val="A4A3A4"/>
          </p15:clr>
        </p15:guide>
        <p15:guide id="12" orient="horz" pos="2119"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4E27365-3830-1FBC-CF15-EBA320A5CBC6}" name="Gang Gang15 Chen" initials="GC" userId="S::chengang15@Lenovo.com::ac0cb944-6f24-4aa3-986b-bd383e95694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9D9D"/>
    <a:srgbClr val="FFFFFF"/>
    <a:srgbClr val="F8F9FB"/>
    <a:srgbClr val="006AFF"/>
    <a:srgbClr val="018E41"/>
    <a:srgbClr val="4E42D1"/>
    <a:srgbClr val="AA1C13"/>
    <a:srgbClr val="3044AD"/>
    <a:srgbClr val="F5ADAA"/>
    <a:srgbClr val="FB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01" vWet="402" dt="2026-08-28T11:33:35.985"/>
    <p1510:client id="{04B92005-1241-A967-3914-33A38051D866}" v="305" dt="2026-08-28T11:30:09.109"/>
    <p1510:client id="{27A47BB8-76A7-4DEC-BFAF-FED11DF88D02}" v="907" dt="2026-08-28T11:46:31.279"/>
    <p1510:client id="{549FBF20-7F42-991D-B82C-1F8C0B9CE7B3}" v="8" dt="2026-08-28T07:36:55.793"/>
    <p1510:client id="{6B48D0F4-7D31-1567-6D42-A80545D68EAA}" v="38" dt="2026-08-28T02:43:51.707"/>
    <p1510:client id="{8FC2F3C6-4425-B3F6-FCB4-DB04E336228C}" v="5005" dt="2026-08-28T02:07:50.077"/>
    <p1510:client id="{DEEF11B5-2D52-EDAA-27FA-A2F343DC14AF}" v="75" dt="2026-08-28T08:10:59.61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240"/>
        <p:guide orient="horz" pos="3049"/>
        <p:guide pos="2880"/>
        <p:guide orient="horz" pos="2618"/>
        <p:guide orient="horz" pos="2958"/>
        <p:guide orient="horz" pos="2119"/>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tags" Target="tags/tag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6/11/relationships/changesInfo" Target="changesInfos/changesInfo1.xml"/><Relationship Id="rId42" Type="http://schemas.microsoft.com/office/2015/10/relationships/revisionInfo" Target="revisionInfo.xml"/><Relationship Id="rId43"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anyu TY3 Zhou" userId="S::zhouty3@lenovo.com::1966f500-0839-4c6c-bcbc-f4de3f1d3d78" providerId="AD" clId="Web-{B7144BB0-8FD2-63DE-B014-39C7AC2001AF}"/>
    <pc:docChg chg="modSld">
      <pc:chgData name="Tianyu TY3 Zhou" userId="S::zhouty3@lenovo.com::1966f500-0839-4c6c-bcbc-f4de3f1d3d78" providerId="AD" clId="Web-{B7144BB0-8FD2-63DE-B014-39C7AC2001AF}" dt="2026-08-24T09:09:16.489" v="39" actId="20577"/>
      <pc:docMkLst>
        <pc:docMk/>
      </pc:docMkLst>
      <pc:sldChg chg="modSp">
        <pc:chgData name="Tianyu TY3 Zhou" userId="S::zhouty3@lenovo.com::1966f500-0839-4c6c-bcbc-f4de3f1d3d78" providerId="AD" clId="Web-{B7144BB0-8FD2-63DE-B014-39C7AC2001AF}" dt="2026-08-24T09:09:16.489" v="39" actId="20577"/>
        <pc:sldMkLst>
          <pc:docMk/>
          <pc:sldMk cId="429031428" sldId="2147473736"/>
        </pc:sldMkLst>
        <pc:spChg chg="mod">
          <ac:chgData name="Tianyu TY3 Zhou" userId="S::zhouty3@lenovo.com::1966f500-0839-4c6c-bcbc-f4de3f1d3d78" providerId="AD" clId="Web-{B7144BB0-8FD2-63DE-B014-39C7AC2001AF}" dt="2026-08-24T09:09:16.489" v="39" actId="20577"/>
          <ac:spMkLst>
            <pc:docMk/>
            <pc:sldMk cId="429031428" sldId="2147473736"/>
            <ac:spMk id="5" creationId="{CBE78554-42F4-73AF-62CF-CDE6C1B42E2D}"/>
          </ac:spMkLst>
        </pc:spChg>
      </pc:sldChg>
    </pc:docChg>
  </pc:docChgLst>
  <pc:docChgLst>
    <pc:chgData name="Zhihui ZH2 Tian" userId="S::tianzh2@lenovo.com::94ed89da-a0ca-4831-ab80-99fe6f0e0de7" providerId="AD" clId="Web-{DEEF11B5-2D52-EDAA-27FA-A2F343DC14AF}"/>
    <pc:docChg chg="modSld">
      <pc:chgData name="Zhihui ZH2 Tian" userId="S::tianzh2@lenovo.com::94ed89da-a0ca-4831-ab80-99fe6f0e0de7" providerId="AD" clId="Web-{DEEF11B5-2D52-EDAA-27FA-A2F343DC14AF}" dt="2026-08-28T08:10:59.612" v="69"/>
      <pc:docMkLst>
        <pc:docMk/>
      </pc:docMkLst>
      <pc:sldChg chg="addSp delSp modSp">
        <pc:chgData name="Zhihui ZH2 Tian" userId="S::tianzh2@lenovo.com::94ed89da-a0ca-4831-ab80-99fe6f0e0de7" providerId="AD" clId="Web-{DEEF11B5-2D52-EDAA-27FA-A2F343DC14AF}" dt="2026-08-28T07:55:25.815" v="5" actId="14100"/>
        <pc:sldMkLst>
          <pc:docMk/>
          <pc:sldMk cId="2390231331" sldId="2147481034"/>
        </pc:sldMkLst>
        <pc:picChg chg="del">
          <ac:chgData name="Zhihui ZH2 Tian" userId="S::tianzh2@lenovo.com::94ed89da-a0ca-4831-ab80-99fe6f0e0de7" providerId="AD" clId="Web-{DEEF11B5-2D52-EDAA-27FA-A2F343DC14AF}" dt="2026-08-28T07:55:12.861" v="0"/>
          <ac:picMkLst>
            <pc:docMk/>
            <pc:sldMk cId="2390231331" sldId="2147481034"/>
            <ac:picMk id="6" creationId="{4B8542BD-21CF-7A30-CB1C-E8A730371AD3}"/>
          </ac:picMkLst>
        </pc:picChg>
        <pc:picChg chg="add mod">
          <ac:chgData name="Zhihui ZH2 Tian" userId="S::tianzh2@lenovo.com::94ed89da-a0ca-4831-ab80-99fe6f0e0de7" providerId="AD" clId="Web-{DEEF11B5-2D52-EDAA-27FA-A2F343DC14AF}" dt="2026-08-28T07:55:25.815" v="5" actId="14100"/>
          <ac:picMkLst>
            <pc:docMk/>
            <pc:sldMk cId="2390231331" sldId="2147481034"/>
            <ac:picMk id="8" creationId="{694C2BB8-F3D9-2566-FEB4-3C1EBA39B212}"/>
          </ac:picMkLst>
        </pc:picChg>
      </pc:sldChg>
      <pc:sldChg chg="modSp">
        <pc:chgData name="Zhihui ZH2 Tian" userId="S::tianzh2@lenovo.com::94ed89da-a0ca-4831-ab80-99fe6f0e0de7" providerId="AD" clId="Web-{DEEF11B5-2D52-EDAA-27FA-A2F343DC14AF}" dt="2026-08-28T08:10:59.612" v="69"/>
        <pc:sldMkLst>
          <pc:docMk/>
          <pc:sldMk cId="3488843725" sldId="2147481048"/>
        </pc:sldMkLst>
        <pc:graphicFrameChg chg="mod modGraphic">
          <ac:chgData name="Zhihui ZH2 Tian" userId="S::tianzh2@lenovo.com::94ed89da-a0ca-4831-ab80-99fe6f0e0de7" providerId="AD" clId="Web-{DEEF11B5-2D52-EDAA-27FA-A2F343DC14AF}" dt="2026-08-28T08:10:59.612" v="69"/>
          <ac:graphicFrameMkLst>
            <pc:docMk/>
            <pc:sldMk cId="3488843725" sldId="2147481048"/>
            <ac:graphicFrameMk id="14" creationId="{8C0EB058-E1E6-2C77-DE13-6FFC2522FE79}"/>
          </ac:graphicFrameMkLst>
        </pc:graphicFrameChg>
      </pc:sldChg>
    </pc:docChg>
  </pc:docChgLst>
  <pc:docChgLst>
    <pc:chgData name="Zhihui ZH2 Tian" userId="S::tianzh2@lenovo.com::94ed89da-a0ca-4831-ab80-99fe6f0e0de7" providerId="AD" clId="Web-{33038B8B-8670-ABDC-FCE7-1929E01E9AFB}"/>
    <pc:docChg chg="addSld delSld modSld">
      <pc:chgData name="Zhihui ZH2 Tian" userId="S::tianzh2@lenovo.com::94ed89da-a0ca-4831-ab80-99fe6f0e0de7" providerId="AD" clId="Web-{33038B8B-8670-ABDC-FCE7-1929E01E9AFB}" dt="2026-08-25T07:03:24.355" v="1600" actId="1076"/>
      <pc:docMkLst>
        <pc:docMk/>
      </pc:docMkLst>
      <pc:sldChg chg="addSp delSp modSp">
        <pc:chgData name="Zhihui ZH2 Tian" userId="S::tianzh2@lenovo.com::94ed89da-a0ca-4831-ab80-99fe6f0e0de7" providerId="AD" clId="Web-{33038B8B-8670-ABDC-FCE7-1929E01E9AFB}" dt="2026-08-25T06:22:09.196" v="1463" actId="1076"/>
        <pc:sldMkLst>
          <pc:docMk/>
          <pc:sldMk cId="3532613709" sldId="2147481031"/>
        </pc:sldMkLst>
        <pc:spChg chg="add mod">
          <ac:chgData name="Zhihui ZH2 Tian" userId="S::tianzh2@lenovo.com::94ed89da-a0ca-4831-ab80-99fe6f0e0de7" providerId="AD" clId="Web-{33038B8B-8670-ABDC-FCE7-1929E01E9AFB}" dt="2026-08-25T05:55:56.273" v="990"/>
          <ac:spMkLst>
            <pc:docMk/>
            <pc:sldMk cId="3532613709" sldId="2147481031"/>
            <ac:spMk id="4" creationId="{88E47490-2624-2011-FC8B-56711FC5341E}"/>
          </ac:spMkLst>
        </pc:spChg>
        <pc:spChg chg="add mod">
          <ac:chgData name="Zhihui ZH2 Tian" userId="S::tianzh2@lenovo.com::94ed89da-a0ca-4831-ab80-99fe6f0e0de7" providerId="AD" clId="Web-{33038B8B-8670-ABDC-FCE7-1929E01E9AFB}" dt="2026-08-25T05:53:15.472" v="973" actId="20577"/>
          <ac:spMkLst>
            <pc:docMk/>
            <pc:sldMk cId="3532613709" sldId="2147481031"/>
            <ac:spMk id="7" creationId="{C8523551-08B4-8B1E-8326-C0428D49870C}"/>
          </ac:spMkLst>
        </pc:spChg>
        <pc:spChg chg="add mod">
          <ac:chgData name="Zhihui ZH2 Tian" userId="S::tianzh2@lenovo.com::94ed89da-a0ca-4831-ab80-99fe6f0e0de7" providerId="AD" clId="Web-{33038B8B-8670-ABDC-FCE7-1929E01E9AFB}" dt="2026-08-25T06:17:00.812" v="1435" actId="1076"/>
          <ac:spMkLst>
            <pc:docMk/>
            <pc:sldMk cId="3532613709" sldId="2147481031"/>
            <ac:spMk id="10" creationId="{98EE0A5A-2A88-5C92-B43A-BA0E87EACBFA}"/>
          </ac:spMkLst>
        </pc:spChg>
        <pc:spChg chg="add mod">
          <ac:chgData name="Zhihui ZH2 Tian" userId="S::tianzh2@lenovo.com::94ed89da-a0ca-4831-ab80-99fe6f0e0de7" providerId="AD" clId="Web-{33038B8B-8670-ABDC-FCE7-1929E01E9AFB}" dt="2026-08-25T06:22:09.196" v="1463" actId="1076"/>
          <ac:spMkLst>
            <pc:docMk/>
            <pc:sldMk cId="3532613709" sldId="2147481031"/>
            <ac:spMk id="11" creationId="{D9137770-7C5E-08B3-5DE1-D147963C61F7}"/>
          </ac:spMkLst>
        </pc:spChg>
        <pc:grpChg chg="add mod">
          <ac:chgData name="Zhihui ZH2 Tian" userId="S::tianzh2@lenovo.com::94ed89da-a0ca-4831-ab80-99fe6f0e0de7" providerId="AD" clId="Web-{33038B8B-8670-ABDC-FCE7-1929E01E9AFB}" dt="2026-08-25T05:56:24.571" v="992" actId="1076"/>
          <ac:grpSpMkLst>
            <pc:docMk/>
            <pc:sldMk cId="3532613709" sldId="2147481031"/>
            <ac:grpSpMk id="5" creationId="{3FDE320F-7296-4EB2-8477-667A57D8AB73}"/>
          </ac:grpSpMkLst>
        </pc:grpChg>
        <pc:graphicFrameChg chg="add mod modGraphic">
          <ac:chgData name="Zhihui ZH2 Tian" userId="S::tianzh2@lenovo.com::94ed89da-a0ca-4831-ab80-99fe6f0e0de7" providerId="AD" clId="Web-{33038B8B-8670-ABDC-FCE7-1929E01E9AFB}" dt="2026-08-25T06:16:39.029" v="1434"/>
          <ac:graphicFrameMkLst>
            <pc:docMk/>
            <pc:sldMk cId="3532613709" sldId="2147481031"/>
            <ac:graphicFrameMk id="8" creationId="{B724D383-37D6-0CA9-31E8-7C4BBCFAB574}"/>
          </ac:graphicFrameMkLst>
        </pc:graphicFrameChg>
        <pc:picChg chg="add mod">
          <ac:chgData name="Zhihui ZH2 Tian" userId="S::tianzh2@lenovo.com::94ed89da-a0ca-4831-ab80-99fe6f0e0de7" providerId="AD" clId="Web-{33038B8B-8670-ABDC-FCE7-1929E01E9AFB}" dt="2026-08-25T05:55:19.959" v="983" actId="1076"/>
          <ac:picMkLst>
            <pc:docMk/>
            <pc:sldMk cId="3532613709" sldId="2147481031"/>
            <ac:picMk id="3" creationId="{44B675DD-C277-AA57-17F0-A740C383F4FD}"/>
          </ac:picMkLst>
        </pc:picChg>
      </pc:sldChg>
      <pc:sldChg chg="addSp delSp modSp">
        <pc:chgData name="Zhihui ZH2 Tian" userId="S::tianzh2@lenovo.com::94ed89da-a0ca-4831-ab80-99fe6f0e0de7" providerId="AD" clId="Web-{33038B8B-8670-ABDC-FCE7-1929E01E9AFB}" dt="2026-08-25T03:17:03.196" v="760" actId="20577"/>
        <pc:sldMkLst>
          <pc:docMk/>
          <pc:sldMk cId="981357008" sldId="2147481032"/>
        </pc:sldMkLst>
        <pc:spChg chg="add mod">
          <ac:chgData name="Zhihui ZH2 Tian" userId="S::tianzh2@lenovo.com::94ed89da-a0ca-4831-ab80-99fe6f0e0de7" providerId="AD" clId="Web-{33038B8B-8670-ABDC-FCE7-1929E01E9AFB}" dt="2026-08-25T03:15:26.239" v="748" actId="20577"/>
          <ac:spMkLst>
            <pc:docMk/>
            <pc:sldMk cId="981357008" sldId="2147481032"/>
            <ac:spMk id="4" creationId="{AD0072DE-8F30-BAE5-3CD2-27BE8DDB8243}"/>
          </ac:spMkLst>
        </pc:spChg>
        <pc:spChg chg="add mod">
          <ac:chgData name="Zhihui ZH2 Tian" userId="S::tianzh2@lenovo.com::94ed89da-a0ca-4831-ab80-99fe6f0e0de7" providerId="AD" clId="Web-{33038B8B-8670-ABDC-FCE7-1929E01E9AFB}" dt="2026-08-25T03:15:14.520" v="747" actId="20577"/>
          <ac:spMkLst>
            <pc:docMk/>
            <pc:sldMk cId="981357008" sldId="2147481032"/>
            <ac:spMk id="8" creationId="{0AD1ADA4-1AD1-1770-41EC-E0A989345006}"/>
          </ac:spMkLst>
        </pc:spChg>
        <pc:spChg chg="add mod">
          <ac:chgData name="Zhihui ZH2 Tian" userId="S::tianzh2@lenovo.com::94ed89da-a0ca-4831-ab80-99fe6f0e0de7" providerId="AD" clId="Web-{33038B8B-8670-ABDC-FCE7-1929E01E9AFB}" dt="2026-08-25T03:17:03.196" v="760" actId="20577"/>
          <ac:spMkLst>
            <pc:docMk/>
            <pc:sldMk cId="981357008" sldId="2147481032"/>
            <ac:spMk id="10" creationId="{67D2465B-6853-6DB9-28BC-8CA742AA23B1}"/>
          </ac:spMkLst>
        </pc:spChg>
        <pc:picChg chg="add mod">
          <ac:chgData name="Zhihui ZH2 Tian" userId="S::tianzh2@lenovo.com::94ed89da-a0ca-4831-ab80-99fe6f0e0de7" providerId="AD" clId="Web-{33038B8B-8670-ABDC-FCE7-1929E01E9AFB}" dt="2026-08-25T03:14:32.003" v="736" actId="1076"/>
          <ac:picMkLst>
            <pc:docMk/>
            <pc:sldMk cId="981357008" sldId="2147481032"/>
            <ac:picMk id="5" creationId="{231E24CD-4E30-590C-22E4-9EC87B58A1B9}"/>
          </ac:picMkLst>
        </pc:picChg>
        <pc:picChg chg="add mod">
          <ac:chgData name="Zhihui ZH2 Tian" userId="S::tianzh2@lenovo.com::94ed89da-a0ca-4831-ab80-99fe6f0e0de7" providerId="AD" clId="Web-{33038B8B-8670-ABDC-FCE7-1929E01E9AFB}" dt="2026-08-25T03:14:32.003" v="737" actId="1076"/>
          <ac:picMkLst>
            <pc:docMk/>
            <pc:sldMk cId="981357008" sldId="2147481032"/>
            <ac:picMk id="6" creationId="{BADC49B9-EF0C-8821-80FD-D8AD9B163AF1}"/>
          </ac:picMkLst>
        </pc:picChg>
        <pc:picChg chg="add mod">
          <ac:chgData name="Zhihui ZH2 Tian" userId="S::tianzh2@lenovo.com::94ed89da-a0ca-4831-ab80-99fe6f0e0de7" providerId="AD" clId="Web-{33038B8B-8670-ABDC-FCE7-1929E01E9AFB}" dt="2026-08-25T03:14:32.019" v="738" actId="1076"/>
          <ac:picMkLst>
            <pc:docMk/>
            <pc:sldMk cId="981357008" sldId="2147481032"/>
            <ac:picMk id="9" creationId="{0A36B900-19B6-7C2D-FC4B-CFF70C1BFCBE}"/>
          </ac:picMkLst>
        </pc:picChg>
      </pc:sldChg>
      <pc:sldChg chg="addSp delSp modSp">
        <pc:chgData name="Zhihui ZH2 Tian" userId="S::tianzh2@lenovo.com::94ed89da-a0ca-4831-ab80-99fe6f0e0de7" providerId="AD" clId="Web-{33038B8B-8670-ABDC-FCE7-1929E01E9AFB}" dt="2026-08-25T07:03:24.355" v="1600" actId="1076"/>
        <pc:sldMkLst>
          <pc:docMk/>
          <pc:sldMk cId="996989470" sldId="2147481033"/>
        </pc:sldMkLst>
        <pc:spChg chg="add mod">
          <ac:chgData name="Zhihui ZH2 Tian" userId="S::tianzh2@lenovo.com::94ed89da-a0ca-4831-ab80-99fe6f0e0de7" providerId="AD" clId="Web-{33038B8B-8670-ABDC-FCE7-1929E01E9AFB}" dt="2026-08-25T06:56:46.311" v="1564" actId="20577"/>
          <ac:spMkLst>
            <pc:docMk/>
            <pc:sldMk cId="996989470" sldId="2147481033"/>
            <ac:spMk id="4" creationId="{56809277-73C7-2878-27B0-3526D0ACAFD4}"/>
          </ac:spMkLst>
        </pc:spChg>
        <pc:picChg chg="add mod">
          <ac:chgData name="Zhihui ZH2 Tian" userId="S::tianzh2@lenovo.com::94ed89da-a0ca-4831-ab80-99fe6f0e0de7" providerId="AD" clId="Web-{33038B8B-8670-ABDC-FCE7-1929E01E9AFB}" dt="2026-08-25T07:03:24.355" v="1600" actId="1076"/>
          <ac:picMkLst>
            <pc:docMk/>
            <pc:sldMk cId="996989470" sldId="2147481033"/>
            <ac:picMk id="10" creationId="{44C8AAC4-0584-2326-2EE0-20D4046CD642}"/>
          </ac:picMkLst>
        </pc:picChg>
      </pc:sldChg>
      <pc:sldChg chg="addSp delSp modSp add replId">
        <pc:chgData name="Zhihui ZH2 Tian" userId="S::tianzh2@lenovo.com::94ed89da-a0ca-4831-ab80-99fe6f0e0de7" providerId="AD" clId="Web-{33038B8B-8670-ABDC-FCE7-1929E01E9AFB}" dt="2026-08-25T06:07:47.811" v="1296"/>
        <pc:sldMkLst>
          <pc:docMk/>
          <pc:sldMk cId="4183595179" sldId="2147481037"/>
        </pc:sldMkLst>
        <pc:spChg chg="add mod">
          <ac:chgData name="Zhihui ZH2 Tian" userId="S::tianzh2@lenovo.com::94ed89da-a0ca-4831-ab80-99fe6f0e0de7" providerId="AD" clId="Web-{33038B8B-8670-ABDC-FCE7-1929E01E9AFB}" dt="2026-08-25T02:32:02.774" v="539" actId="14100"/>
          <ac:spMkLst>
            <pc:docMk/>
            <pc:sldMk cId="4183595179" sldId="2147481037"/>
            <ac:spMk id="20" creationId="{607A2276-9FA1-0977-80BD-060AF501E9C2}"/>
          </ac:spMkLst>
        </pc:spChg>
        <pc:graphicFrameChg chg="add mod modGraphic">
          <ac:chgData name="Zhihui ZH2 Tian" userId="S::tianzh2@lenovo.com::94ed89da-a0ca-4831-ab80-99fe6f0e0de7" providerId="AD" clId="Web-{33038B8B-8670-ABDC-FCE7-1929E01E9AFB}" dt="2026-08-25T06:06:41.918" v="1248"/>
          <ac:graphicFrameMkLst>
            <pc:docMk/>
            <pc:sldMk cId="4183595179" sldId="2147481037"/>
            <ac:graphicFrameMk id="9" creationId="{38472986-1925-A32B-25BC-96D2C9841047}"/>
          </ac:graphicFrameMkLst>
        </pc:graphicFrameChg>
        <pc:graphicFrameChg chg="add mod modGraphic">
          <ac:chgData name="Zhihui ZH2 Tian" userId="S::tianzh2@lenovo.com::94ed89da-a0ca-4831-ab80-99fe6f0e0de7" providerId="AD" clId="Web-{33038B8B-8670-ABDC-FCE7-1929E01E9AFB}" dt="2026-08-25T06:07:47.811" v="1296"/>
          <ac:graphicFrameMkLst>
            <pc:docMk/>
            <pc:sldMk cId="4183595179" sldId="2147481037"/>
            <ac:graphicFrameMk id="13" creationId="{BAC794F9-5582-9428-39BA-654056C5DB01}"/>
          </ac:graphicFrameMkLst>
        </pc:graphicFrameChg>
        <pc:graphicFrameChg chg="add mod modGraphic">
          <ac:chgData name="Zhihui ZH2 Tian" userId="S::tianzh2@lenovo.com::94ed89da-a0ca-4831-ab80-99fe6f0e0de7" providerId="AD" clId="Web-{33038B8B-8670-ABDC-FCE7-1929E01E9AFB}" dt="2026-08-25T06:07:03.497" v="1265"/>
          <ac:graphicFrameMkLst>
            <pc:docMk/>
            <pc:sldMk cId="4183595179" sldId="2147481037"/>
            <ac:graphicFrameMk id="16" creationId="{9C4BCF76-1CF4-2BA4-A582-0EC334342544}"/>
          </ac:graphicFrameMkLst>
        </pc:graphicFrameChg>
        <pc:graphicFrameChg chg="add mod modGraphic">
          <ac:chgData name="Zhihui ZH2 Tian" userId="S::tianzh2@lenovo.com::94ed89da-a0ca-4831-ab80-99fe6f0e0de7" providerId="AD" clId="Web-{33038B8B-8670-ABDC-FCE7-1929E01E9AFB}" dt="2026-08-25T06:07:29.279" v="1289"/>
          <ac:graphicFrameMkLst>
            <pc:docMk/>
            <pc:sldMk cId="4183595179" sldId="2147481037"/>
            <ac:graphicFrameMk id="19" creationId="{1227B219-3038-6DCE-5994-7540F173FA1B}"/>
          </ac:graphicFrameMkLst>
        </pc:graphicFrameChg>
        <pc:picChg chg="add mod topLvl">
          <ac:chgData name="Zhihui ZH2 Tian" userId="S::tianzh2@lenovo.com::94ed89da-a0ca-4831-ab80-99fe6f0e0de7" providerId="AD" clId="Web-{33038B8B-8670-ABDC-FCE7-1929E01E9AFB}" dt="2026-08-25T02:31:53.211" v="530" actId="1076"/>
          <ac:picMkLst>
            <pc:docMk/>
            <pc:sldMk cId="4183595179" sldId="2147481037"/>
            <ac:picMk id="3" creationId="{5EEBFA9C-4E30-D534-0A52-251FCC38C963}"/>
          </ac:picMkLst>
        </pc:picChg>
        <pc:picChg chg="add mod">
          <ac:chgData name="Zhihui ZH2 Tian" userId="S::tianzh2@lenovo.com::94ed89da-a0ca-4831-ab80-99fe6f0e0de7" providerId="AD" clId="Web-{33038B8B-8670-ABDC-FCE7-1929E01E9AFB}" dt="2026-08-25T02:31:53.320" v="533" actId="1076"/>
          <ac:picMkLst>
            <pc:docMk/>
            <pc:sldMk cId="4183595179" sldId="2147481037"/>
            <ac:picMk id="15" creationId="{71CFCE70-2D1B-57B7-1927-C901925A99D9}"/>
          </ac:picMkLst>
        </pc:picChg>
        <pc:picChg chg="add mod">
          <ac:chgData name="Zhihui ZH2 Tian" userId="S::tianzh2@lenovo.com::94ed89da-a0ca-4831-ab80-99fe6f0e0de7" providerId="AD" clId="Web-{33038B8B-8670-ABDC-FCE7-1929E01E9AFB}" dt="2026-08-25T02:31:53.383" v="535" actId="1076"/>
          <ac:picMkLst>
            <pc:docMk/>
            <pc:sldMk cId="4183595179" sldId="2147481037"/>
            <ac:picMk id="17" creationId="{041C39A1-2313-6385-BD72-864F92E0F489}"/>
          </ac:picMkLst>
        </pc:picChg>
        <pc:picChg chg="add mod">
          <ac:chgData name="Zhihui ZH2 Tian" userId="S::tianzh2@lenovo.com::94ed89da-a0ca-4831-ab80-99fe6f0e0de7" providerId="AD" clId="Web-{33038B8B-8670-ABDC-FCE7-1929E01E9AFB}" dt="2026-08-25T02:31:53.414" v="536" actId="1076"/>
          <ac:picMkLst>
            <pc:docMk/>
            <pc:sldMk cId="4183595179" sldId="2147481037"/>
            <ac:picMk id="18" creationId="{FA42770B-D76D-3B9B-38CC-39DDB3C36917}"/>
          </ac:picMkLst>
        </pc:picChg>
      </pc:sldChg>
      <pc:sldChg chg="add replId">
        <pc:chgData name="Zhihui ZH2 Tian" userId="S::tianzh2@lenovo.com::94ed89da-a0ca-4831-ab80-99fe6f0e0de7" providerId="AD" clId="Web-{33038B8B-8670-ABDC-FCE7-1929E01E9AFB}" dt="2026-08-25T07:00:58.381" v="1581"/>
        <pc:sldMkLst>
          <pc:docMk/>
          <pc:sldMk cId="2858163089" sldId="2147481039"/>
        </pc:sldMkLst>
      </pc:sldChg>
    </pc:docChg>
  </pc:docChgLst>
  <pc:docChgLst>
    <pc:chgData name="Tianyu TY3 Zhou" userId="S::zhouty3@lenovo.com::1966f500-0839-4c6c-bcbc-f4de3f1d3d78" providerId="AD" clId="Web-{549FBF20-7F42-991D-B82C-1F8C0B9CE7B3}"/>
    <pc:docChg chg="modSld">
      <pc:chgData name="Tianyu TY3 Zhou" userId="S::zhouty3@lenovo.com::1966f500-0839-4c6c-bcbc-f4de3f1d3d78" providerId="AD" clId="Web-{549FBF20-7F42-991D-B82C-1F8C0B9CE7B3}" dt="2026-08-28T07:36:55.793" v="3" actId="20577"/>
      <pc:docMkLst>
        <pc:docMk/>
      </pc:docMkLst>
      <pc:sldChg chg="modSp">
        <pc:chgData name="Tianyu TY3 Zhou" userId="S::zhouty3@lenovo.com::1966f500-0839-4c6c-bcbc-f4de3f1d3d78" providerId="AD" clId="Web-{549FBF20-7F42-991D-B82C-1F8C0B9CE7B3}" dt="2026-08-28T07:36:55.793" v="3" actId="20577"/>
        <pc:sldMkLst>
          <pc:docMk/>
          <pc:sldMk cId="3488843725" sldId="2147481048"/>
        </pc:sldMkLst>
        <pc:spChg chg="mod">
          <ac:chgData name="Tianyu TY3 Zhou" userId="S::zhouty3@lenovo.com::1966f500-0839-4c6c-bcbc-f4de3f1d3d78" providerId="AD" clId="Web-{549FBF20-7F42-991D-B82C-1F8C0B9CE7B3}" dt="2026-08-28T07:36:55.793" v="3" actId="20577"/>
          <ac:spMkLst>
            <pc:docMk/>
            <pc:sldMk cId="3488843725" sldId="2147481048"/>
            <ac:spMk id="7" creationId="{5159220D-5A7F-67E7-C7B9-2DA9556FD0FC}"/>
          </ac:spMkLst>
        </pc:spChg>
      </pc:sldChg>
    </pc:docChg>
  </pc:docChgLst>
  <pc:docChgLst>
    <pc:chgData name="Tianyu TY3 Zhou" userId="S::zhouty3@lenovo.com::1966f500-0839-4c6c-bcbc-f4de3f1d3d78" providerId="AD" clId="Web-{00000000-0000-0000-0000-000000000000}"/>
    <pc:docChg chg="modSld">
      <pc:chgData name="Tianyu TY3 Zhou" userId="S::zhouty3@lenovo.com::1966f500-0839-4c6c-bcbc-f4de3f1d3d78" providerId="AD" clId="Web-{00000000-0000-0000-0000-000000000000}" dt="2026-08-28T02:54:04.682" v="7" actId="1076"/>
      <pc:docMkLst>
        <pc:docMk/>
      </pc:docMkLst>
      <pc:sldChg chg="modSp">
        <pc:chgData name="Tianyu TY3 Zhou" userId="S::zhouty3@lenovo.com::1966f500-0839-4c6c-bcbc-f4de3f1d3d78" providerId="AD" clId="Web-{00000000-0000-0000-0000-000000000000}" dt="2026-08-28T02:54:04.682" v="7" actId="1076"/>
        <pc:sldMkLst>
          <pc:docMk/>
          <pc:sldMk cId="1026927703" sldId="2147481047"/>
        </pc:sldMkLst>
        <pc:spChg chg="mod">
          <ac:chgData name="Tianyu TY3 Zhou" userId="S::zhouty3@lenovo.com::1966f500-0839-4c6c-bcbc-f4de3f1d3d78" providerId="AD" clId="Web-{00000000-0000-0000-0000-000000000000}" dt="2026-08-28T02:53:54.901" v="5" actId="20577"/>
          <ac:spMkLst>
            <pc:docMk/>
            <pc:sldMk cId="1026927703" sldId="2147481047"/>
            <ac:spMk id="8" creationId="{D552EE57-4E1E-6B69-17B6-576F11C6333B}"/>
          </ac:spMkLst>
        </pc:spChg>
        <pc:picChg chg="mod">
          <ac:chgData name="Tianyu TY3 Zhou" userId="S::zhouty3@lenovo.com::1966f500-0839-4c6c-bcbc-f4de3f1d3d78" providerId="AD" clId="Web-{00000000-0000-0000-0000-000000000000}" dt="2026-08-28T02:54:00.448" v="6" actId="1076"/>
          <ac:picMkLst>
            <pc:docMk/>
            <pc:sldMk cId="1026927703" sldId="2147481047"/>
            <ac:picMk id="2" creationId="{0D2F60C9-8CEE-28C0-6E24-DBB1104148A7}"/>
          </ac:picMkLst>
        </pc:picChg>
        <pc:picChg chg="mod">
          <ac:chgData name="Tianyu TY3 Zhou" userId="S::zhouty3@lenovo.com::1966f500-0839-4c6c-bcbc-f4de3f1d3d78" providerId="AD" clId="Web-{00000000-0000-0000-0000-000000000000}" dt="2026-08-28T02:54:04.682" v="7" actId="1076"/>
          <ac:picMkLst>
            <pc:docMk/>
            <pc:sldMk cId="1026927703" sldId="2147481047"/>
            <ac:picMk id="7" creationId="{C8B494C5-3D8C-9627-E6C3-98A4DAF8D724}"/>
          </ac:picMkLst>
        </pc:picChg>
      </pc:sldChg>
    </pc:docChg>
  </pc:docChgLst>
  <pc:docChgLst>
    <pc:chgData name="Tianyu TY3 Zhou" userId="1966f500-0839-4c6c-bcbc-f4de3f1d3d78" providerId="ADAL" clId="{27A47BB8-76A7-4DEC-BFAF-FED11DF88D02}"/>
    <pc:docChg chg="undo custSel addSld delSld modSld">
      <pc:chgData name="Tianyu TY3 Zhou" userId="1966f500-0839-4c6c-bcbc-f4de3f1d3d78" providerId="ADAL" clId="{27A47BB8-76A7-4DEC-BFAF-FED11DF88D02}" dt="2026-08-28T11:46:31.277" v="906"/>
      <pc:docMkLst>
        <pc:docMk/>
      </pc:docMkLst>
      <pc:sldChg chg="addSp delSp modSp add del mod setBg modClrScheme chgLayout">
        <pc:chgData name="Tianyu TY3 Zhou" userId="1966f500-0839-4c6c-bcbc-f4de3f1d3d78" providerId="ADAL" clId="{27A47BB8-76A7-4DEC-BFAF-FED11DF88D02}" dt="2026-08-25T09:18:14.689" v="224" actId="478"/>
        <pc:sldMkLst>
          <pc:docMk/>
          <pc:sldMk cId="0" sldId="258"/>
        </pc:sldMkLst>
      </pc:sldChg>
      <pc:sldChg chg="addSp delSp modSp add del mod setBg modClrScheme chgLayout">
        <pc:chgData name="Tianyu TY3 Zhou" userId="1966f500-0839-4c6c-bcbc-f4de3f1d3d78" providerId="ADAL" clId="{27A47BB8-76A7-4DEC-BFAF-FED11DF88D02}" dt="2026-08-25T09:19:25.629" v="235" actId="478"/>
        <pc:sldMkLst>
          <pc:docMk/>
          <pc:sldMk cId="0" sldId="259"/>
        </pc:sldMkLst>
      </pc:sldChg>
      <pc:sldChg chg="addSp delSp modSp add del mod setBg modClrScheme chgLayout">
        <pc:chgData name="Tianyu TY3 Zhou" userId="1966f500-0839-4c6c-bcbc-f4de3f1d3d78" providerId="ADAL" clId="{27A47BB8-76A7-4DEC-BFAF-FED11DF88D02}" dt="2026-08-26T05:57:24.016" v="242" actId="478"/>
        <pc:sldMkLst>
          <pc:docMk/>
          <pc:sldMk cId="0" sldId="260"/>
        </pc:sldMkLst>
      </pc:sldChg>
      <pc:sldChg chg="addSp delSp modSp add del mod setBg modClrScheme chgLayout">
        <pc:chgData name="Tianyu TY3 Zhou" userId="1966f500-0839-4c6c-bcbc-f4de3f1d3d78" providerId="ADAL" clId="{27A47BB8-76A7-4DEC-BFAF-FED11DF88D02}" dt="2026-08-25T09:19:41.455" v="238" actId="1076"/>
        <pc:sldMkLst>
          <pc:docMk/>
          <pc:sldMk cId="0" sldId="261"/>
        </pc:sldMkLst>
        <pc:spChg chg="add del mod">
          <ac:chgData name="Tianyu TY3 Zhou" userId="1966f500-0839-4c6c-bcbc-f4de3f1d3d78" providerId="ADAL" clId="{27A47BB8-76A7-4DEC-BFAF-FED11DF88D02}" dt="2026-08-25T09:19:41.455" v="238" actId="1076"/>
          <ac:spMkLst>
            <pc:docMk/>
            <pc:sldMk cId="0" sldId="261"/>
            <ac:spMk id="3" creationId="{00000000-0000-0000-0000-000000000000}"/>
          </ac:spMkLst>
        </pc:spChg>
      </pc:sldChg>
      <pc:sldChg chg="addSp delSp modSp add del mod setBg modClrScheme chgLayout">
        <pc:chgData name="Tianyu TY3 Zhou" userId="1966f500-0839-4c6c-bcbc-f4de3f1d3d78" providerId="ADAL" clId="{27A47BB8-76A7-4DEC-BFAF-FED11DF88D02}" dt="2026-08-25T09:19:46.524" v="239" actId="478"/>
        <pc:sldMkLst>
          <pc:docMk/>
          <pc:sldMk cId="0" sldId="262"/>
        </pc:sldMkLst>
      </pc:sldChg>
      <pc:sldChg chg="addSp delSp modSp add del mod setBg modClrScheme chgLayout">
        <pc:chgData name="Tianyu TY3 Zhou" userId="1966f500-0839-4c6c-bcbc-f4de3f1d3d78" providerId="ADAL" clId="{27A47BB8-76A7-4DEC-BFAF-FED11DF88D02}" dt="2026-08-25T09:19:52.631" v="240" actId="478"/>
        <pc:sldMkLst>
          <pc:docMk/>
          <pc:sldMk cId="0" sldId="263"/>
        </pc:sldMkLst>
      </pc:sldChg>
      <pc:sldChg chg="modSp mod">
        <pc:chgData name="Tianyu TY3 Zhou" userId="1966f500-0839-4c6c-bcbc-f4de3f1d3d78" providerId="ADAL" clId="{27A47BB8-76A7-4DEC-BFAF-FED11DF88D02}" dt="2026-08-24T12:16:06.611" v="14" actId="20577"/>
        <pc:sldMkLst>
          <pc:docMk/>
          <pc:sldMk cId="1115198793" sldId="2147473727"/>
        </pc:sldMkLst>
        <pc:spChg chg="mod">
          <ac:chgData name="Tianyu TY3 Zhou" userId="1966f500-0839-4c6c-bcbc-f4de3f1d3d78" providerId="ADAL" clId="{27A47BB8-76A7-4DEC-BFAF-FED11DF88D02}" dt="2026-08-24T12:16:06.611" v="14" actId="20577"/>
          <ac:spMkLst>
            <pc:docMk/>
            <pc:sldMk cId="1115198793" sldId="2147473727"/>
            <ac:spMk id="4" creationId="{BA44C586-CCBC-72AD-6DD3-0FAC47F1B894}"/>
          </ac:spMkLst>
        </pc:spChg>
      </pc:sldChg>
      <pc:sldChg chg="modSp mod">
        <pc:chgData name="Tianyu TY3 Zhou" userId="1966f500-0839-4c6c-bcbc-f4de3f1d3d78" providerId="ADAL" clId="{27A47BB8-76A7-4DEC-BFAF-FED11DF88D02}" dt="2026-08-28T10:21:10.256" v="307"/>
        <pc:sldMkLst>
          <pc:docMk/>
          <pc:sldMk cId="3840433362" sldId="2147473734"/>
        </pc:sldMkLst>
        <pc:spChg chg="mod">
          <ac:chgData name="Tianyu TY3 Zhou" userId="1966f500-0839-4c6c-bcbc-f4de3f1d3d78" providerId="ADAL" clId="{27A47BB8-76A7-4DEC-BFAF-FED11DF88D02}" dt="2026-08-28T10:21:10.256" v="307"/>
          <ac:spMkLst>
            <pc:docMk/>
            <pc:sldMk cId="3840433362" sldId="2147473734"/>
            <ac:spMk id="3" creationId="{C1322308-8FE1-4F14-D186-FECCE910E30D}"/>
          </ac:spMkLst>
        </pc:spChg>
      </pc:sldChg>
      <pc:sldChg chg="modSp mod">
        <pc:chgData name="Tianyu TY3 Zhou" userId="1966f500-0839-4c6c-bcbc-f4de3f1d3d78" providerId="ADAL" clId="{27A47BB8-76A7-4DEC-BFAF-FED11DF88D02}" dt="2026-08-24T12:15:24.735" v="0" actId="20577"/>
        <pc:sldMkLst>
          <pc:docMk/>
          <pc:sldMk cId="429031428" sldId="2147473736"/>
        </pc:sldMkLst>
        <pc:spChg chg="mod">
          <ac:chgData name="Tianyu TY3 Zhou" userId="1966f500-0839-4c6c-bcbc-f4de3f1d3d78" providerId="ADAL" clId="{27A47BB8-76A7-4DEC-BFAF-FED11DF88D02}" dt="2026-08-24T12:15:24.735" v="0" actId="20577"/>
          <ac:spMkLst>
            <pc:docMk/>
            <pc:sldMk cId="429031428" sldId="2147473736"/>
            <ac:spMk id="5" creationId="{CBE78554-42F4-73AF-62CF-CDE6C1B42E2D}"/>
          </ac:spMkLst>
        </pc:spChg>
      </pc:sldChg>
      <pc:sldChg chg="modSp mod">
        <pc:chgData name="Tianyu TY3 Zhou" userId="1966f500-0839-4c6c-bcbc-f4de3f1d3d78" providerId="ADAL" clId="{27A47BB8-76A7-4DEC-BFAF-FED11DF88D02}" dt="2026-08-26T08:00:15.931" v="257" actId="1038"/>
        <pc:sldMkLst>
          <pc:docMk/>
          <pc:sldMk cId="981357008" sldId="2147481032"/>
        </pc:sldMkLst>
        <pc:spChg chg="mod">
          <ac:chgData name="Tianyu TY3 Zhou" userId="1966f500-0839-4c6c-bcbc-f4de3f1d3d78" providerId="ADAL" clId="{27A47BB8-76A7-4DEC-BFAF-FED11DF88D02}" dt="2026-08-26T07:59:06.269" v="256" actId="20577"/>
          <ac:spMkLst>
            <pc:docMk/>
            <pc:sldMk cId="981357008" sldId="2147481032"/>
            <ac:spMk id="4" creationId="{AD0072DE-8F30-BAE5-3CD2-27BE8DDB8243}"/>
          </ac:spMkLst>
        </pc:spChg>
        <pc:picChg chg="mod">
          <ac:chgData name="Tianyu TY3 Zhou" userId="1966f500-0839-4c6c-bcbc-f4de3f1d3d78" providerId="ADAL" clId="{27A47BB8-76A7-4DEC-BFAF-FED11DF88D02}" dt="2026-08-26T08:00:15.931" v="257" actId="1038"/>
          <ac:picMkLst>
            <pc:docMk/>
            <pc:sldMk cId="981357008" sldId="2147481032"/>
            <ac:picMk id="5" creationId="{231E24CD-4E30-590C-22E4-9EC87B58A1B9}"/>
          </ac:picMkLst>
        </pc:picChg>
      </pc:sldChg>
      <pc:sldChg chg="modSp mod">
        <pc:chgData name="Tianyu TY3 Zhou" userId="1966f500-0839-4c6c-bcbc-f4de3f1d3d78" providerId="ADAL" clId="{27A47BB8-76A7-4DEC-BFAF-FED11DF88D02}" dt="2026-08-26T08:04:30.539" v="270" actId="20577"/>
        <pc:sldMkLst>
          <pc:docMk/>
          <pc:sldMk cId="996989470" sldId="2147481033"/>
        </pc:sldMkLst>
        <pc:spChg chg="mod">
          <ac:chgData name="Tianyu TY3 Zhou" userId="1966f500-0839-4c6c-bcbc-f4de3f1d3d78" providerId="ADAL" clId="{27A47BB8-76A7-4DEC-BFAF-FED11DF88D02}" dt="2026-08-26T08:04:30.539" v="270" actId="20577"/>
          <ac:spMkLst>
            <pc:docMk/>
            <pc:sldMk cId="996989470" sldId="2147481033"/>
            <ac:spMk id="4" creationId="{56809277-73C7-2878-27B0-3526D0ACAFD4}"/>
          </ac:spMkLst>
        </pc:spChg>
      </pc:sldChg>
      <pc:sldChg chg="addSp modSp mod">
        <pc:chgData name="Tianyu TY3 Zhou" userId="1966f500-0839-4c6c-bcbc-f4de3f1d3d78" providerId="ADAL" clId="{27A47BB8-76A7-4DEC-BFAF-FED11DF88D02}" dt="2026-08-28T10:21:19.475" v="310"/>
        <pc:sldMkLst>
          <pc:docMk/>
          <pc:sldMk cId="2390231331" sldId="2147481034"/>
        </pc:sldMkLst>
        <pc:spChg chg="mod">
          <ac:chgData name="Tianyu TY3 Zhou" userId="1966f500-0839-4c6c-bcbc-f4de3f1d3d78" providerId="ADAL" clId="{27A47BB8-76A7-4DEC-BFAF-FED11DF88D02}" dt="2026-08-28T10:21:19.475" v="310"/>
          <ac:spMkLst>
            <pc:docMk/>
            <pc:sldMk cId="2390231331" sldId="2147481034"/>
            <ac:spMk id="2" creationId="{1C32C43F-5DDF-AA65-DB68-AAD53EF939D1}"/>
          </ac:spMkLst>
        </pc:spChg>
        <pc:spChg chg="add mod">
          <ac:chgData name="Tianyu TY3 Zhou" userId="1966f500-0839-4c6c-bcbc-f4de3f1d3d78" providerId="ADAL" clId="{27A47BB8-76A7-4DEC-BFAF-FED11DF88D02}" dt="2026-08-25T07:55:04.759" v="49"/>
          <ac:spMkLst>
            <pc:docMk/>
            <pc:sldMk cId="2390231331" sldId="2147481034"/>
            <ac:spMk id="3" creationId="{C3098FF2-3301-5690-E2C4-66423D3AD40B}"/>
          </ac:spMkLst>
        </pc:spChg>
        <pc:spChg chg="mod">
          <ac:chgData name="Tianyu TY3 Zhou" userId="1966f500-0839-4c6c-bcbc-f4de3f1d3d78" providerId="ADAL" clId="{27A47BB8-76A7-4DEC-BFAF-FED11DF88D02}" dt="2026-08-28T10:18:43.914" v="299"/>
          <ac:spMkLst>
            <pc:docMk/>
            <pc:sldMk cId="2390231331" sldId="2147481034"/>
            <ac:spMk id="7" creationId="{F312BF90-4335-866C-8861-A6551373BFC3}"/>
          </ac:spMkLst>
        </pc:spChg>
      </pc:sldChg>
      <pc:sldChg chg="modSp mod">
        <pc:chgData name="Tianyu TY3 Zhou" userId="1966f500-0839-4c6c-bcbc-f4de3f1d3d78" providerId="ADAL" clId="{27A47BB8-76A7-4DEC-BFAF-FED11DF88D02}" dt="2026-08-26T07:57:21.531" v="252" actId="20577"/>
        <pc:sldMkLst>
          <pc:docMk/>
          <pc:sldMk cId="4183595179" sldId="2147481037"/>
        </pc:sldMkLst>
        <pc:graphicFrameChg chg="modGraphic">
          <ac:chgData name="Tianyu TY3 Zhou" userId="1966f500-0839-4c6c-bcbc-f4de3f1d3d78" providerId="ADAL" clId="{27A47BB8-76A7-4DEC-BFAF-FED11DF88D02}" dt="2026-08-26T07:57:21.531" v="252" actId="20577"/>
          <ac:graphicFrameMkLst>
            <pc:docMk/>
            <pc:sldMk cId="4183595179" sldId="2147481037"/>
            <ac:graphicFrameMk id="13" creationId="{BAC794F9-5582-9428-39BA-654056C5DB01}"/>
          </ac:graphicFrameMkLst>
        </pc:graphicFrameChg>
      </pc:sldChg>
      <pc:sldChg chg="addSp delSp modSp add mod">
        <pc:chgData name="Tianyu TY3 Zhou" userId="1966f500-0839-4c6c-bcbc-f4de3f1d3d78" providerId="ADAL" clId="{27A47BB8-76A7-4DEC-BFAF-FED11DF88D02}" dt="2026-08-26T05:54:06.215" v="241" actId="554"/>
        <pc:sldMkLst>
          <pc:docMk/>
          <pc:sldMk cId="810839700" sldId="2147481038"/>
        </pc:sldMkLst>
        <pc:spChg chg="mod">
          <ac:chgData name="Tianyu TY3 Zhou" userId="1966f500-0839-4c6c-bcbc-f4de3f1d3d78" providerId="ADAL" clId="{27A47BB8-76A7-4DEC-BFAF-FED11DF88D02}" dt="2026-08-25T09:04:17.130" v="67" actId="255"/>
          <ac:spMkLst>
            <pc:docMk/>
            <pc:sldMk cId="810839700" sldId="2147481038"/>
            <ac:spMk id="2" creationId="{9CCC5DA1-FD88-F5D0-DF3D-D85F279585EE}"/>
          </ac:spMkLst>
        </pc:spChg>
        <pc:spChg chg="add mod">
          <ac:chgData name="Tianyu TY3 Zhou" userId="1966f500-0839-4c6c-bcbc-f4de3f1d3d78" providerId="ADAL" clId="{27A47BB8-76A7-4DEC-BFAF-FED11DF88D02}" dt="2026-08-25T09:09:27.537" v="105" actId="14100"/>
          <ac:spMkLst>
            <pc:docMk/>
            <pc:sldMk cId="810839700" sldId="2147481038"/>
            <ac:spMk id="8" creationId="{E87148F9-D398-DF64-7C02-47F249BB1065}"/>
          </ac:spMkLst>
        </pc:spChg>
        <pc:spChg chg="add mod">
          <ac:chgData name="Tianyu TY3 Zhou" userId="1966f500-0839-4c6c-bcbc-f4de3f1d3d78" providerId="ADAL" clId="{27A47BB8-76A7-4DEC-BFAF-FED11DF88D02}" dt="2026-08-25T09:12:34.422" v="170" actId="20577"/>
          <ac:spMkLst>
            <pc:docMk/>
            <pc:sldMk cId="810839700" sldId="2147481038"/>
            <ac:spMk id="11" creationId="{47C031D0-B6F1-758A-DC0C-D7F2D21033BA}"/>
          </ac:spMkLst>
        </pc:spChg>
        <pc:spChg chg="add mod">
          <ac:chgData name="Tianyu TY3 Zhou" userId="1966f500-0839-4c6c-bcbc-f4de3f1d3d78" providerId="ADAL" clId="{27A47BB8-76A7-4DEC-BFAF-FED11DF88D02}" dt="2026-08-25T09:11:06.494" v="129" actId="1076"/>
          <ac:spMkLst>
            <pc:docMk/>
            <pc:sldMk cId="810839700" sldId="2147481038"/>
            <ac:spMk id="14" creationId="{57DE5EFA-948F-F71A-FC70-39A8BD4E7A96}"/>
          </ac:spMkLst>
        </pc:spChg>
        <pc:spChg chg="add mod">
          <ac:chgData name="Tianyu TY3 Zhou" userId="1966f500-0839-4c6c-bcbc-f4de3f1d3d78" providerId="ADAL" clId="{27A47BB8-76A7-4DEC-BFAF-FED11DF88D02}" dt="2026-08-25T09:11:07.103" v="130" actId="1076"/>
          <ac:spMkLst>
            <pc:docMk/>
            <pc:sldMk cId="810839700" sldId="2147481038"/>
            <ac:spMk id="15" creationId="{1018AAF1-52A5-6E0E-5AAD-9CFF98D9B38E}"/>
          </ac:spMkLst>
        </pc:spChg>
        <pc:spChg chg="add mod">
          <ac:chgData name="Tianyu TY3 Zhou" userId="1966f500-0839-4c6c-bcbc-f4de3f1d3d78" providerId="ADAL" clId="{27A47BB8-76A7-4DEC-BFAF-FED11DF88D02}" dt="2026-08-26T05:54:06.215" v="241" actId="554"/>
          <ac:spMkLst>
            <pc:docMk/>
            <pc:sldMk cId="810839700" sldId="2147481038"/>
            <ac:spMk id="17" creationId="{78D19344-D15E-DD0F-747B-CAB3CF9FDE93}"/>
          </ac:spMkLst>
        </pc:spChg>
        <pc:spChg chg="add mod">
          <ac:chgData name="Tianyu TY3 Zhou" userId="1966f500-0839-4c6c-bcbc-f4de3f1d3d78" providerId="ADAL" clId="{27A47BB8-76A7-4DEC-BFAF-FED11DF88D02}" dt="2026-08-26T05:54:06.215" v="241" actId="554"/>
          <ac:spMkLst>
            <pc:docMk/>
            <pc:sldMk cId="810839700" sldId="2147481038"/>
            <ac:spMk id="19" creationId="{4A38125C-3E59-540D-B5CE-33E66E04BF8D}"/>
          </ac:spMkLst>
        </pc:spChg>
        <pc:spChg chg="add mod">
          <ac:chgData name="Tianyu TY3 Zhou" userId="1966f500-0839-4c6c-bcbc-f4de3f1d3d78" providerId="ADAL" clId="{27A47BB8-76A7-4DEC-BFAF-FED11DF88D02}" dt="2026-08-26T05:54:06.215" v="241" actId="554"/>
          <ac:spMkLst>
            <pc:docMk/>
            <pc:sldMk cId="810839700" sldId="2147481038"/>
            <ac:spMk id="20" creationId="{4837E299-CD18-7E67-1003-5FAAEC0D81CB}"/>
          </ac:spMkLst>
        </pc:spChg>
        <pc:picChg chg="add mod modCrop">
          <ac:chgData name="Tianyu TY3 Zhou" userId="1966f500-0839-4c6c-bcbc-f4de3f1d3d78" providerId="ADAL" clId="{27A47BB8-76A7-4DEC-BFAF-FED11DF88D02}" dt="2026-08-25T09:09:31.248" v="106" actId="1076"/>
          <ac:picMkLst>
            <pc:docMk/>
            <pc:sldMk cId="810839700" sldId="2147481038"/>
            <ac:picMk id="10" creationId="{DD73F045-227E-A79F-7553-FD5B04CCBB61}"/>
          </ac:picMkLst>
        </pc:picChg>
      </pc:sldChg>
      <pc:sldChg chg="modSp mod">
        <pc:chgData name="Tianyu TY3 Zhou" userId="1966f500-0839-4c6c-bcbc-f4de3f1d3d78" providerId="ADAL" clId="{27A47BB8-76A7-4DEC-BFAF-FED11DF88D02}" dt="2026-08-26T08:06:14.807" v="284" actId="20577"/>
        <pc:sldMkLst>
          <pc:docMk/>
          <pc:sldMk cId="2858163089" sldId="2147481039"/>
        </pc:sldMkLst>
        <pc:spChg chg="mod">
          <ac:chgData name="Tianyu TY3 Zhou" userId="1966f500-0839-4c6c-bcbc-f4de3f1d3d78" providerId="ADAL" clId="{27A47BB8-76A7-4DEC-BFAF-FED11DF88D02}" dt="2026-08-26T08:06:14.807" v="284" actId="20577"/>
          <ac:spMkLst>
            <pc:docMk/>
            <pc:sldMk cId="2858163089" sldId="2147481039"/>
            <ac:spMk id="5" creationId="{70BA350A-D096-3402-D67A-DBD4CD8B4BD1}"/>
          </ac:spMkLst>
        </pc:spChg>
      </pc:sldChg>
      <pc:sldChg chg="modSp mod">
        <pc:chgData name="Tianyu TY3 Zhou" userId="1966f500-0839-4c6c-bcbc-f4de3f1d3d78" providerId="ADAL" clId="{27A47BB8-76A7-4DEC-BFAF-FED11DF88D02}" dt="2026-08-26T08:13:56.069" v="297"/>
        <pc:sldMkLst>
          <pc:docMk/>
          <pc:sldMk cId="1037950037" sldId="2147481045"/>
        </pc:sldMkLst>
        <pc:spChg chg="mod">
          <ac:chgData name="Tianyu TY3 Zhou" userId="1966f500-0839-4c6c-bcbc-f4de3f1d3d78" providerId="ADAL" clId="{27A47BB8-76A7-4DEC-BFAF-FED11DF88D02}" dt="2026-08-26T08:13:56.069" v="297"/>
          <ac:spMkLst>
            <pc:docMk/>
            <pc:sldMk cId="1037950037" sldId="2147481045"/>
            <ac:spMk id="11" creationId="{A7A513F3-AE7D-9FEF-AB12-DD2C05A8C7F0}"/>
          </ac:spMkLst>
        </pc:spChg>
      </pc:sldChg>
      <pc:sldChg chg="add">
        <pc:chgData name="Tianyu TY3 Zhou" userId="1966f500-0839-4c6c-bcbc-f4de3f1d3d78" providerId="ADAL" clId="{27A47BB8-76A7-4DEC-BFAF-FED11DF88D02}" dt="2026-08-28T10:25:52.234" v="315"/>
        <pc:sldMkLst>
          <pc:docMk/>
          <pc:sldMk cId="493663054" sldId="2147481046"/>
        </pc:sldMkLst>
      </pc:sldChg>
      <pc:sldChg chg="del">
        <pc:chgData name="Tianyu TY3 Zhou" userId="1966f500-0839-4c6c-bcbc-f4de3f1d3d78" providerId="ADAL" clId="{27A47BB8-76A7-4DEC-BFAF-FED11DF88D02}" dt="2026-08-28T10:25:47.545" v="314" actId="2696"/>
        <pc:sldMkLst>
          <pc:docMk/>
          <pc:sldMk cId="575035206" sldId="2147481046"/>
        </pc:sldMkLst>
      </pc:sldChg>
      <pc:sldChg chg="modSp add mod">
        <pc:chgData name="Tianyu TY3 Zhou" userId="1966f500-0839-4c6c-bcbc-f4de3f1d3d78" providerId="ADAL" clId="{27A47BB8-76A7-4DEC-BFAF-FED11DF88D02}" dt="2026-08-28T11:07:03.946" v="833" actId="20577"/>
        <pc:sldMkLst>
          <pc:docMk/>
          <pc:sldMk cId="834028301" sldId="2147481047"/>
        </pc:sldMkLst>
        <pc:spChg chg="mod">
          <ac:chgData name="Tianyu TY3 Zhou" userId="1966f500-0839-4c6c-bcbc-f4de3f1d3d78" providerId="ADAL" clId="{27A47BB8-76A7-4DEC-BFAF-FED11DF88D02}" dt="2026-08-28T11:07:03.946" v="833" actId="20577"/>
          <ac:spMkLst>
            <pc:docMk/>
            <pc:sldMk cId="834028301" sldId="2147481047"/>
            <ac:spMk id="8" creationId="{D552EE57-4E1E-6B69-17B6-576F11C6333B}"/>
          </ac:spMkLst>
        </pc:spChg>
      </pc:sldChg>
      <pc:sldChg chg="del">
        <pc:chgData name="Tianyu TY3 Zhou" userId="1966f500-0839-4c6c-bcbc-f4de3f1d3d78" providerId="ADAL" clId="{27A47BB8-76A7-4DEC-BFAF-FED11DF88D02}" dt="2026-08-28T10:26:04.665" v="316" actId="2696"/>
        <pc:sldMkLst>
          <pc:docMk/>
          <pc:sldMk cId="1026927703" sldId="2147481047"/>
        </pc:sldMkLst>
      </pc:sldChg>
      <pc:sldChg chg="modSp mod">
        <pc:chgData name="Tianyu TY3 Zhou" userId="1966f500-0839-4c6c-bcbc-f4de3f1d3d78" providerId="ADAL" clId="{27A47BB8-76A7-4DEC-BFAF-FED11DF88D02}" dt="2026-08-28T10:21:03.446" v="303"/>
        <pc:sldMkLst>
          <pc:docMk/>
          <pc:sldMk cId="3488843725" sldId="2147481048"/>
        </pc:sldMkLst>
        <pc:spChg chg="mod">
          <ac:chgData name="Tianyu TY3 Zhou" userId="1966f500-0839-4c6c-bcbc-f4de3f1d3d78" providerId="ADAL" clId="{27A47BB8-76A7-4DEC-BFAF-FED11DF88D02}" dt="2026-08-28T10:21:03.446" v="303"/>
          <ac:spMkLst>
            <pc:docMk/>
            <pc:sldMk cId="3488843725" sldId="2147481048"/>
            <ac:spMk id="2" creationId="{701643FB-8DCF-9C66-63E5-D954A2287831}"/>
          </ac:spMkLst>
        </pc:spChg>
      </pc:sldChg>
      <pc:sldChg chg="modSp mod">
        <pc:chgData name="Tianyu TY3 Zhou" userId="1966f500-0839-4c6c-bcbc-f4de3f1d3d78" providerId="ADAL" clId="{27A47BB8-76A7-4DEC-BFAF-FED11DF88D02}" dt="2026-08-28T10:21:23.061" v="313"/>
        <pc:sldMkLst>
          <pc:docMk/>
          <pc:sldMk cId="3555208555" sldId="2147481049"/>
        </pc:sldMkLst>
        <pc:spChg chg="mod">
          <ac:chgData name="Tianyu TY3 Zhou" userId="1966f500-0839-4c6c-bcbc-f4de3f1d3d78" providerId="ADAL" clId="{27A47BB8-76A7-4DEC-BFAF-FED11DF88D02}" dt="2026-08-28T10:21:23.061" v="313"/>
          <ac:spMkLst>
            <pc:docMk/>
            <pc:sldMk cId="3555208555" sldId="2147481049"/>
            <ac:spMk id="2" creationId="{2B680D0F-8170-3DC4-E6DF-A777D002C90F}"/>
          </ac:spMkLst>
        </pc:spChg>
      </pc:sldChg>
      <pc:sldChg chg="delSp modSp add mod">
        <pc:chgData name="Tianyu TY3 Zhou" userId="1966f500-0839-4c6c-bcbc-f4de3f1d3d78" providerId="ADAL" clId="{27A47BB8-76A7-4DEC-BFAF-FED11DF88D02}" dt="2026-08-28T11:46:31.277" v="906"/>
        <pc:sldMkLst>
          <pc:docMk/>
          <pc:sldMk cId="808776147" sldId="2147481050"/>
        </pc:sldMkLst>
        <pc:spChg chg="mod">
          <ac:chgData name="Tianyu TY3 Zhou" userId="1966f500-0839-4c6c-bcbc-f4de3f1d3d78" providerId="ADAL" clId="{27A47BB8-76A7-4DEC-BFAF-FED11DF88D02}" dt="2026-08-28T10:31:00.024" v="324"/>
          <ac:spMkLst>
            <pc:docMk/>
            <pc:sldMk cId="808776147" sldId="2147481050"/>
            <ac:spMk id="2" creationId="{1C32C43F-5DDF-AA65-DB68-AAD53EF939D1}"/>
          </ac:spMkLst>
        </pc:spChg>
        <pc:spChg chg="mod">
          <ac:chgData name="Tianyu TY3 Zhou" userId="1966f500-0839-4c6c-bcbc-f4de3f1d3d78" providerId="ADAL" clId="{27A47BB8-76A7-4DEC-BFAF-FED11DF88D02}" dt="2026-08-28T11:46:31.277" v="906"/>
          <ac:spMkLst>
            <pc:docMk/>
            <pc:sldMk cId="808776147" sldId="2147481050"/>
            <ac:spMk id="3" creationId="{C3098FF2-3301-5690-E2C4-66423D3AD40B}"/>
          </ac:spMkLst>
        </pc:spChg>
        <pc:spChg chg="del">
          <ac:chgData name="Tianyu TY3 Zhou" userId="1966f500-0839-4c6c-bcbc-f4de3f1d3d78" providerId="ADAL" clId="{27A47BB8-76A7-4DEC-BFAF-FED11DF88D02}" dt="2026-08-28T10:31:37.040" v="332" actId="478"/>
          <ac:spMkLst>
            <pc:docMk/>
            <pc:sldMk cId="808776147" sldId="2147481050"/>
            <ac:spMk id="5" creationId="{A5302C57-0F75-5F97-1A96-F32C88F4A4B6}"/>
          </ac:spMkLst>
        </pc:spChg>
        <pc:spChg chg="del mod">
          <ac:chgData name="Tianyu TY3 Zhou" userId="1966f500-0839-4c6c-bcbc-f4de3f1d3d78" providerId="ADAL" clId="{27A47BB8-76A7-4DEC-BFAF-FED11DF88D02}" dt="2026-08-28T10:31:11.428" v="329"/>
          <ac:spMkLst>
            <pc:docMk/>
            <pc:sldMk cId="808776147" sldId="2147481050"/>
            <ac:spMk id="7" creationId="{F312BF90-4335-866C-8861-A6551373BFC3}"/>
          </ac:spMkLst>
        </pc:spChg>
        <pc:picChg chg="del">
          <ac:chgData name="Tianyu TY3 Zhou" userId="1966f500-0839-4c6c-bcbc-f4de3f1d3d78" providerId="ADAL" clId="{27A47BB8-76A7-4DEC-BFAF-FED11DF88D02}" dt="2026-08-28T10:31:11.958" v="330" actId="478"/>
          <ac:picMkLst>
            <pc:docMk/>
            <pc:sldMk cId="808776147" sldId="2147481050"/>
            <ac:picMk id="4" creationId="{2E06ACA5-AE3F-2845-2751-6BA00CEC1E91}"/>
          </ac:picMkLst>
        </pc:picChg>
        <pc:picChg chg="del">
          <ac:chgData name="Tianyu TY3 Zhou" userId="1966f500-0839-4c6c-bcbc-f4de3f1d3d78" providerId="ADAL" clId="{27A47BB8-76A7-4DEC-BFAF-FED11DF88D02}" dt="2026-08-28T10:31:11.427" v="327" actId="478"/>
          <ac:picMkLst>
            <pc:docMk/>
            <pc:sldMk cId="808776147" sldId="2147481050"/>
            <ac:picMk id="8" creationId="{694C2BB8-F3D9-2566-FEB4-3C1EBA39B212}"/>
          </ac:picMkLst>
        </pc:picChg>
      </pc:sldChg>
      <pc:sldMasterChg chg="delSldLayout">
        <pc:chgData name="Tianyu TY3 Zhou" userId="1966f500-0839-4c6c-bcbc-f4de3f1d3d78" providerId="ADAL" clId="{27A47BB8-76A7-4DEC-BFAF-FED11DF88D02}" dt="2026-08-25T09:16:40.712" v="215" actId="2696"/>
        <pc:sldMasterMkLst>
          <pc:docMk/>
          <pc:sldMasterMk cId="935260956" sldId="2147483734"/>
        </pc:sldMasterMkLst>
      </pc:sldMasterChg>
    </pc:docChg>
  </pc:docChgLst>
  <pc:docChgLst>
    <pc:chgData name="Tianyu TY3 Zhou" userId="S::zhouty3@lenovo.com::1966f500-0839-4c6c-bcbc-f4de3f1d3d78" providerId="AD" clId="Web-{6B48D0F4-7D31-1567-6D42-A80545D68EAA}"/>
    <pc:docChg chg="modSld">
      <pc:chgData name="Tianyu TY3 Zhou" userId="S::zhouty3@lenovo.com::1966f500-0839-4c6c-bcbc-f4de3f1d3d78" providerId="AD" clId="Web-{6B48D0F4-7D31-1567-6D42-A80545D68EAA}" dt="2026-08-28T02:43:49.019" v="16" actId="20577"/>
      <pc:docMkLst>
        <pc:docMk/>
      </pc:docMkLst>
      <pc:sldChg chg="modSp">
        <pc:chgData name="Tianyu TY3 Zhou" userId="S::zhouty3@lenovo.com::1966f500-0839-4c6c-bcbc-f4de3f1d3d78" providerId="AD" clId="Web-{6B48D0F4-7D31-1567-6D42-A80545D68EAA}" dt="2026-08-28T02:41:55.359" v="15" actId="20577"/>
        <pc:sldMkLst>
          <pc:docMk/>
          <pc:sldMk cId="2390231331" sldId="2147481034"/>
        </pc:sldMkLst>
        <pc:spChg chg="mod">
          <ac:chgData name="Tianyu TY3 Zhou" userId="S::zhouty3@lenovo.com::1966f500-0839-4c6c-bcbc-f4de3f1d3d78" providerId="AD" clId="Web-{6B48D0F4-7D31-1567-6D42-A80545D68EAA}" dt="2026-08-28T02:41:55.359" v="15" actId="20577"/>
          <ac:spMkLst>
            <pc:docMk/>
            <pc:sldMk cId="2390231331" sldId="2147481034"/>
            <ac:spMk id="7" creationId="{F312BF90-4335-866C-8861-A6551373BFC3}"/>
          </ac:spMkLst>
        </pc:spChg>
      </pc:sldChg>
      <pc:sldChg chg="modSp">
        <pc:chgData name="Tianyu TY3 Zhou" userId="S::zhouty3@lenovo.com::1966f500-0839-4c6c-bcbc-f4de3f1d3d78" providerId="AD" clId="Web-{6B48D0F4-7D31-1567-6D42-A80545D68EAA}" dt="2026-08-28T02:43:49.019" v="16" actId="20577"/>
        <pc:sldMkLst>
          <pc:docMk/>
          <pc:sldMk cId="1026927703" sldId="2147481047"/>
        </pc:sldMkLst>
        <pc:spChg chg="mod">
          <ac:chgData name="Tianyu TY3 Zhou" userId="S::zhouty3@lenovo.com::1966f500-0839-4c6c-bcbc-f4de3f1d3d78" providerId="AD" clId="Web-{6B48D0F4-7D31-1567-6D42-A80545D68EAA}" dt="2026-08-28T02:43:49.019" v="16" actId="20577"/>
          <ac:spMkLst>
            <pc:docMk/>
            <pc:sldMk cId="1026927703" sldId="2147481047"/>
            <ac:spMk id="8" creationId="{D552EE57-4E1E-6B69-17B6-576F11C6333B}"/>
          </ac:spMkLst>
        </pc:spChg>
      </pc:sldChg>
    </pc:docChg>
  </pc:docChgLst>
  <pc:docChgLst>
    <pc:chgData name="Zhihui ZH2 Tian" userId="S::tianzh2@lenovo.com::94ed89da-a0ca-4831-ab80-99fe6f0e0de7" providerId="AD" clId="Web-{A1D79151-73A8-AF9C-D4A8-6DFEBCC5AD94}"/>
    <pc:docChg chg="addSld delSld modSld sldOrd">
      <pc:chgData name="Zhihui ZH2 Tian" userId="S::tianzh2@lenovo.com::94ed89da-a0ca-4831-ab80-99fe6f0e0de7" providerId="AD" clId="Web-{A1D79151-73A8-AF9C-D4A8-6DFEBCC5AD94}" dt="2026-08-24T10:44:00.573" v="180" actId="20577"/>
      <pc:docMkLst>
        <pc:docMk/>
      </pc:docMkLst>
      <pc:sldChg chg="modSp">
        <pc:chgData name="Zhihui ZH2 Tian" userId="S::tianzh2@lenovo.com::94ed89da-a0ca-4831-ab80-99fe6f0e0de7" providerId="AD" clId="Web-{A1D79151-73A8-AF9C-D4A8-6DFEBCC5AD94}" dt="2026-08-24T10:42:38.708" v="158"/>
        <pc:sldMkLst>
          <pc:docMk/>
          <pc:sldMk cId="3840433362" sldId="2147473734"/>
        </pc:sldMkLst>
        <pc:spChg chg="mod">
          <ac:chgData name="Zhihui ZH2 Tian" userId="S::tianzh2@lenovo.com::94ed89da-a0ca-4831-ab80-99fe6f0e0de7" providerId="AD" clId="Web-{A1D79151-73A8-AF9C-D4A8-6DFEBCC5AD94}" dt="2026-08-24T10:42:38.708" v="158"/>
          <ac:spMkLst>
            <pc:docMk/>
            <pc:sldMk cId="3840433362" sldId="2147473734"/>
            <ac:spMk id="3" creationId="{C1322308-8FE1-4F14-D186-FECCE910E30D}"/>
          </ac:spMkLst>
        </pc:spChg>
      </pc:sldChg>
      <pc:sldChg chg="modSp">
        <pc:chgData name="Zhihui ZH2 Tian" userId="S::tianzh2@lenovo.com::94ed89da-a0ca-4831-ab80-99fe6f0e0de7" providerId="AD" clId="Web-{A1D79151-73A8-AF9C-D4A8-6DFEBCC5AD94}" dt="2026-08-24T09:11:27.198" v="12"/>
        <pc:sldMkLst>
          <pc:docMk/>
          <pc:sldMk cId="1260168214" sldId="2147481029"/>
        </pc:sldMkLst>
        <pc:spChg chg="mod">
          <ac:chgData name="Zhihui ZH2 Tian" userId="S::tianzh2@lenovo.com::94ed89da-a0ca-4831-ab80-99fe6f0e0de7" providerId="AD" clId="Web-{A1D79151-73A8-AF9C-D4A8-6DFEBCC5AD94}" dt="2026-08-24T09:11:27.198" v="12"/>
          <ac:spMkLst>
            <pc:docMk/>
            <pc:sldMk cId="1260168214" sldId="2147481029"/>
            <ac:spMk id="3" creationId="{C1322308-8FE1-4F14-D186-FECCE910E30D}"/>
          </ac:spMkLst>
        </pc:spChg>
      </pc:sldChg>
      <pc:sldChg chg="modSp new ord">
        <pc:chgData name="Zhihui ZH2 Tian" userId="S::tianzh2@lenovo.com::94ed89da-a0ca-4831-ab80-99fe6f0e0de7" providerId="AD" clId="Web-{A1D79151-73A8-AF9C-D4A8-6DFEBCC5AD94}" dt="2026-08-24T10:39:23.023" v="120"/>
        <pc:sldMkLst>
          <pc:docMk/>
          <pc:sldMk cId="3532613709" sldId="2147481031"/>
        </pc:sldMkLst>
        <pc:spChg chg="mod">
          <ac:chgData name="Zhihui ZH2 Tian" userId="S::tianzh2@lenovo.com::94ed89da-a0ca-4831-ab80-99fe6f0e0de7" providerId="AD" clId="Web-{A1D79151-73A8-AF9C-D4A8-6DFEBCC5AD94}" dt="2026-08-24T10:39:09.131" v="118" actId="20577"/>
          <ac:spMkLst>
            <pc:docMk/>
            <pc:sldMk cId="3532613709" sldId="2147481031"/>
            <ac:spMk id="2" creationId="{FAA96C74-26D6-5401-483E-E68AFCE7BC00}"/>
          </ac:spMkLst>
        </pc:spChg>
      </pc:sldChg>
      <pc:sldChg chg="modSp new">
        <pc:chgData name="Zhihui ZH2 Tian" userId="S::tianzh2@lenovo.com::94ed89da-a0ca-4831-ab80-99fe6f0e0de7" providerId="AD" clId="Web-{A1D79151-73A8-AF9C-D4A8-6DFEBCC5AD94}" dt="2026-08-24T10:39:30.632" v="123" actId="20577"/>
        <pc:sldMkLst>
          <pc:docMk/>
          <pc:sldMk cId="981357008" sldId="2147481032"/>
        </pc:sldMkLst>
        <pc:spChg chg="mod">
          <ac:chgData name="Zhihui ZH2 Tian" userId="S::tianzh2@lenovo.com::94ed89da-a0ca-4831-ab80-99fe6f0e0de7" providerId="AD" clId="Web-{A1D79151-73A8-AF9C-D4A8-6DFEBCC5AD94}" dt="2026-08-24T10:39:30.632" v="123" actId="20577"/>
          <ac:spMkLst>
            <pc:docMk/>
            <pc:sldMk cId="981357008" sldId="2147481032"/>
            <ac:spMk id="2" creationId="{FCC96FC6-02D7-3709-812F-72BC0F60F21A}"/>
          </ac:spMkLst>
        </pc:spChg>
      </pc:sldChg>
      <pc:sldChg chg="modSp new">
        <pc:chgData name="Zhihui ZH2 Tian" userId="S::tianzh2@lenovo.com::94ed89da-a0ca-4831-ab80-99fe6f0e0de7" providerId="AD" clId="Web-{A1D79151-73A8-AF9C-D4A8-6DFEBCC5AD94}" dt="2026-08-24T10:42:20.582" v="141" actId="20577"/>
        <pc:sldMkLst>
          <pc:docMk/>
          <pc:sldMk cId="996989470" sldId="2147481033"/>
        </pc:sldMkLst>
        <pc:spChg chg="mod">
          <ac:chgData name="Zhihui ZH2 Tian" userId="S::tianzh2@lenovo.com::94ed89da-a0ca-4831-ab80-99fe6f0e0de7" providerId="AD" clId="Web-{A1D79151-73A8-AF9C-D4A8-6DFEBCC5AD94}" dt="2026-08-24T10:42:20.582" v="141" actId="20577"/>
          <ac:spMkLst>
            <pc:docMk/>
            <pc:sldMk cId="996989470" sldId="2147481033"/>
            <ac:spMk id="2" creationId="{13032289-5239-655B-4D48-5CBB54B2595A}"/>
          </ac:spMkLst>
        </pc:spChg>
      </pc:sldChg>
      <pc:sldChg chg="modSp new">
        <pc:chgData name="Zhihui ZH2 Tian" userId="S::tianzh2@lenovo.com::94ed89da-a0ca-4831-ab80-99fe6f0e0de7" providerId="AD" clId="Web-{A1D79151-73A8-AF9C-D4A8-6DFEBCC5AD94}" dt="2026-08-24T10:43:17.164" v="170" actId="20577"/>
        <pc:sldMkLst>
          <pc:docMk/>
          <pc:sldMk cId="2390231331" sldId="2147481034"/>
        </pc:sldMkLst>
        <pc:spChg chg="mod">
          <ac:chgData name="Zhihui ZH2 Tian" userId="S::tianzh2@lenovo.com::94ed89da-a0ca-4831-ab80-99fe6f0e0de7" providerId="AD" clId="Web-{A1D79151-73A8-AF9C-D4A8-6DFEBCC5AD94}" dt="2026-08-24T10:43:17.164" v="170" actId="20577"/>
          <ac:spMkLst>
            <pc:docMk/>
            <pc:sldMk cId="2390231331" sldId="2147481034"/>
            <ac:spMk id="2" creationId="{1C32C43F-5DDF-AA65-DB68-AAD53EF939D1}"/>
          </ac:spMkLst>
        </pc:spChg>
      </pc:sldChg>
      <pc:sldChg chg="modSp add replId">
        <pc:chgData name="Zhihui ZH2 Tian" userId="S::tianzh2@lenovo.com::94ed89da-a0ca-4831-ab80-99fe6f0e0de7" providerId="AD" clId="Web-{A1D79151-73A8-AF9C-D4A8-6DFEBCC5AD94}" dt="2026-08-24T10:43:45.681" v="176" actId="20577"/>
        <pc:sldMkLst>
          <pc:docMk/>
          <pc:sldMk cId="1818122034" sldId="2147481035"/>
        </pc:sldMkLst>
        <pc:spChg chg="mod">
          <ac:chgData name="Zhihui ZH2 Tian" userId="S::tianzh2@lenovo.com::94ed89da-a0ca-4831-ab80-99fe6f0e0de7" providerId="AD" clId="Web-{A1D79151-73A8-AF9C-D4A8-6DFEBCC5AD94}" dt="2026-08-24T10:43:45.681" v="176" actId="20577"/>
          <ac:spMkLst>
            <pc:docMk/>
            <pc:sldMk cId="1818122034" sldId="2147481035"/>
            <ac:spMk id="3" creationId="{F72B068D-9F2B-004B-60DC-445E91915CE9}"/>
          </ac:spMkLst>
        </pc:spChg>
        <pc:spChg chg="mod">
          <ac:chgData name="Zhihui ZH2 Tian" userId="S::tianzh2@lenovo.com::94ed89da-a0ca-4831-ab80-99fe6f0e0de7" providerId="AD" clId="Web-{A1D79151-73A8-AF9C-D4A8-6DFEBCC5AD94}" dt="2026-08-24T10:43:39.384" v="172" actId="20577"/>
          <ac:spMkLst>
            <pc:docMk/>
            <pc:sldMk cId="1818122034" sldId="2147481035"/>
            <ac:spMk id="5" creationId="{89F6FC4E-1428-50A2-F477-81DEBF196C06}"/>
          </ac:spMkLst>
        </pc:spChg>
      </pc:sldChg>
      <pc:sldChg chg="modSp new">
        <pc:chgData name="Zhihui ZH2 Tian" userId="S::tianzh2@lenovo.com::94ed89da-a0ca-4831-ab80-99fe6f0e0de7" providerId="AD" clId="Web-{A1D79151-73A8-AF9C-D4A8-6DFEBCC5AD94}" dt="2026-08-24T10:44:00.573" v="180" actId="20577"/>
        <pc:sldMkLst>
          <pc:docMk/>
          <pc:sldMk cId="1931673987" sldId="2147481036"/>
        </pc:sldMkLst>
        <pc:spChg chg="mod">
          <ac:chgData name="Zhihui ZH2 Tian" userId="S::tianzh2@lenovo.com::94ed89da-a0ca-4831-ab80-99fe6f0e0de7" providerId="AD" clId="Web-{A1D79151-73A8-AF9C-D4A8-6DFEBCC5AD94}" dt="2026-08-24T10:44:00.573" v="180" actId="20577"/>
          <ac:spMkLst>
            <pc:docMk/>
            <pc:sldMk cId="1931673987" sldId="2147481036"/>
            <ac:spMk id="2" creationId="{9CCC5DA1-FD88-F5D0-DF3D-D85F279585EE}"/>
          </ac:spMkLst>
        </pc:spChg>
      </pc:sldChg>
    </pc:docChg>
  </pc:docChgLst>
  <pc:docChgLst>
    <pc:chgData name="Zhihui ZH2 Tian" userId="S::tianzh2@lenovo.com::94ed89da-a0ca-4831-ab80-99fe6f0e0de7" providerId="AD" clId="Web-{A7C74B0A-E29A-8F69-5F24-E103336F0184}"/>
    <pc:docChg chg="addSld delSld modSld">
      <pc:chgData name="Zhihui ZH2 Tian" userId="S::tianzh2@lenovo.com::94ed89da-a0ca-4831-ab80-99fe6f0e0de7" providerId="AD" clId="Web-{A7C74B0A-E29A-8F69-5F24-E103336F0184}" dt="2026-08-25T12:34:09.175" v="685" actId="20577"/>
      <pc:docMkLst>
        <pc:docMk/>
      </pc:docMkLst>
      <pc:sldChg chg="addSp delSp modSp">
        <pc:chgData name="Zhihui ZH2 Tian" userId="S::tianzh2@lenovo.com::94ed89da-a0ca-4831-ab80-99fe6f0e0de7" providerId="AD" clId="Web-{A7C74B0A-E29A-8F69-5F24-E103336F0184}" dt="2026-08-25T12:34:09.175" v="685" actId="20577"/>
        <pc:sldMkLst>
          <pc:docMk/>
          <pc:sldMk cId="2390231331" sldId="2147481034"/>
        </pc:sldMkLst>
        <pc:spChg chg="mod">
          <ac:chgData name="Zhihui ZH2 Tian" userId="S::tianzh2@lenovo.com::94ed89da-a0ca-4831-ab80-99fe6f0e0de7" providerId="AD" clId="Web-{A7C74B0A-E29A-8F69-5F24-E103336F0184}" dt="2026-08-25T12:34:09.175" v="685" actId="20577"/>
          <ac:spMkLst>
            <pc:docMk/>
            <pc:sldMk cId="2390231331" sldId="2147481034"/>
            <ac:spMk id="3" creationId="{C3098FF2-3301-5690-E2C4-66423D3AD40B}"/>
          </ac:spMkLst>
        </pc:spChg>
      </pc:sldChg>
      <pc:sldChg chg="addSp modSp">
        <pc:chgData name="Zhihui ZH2 Tian" userId="S::tianzh2@lenovo.com::94ed89da-a0ca-4831-ab80-99fe6f0e0de7" providerId="AD" clId="Web-{A7C74B0A-E29A-8F69-5F24-E103336F0184}" dt="2026-08-25T08:30:04.508" v="142" actId="20577"/>
        <pc:sldMkLst>
          <pc:docMk/>
          <pc:sldMk cId="1931673987" sldId="2147481036"/>
        </pc:sldMkLst>
        <pc:spChg chg="add mod">
          <ac:chgData name="Zhihui ZH2 Tian" userId="S::tianzh2@lenovo.com::94ed89da-a0ca-4831-ab80-99fe6f0e0de7" providerId="AD" clId="Web-{A7C74B0A-E29A-8F69-5F24-E103336F0184}" dt="2026-08-25T08:26:17.566" v="92" actId="1076"/>
          <ac:spMkLst>
            <pc:docMk/>
            <pc:sldMk cId="1931673987" sldId="2147481036"/>
            <ac:spMk id="5" creationId="{EAC17DA3-2DCB-AD1B-71C3-047500BE2804}"/>
          </ac:spMkLst>
        </pc:spChg>
        <pc:spChg chg="mod">
          <ac:chgData name="Zhihui ZH2 Tian" userId="S::tianzh2@lenovo.com::94ed89da-a0ca-4831-ab80-99fe6f0e0de7" providerId="AD" clId="Web-{A7C74B0A-E29A-8F69-5F24-E103336F0184}" dt="2026-08-25T08:30:04.508" v="142" actId="20577"/>
          <ac:spMkLst>
            <pc:docMk/>
            <pc:sldMk cId="1931673987" sldId="2147481036"/>
            <ac:spMk id="7" creationId="{796BDC5B-9911-10B3-68F0-78E01FDA7FBC}"/>
          </ac:spMkLst>
        </pc:spChg>
        <pc:spChg chg="add mod">
          <ac:chgData name="Zhihui ZH2 Tian" userId="S::tianzh2@lenovo.com::94ed89da-a0ca-4831-ab80-99fe6f0e0de7" providerId="AD" clId="Web-{A7C74B0A-E29A-8F69-5F24-E103336F0184}" dt="2026-08-25T08:26:10.738" v="91" actId="1076"/>
          <ac:spMkLst>
            <pc:docMk/>
            <pc:sldMk cId="1931673987" sldId="2147481036"/>
            <ac:spMk id="9" creationId="{52D09D87-FA7B-D553-BFC5-7678EF784DB1}"/>
          </ac:spMkLst>
        </pc:spChg>
        <pc:picChg chg="add mod">
          <ac:chgData name="Zhihui ZH2 Tian" userId="S::tianzh2@lenovo.com::94ed89da-a0ca-4831-ab80-99fe6f0e0de7" providerId="AD" clId="Web-{A7C74B0A-E29A-8F69-5F24-E103336F0184}" dt="2026-08-25T08:26:10.722" v="89" actId="1076"/>
          <ac:picMkLst>
            <pc:docMk/>
            <pc:sldMk cId="1931673987" sldId="2147481036"/>
            <ac:picMk id="3" creationId="{FA84EAEC-5964-6EDD-EF21-C961ECCD730C}"/>
          </ac:picMkLst>
        </pc:picChg>
        <pc:picChg chg="mod">
          <ac:chgData name="Zhihui ZH2 Tian" userId="S::tianzh2@lenovo.com::94ed89da-a0ca-4831-ab80-99fe6f0e0de7" providerId="AD" clId="Web-{A7C74B0A-E29A-8F69-5F24-E103336F0184}" dt="2026-08-25T08:26:10.706" v="88" actId="1076"/>
          <ac:picMkLst>
            <pc:docMk/>
            <pc:sldMk cId="1931673987" sldId="2147481036"/>
            <ac:picMk id="8" creationId="{0FB5BCAA-293A-83C0-AD80-FA7255F2B105}"/>
          </ac:picMkLst>
        </pc:picChg>
      </pc:sldChg>
      <pc:sldChg chg="addSp modSp">
        <pc:chgData name="Zhihui ZH2 Tian" userId="S::tianzh2@lenovo.com::94ed89da-a0ca-4831-ab80-99fe6f0e0de7" providerId="AD" clId="Web-{A7C74B0A-E29A-8F69-5F24-E103336F0184}" dt="2026-08-25T09:03:55.950" v="304" actId="1076"/>
        <pc:sldMkLst>
          <pc:docMk/>
          <pc:sldMk cId="571827063" sldId="2147481040"/>
        </pc:sldMkLst>
        <pc:spChg chg="add mod">
          <ac:chgData name="Zhihui ZH2 Tian" userId="S::tianzh2@lenovo.com::94ed89da-a0ca-4831-ab80-99fe6f0e0de7" providerId="AD" clId="Web-{A7C74B0A-E29A-8F69-5F24-E103336F0184}" dt="2026-08-25T08:11:18.791" v="75" actId="20577"/>
          <ac:spMkLst>
            <pc:docMk/>
            <pc:sldMk cId="571827063" sldId="2147481040"/>
            <ac:spMk id="4" creationId="{2AC4CF1A-B604-730B-2B1C-98D4D3C0D228}"/>
          </ac:spMkLst>
        </pc:spChg>
        <pc:spChg chg="add mod">
          <ac:chgData name="Zhihui ZH2 Tian" userId="S::tianzh2@lenovo.com::94ed89da-a0ca-4831-ab80-99fe6f0e0de7" providerId="AD" clId="Web-{A7C74B0A-E29A-8F69-5F24-E103336F0184}" dt="2026-08-25T08:57:19.022" v="247" actId="20577"/>
          <ac:spMkLst>
            <pc:docMk/>
            <pc:sldMk cId="571827063" sldId="2147481040"/>
            <ac:spMk id="7" creationId="{5E1A035E-2E66-658C-4F7B-B4904A8BA755}"/>
          </ac:spMkLst>
        </pc:spChg>
        <pc:spChg chg="add mod">
          <ac:chgData name="Zhihui ZH2 Tian" userId="S::tianzh2@lenovo.com::94ed89da-a0ca-4831-ab80-99fe6f0e0de7" providerId="AD" clId="Web-{A7C74B0A-E29A-8F69-5F24-E103336F0184}" dt="2026-08-25T09:03:55.934" v="303" actId="1076"/>
          <ac:spMkLst>
            <pc:docMk/>
            <pc:sldMk cId="571827063" sldId="2147481040"/>
            <ac:spMk id="10" creationId="{85A55938-1B69-3CF2-B48E-56FE4742CE8F}"/>
          </ac:spMkLst>
        </pc:spChg>
        <pc:spChg chg="add mod">
          <ac:chgData name="Zhihui ZH2 Tian" userId="S::tianzh2@lenovo.com::94ed89da-a0ca-4831-ab80-99fe6f0e0de7" providerId="AD" clId="Web-{A7C74B0A-E29A-8F69-5F24-E103336F0184}" dt="2026-08-25T09:03:55.950" v="304" actId="1076"/>
          <ac:spMkLst>
            <pc:docMk/>
            <pc:sldMk cId="571827063" sldId="2147481040"/>
            <ac:spMk id="12" creationId="{99B16076-F566-637F-0264-22F07961F71E}"/>
          </ac:spMkLst>
        </pc:spChg>
        <pc:picChg chg="add mod">
          <ac:chgData name="Zhihui ZH2 Tian" userId="S::tianzh2@lenovo.com::94ed89da-a0ca-4831-ab80-99fe6f0e0de7" providerId="AD" clId="Web-{A7C74B0A-E29A-8F69-5F24-E103336F0184}" dt="2026-08-25T09:03:55.919" v="301" actId="1076"/>
          <ac:picMkLst>
            <pc:docMk/>
            <pc:sldMk cId="571827063" sldId="2147481040"/>
            <ac:picMk id="5" creationId="{5DAC43BF-1752-DEA4-23B8-0A467E7743D9}"/>
          </ac:picMkLst>
        </pc:picChg>
        <pc:picChg chg="add mod modCrop">
          <ac:chgData name="Zhihui ZH2 Tian" userId="S::tianzh2@lenovo.com::94ed89da-a0ca-4831-ab80-99fe6f0e0de7" providerId="AD" clId="Web-{A7C74B0A-E29A-8F69-5F24-E103336F0184}" dt="2026-08-25T09:03:55.919" v="302" actId="1076"/>
          <ac:picMkLst>
            <pc:docMk/>
            <pc:sldMk cId="571827063" sldId="2147481040"/>
            <ac:picMk id="8" creationId="{29C93A39-7B0C-1B00-1BF5-8E63D59E400E}"/>
          </ac:picMkLst>
        </pc:picChg>
      </pc:sldChg>
    </pc:docChg>
  </pc:docChgLst>
  <pc:docChgLst>
    <pc:chgData name="Zhihui ZH2 Tian" userId="S::tianzh2@lenovo.com::94ed89da-a0ca-4831-ab80-99fe6f0e0de7" providerId="AD" clId="Web-{04B92005-1241-A967-3914-33A38051D866}"/>
    <pc:docChg chg="modSld">
      <pc:chgData name="Zhihui ZH2 Tian" userId="S::tianzh2@lenovo.com::94ed89da-a0ca-4831-ab80-99fe6f0e0de7" providerId="AD" clId="Web-{04B92005-1241-A967-3914-33A38051D866}" dt="2026-08-28T11:30:08.765" v="152" actId="20577"/>
      <pc:docMkLst>
        <pc:docMk/>
      </pc:docMkLst>
      <pc:sldChg chg="modSp">
        <pc:chgData name="Zhihui ZH2 Tian" userId="S::tianzh2@lenovo.com::94ed89da-a0ca-4831-ab80-99fe6f0e0de7" providerId="AD" clId="Web-{04B92005-1241-A967-3914-33A38051D866}" dt="2026-08-28T11:30:08.765" v="152" actId="20577"/>
        <pc:sldMkLst>
          <pc:docMk/>
          <pc:sldMk cId="808776147" sldId="2147481050"/>
        </pc:sldMkLst>
        <pc:spChg chg="mod">
          <ac:chgData name="Zhihui ZH2 Tian" userId="S::tianzh2@lenovo.com::94ed89da-a0ca-4831-ab80-99fe6f0e0de7" providerId="AD" clId="Web-{04B92005-1241-A967-3914-33A38051D866}" dt="2026-08-28T11:30:08.765" v="152" actId="20577"/>
          <ac:spMkLst>
            <pc:docMk/>
            <pc:sldMk cId="808776147" sldId="2147481050"/>
            <ac:spMk id="3" creationId="{C3098FF2-3301-5690-E2C4-66423D3AD40B}"/>
          </ac:spMkLst>
        </pc:spChg>
      </pc:sldChg>
    </pc:docChg>
  </pc:docChgLst>
  <pc:docChgLst>
    <pc:chgData name="Tianyu TY3 Zhou" userId="S::zhouty3@lenovo.com::1966f500-0839-4c6c-bcbc-f4de3f1d3d78" providerId="AD" clId="Web-{3FD03C47-2F69-ED8E-5620-6D7DD0D85FDC}"/>
    <pc:docChg chg="modSld sldOrd">
      <pc:chgData name="Tianyu TY3 Zhou" userId="S::zhouty3@lenovo.com::1966f500-0839-4c6c-bcbc-f4de3f1d3d78" providerId="AD" clId="Web-{3FD03C47-2F69-ED8E-5620-6D7DD0D85FDC}" dt="2026-08-27T07:41:40.453" v="33" actId="20577"/>
      <pc:docMkLst>
        <pc:docMk/>
      </pc:docMkLst>
      <pc:sldChg chg="modSp">
        <pc:chgData name="Tianyu TY3 Zhou" userId="S::zhouty3@lenovo.com::1966f500-0839-4c6c-bcbc-f4de3f1d3d78" providerId="AD" clId="Web-{3FD03C47-2F69-ED8E-5620-6D7DD0D85FDC}" dt="2026-08-27T07:22:58.620" v="15" actId="20577"/>
        <pc:sldMkLst>
          <pc:docMk/>
          <pc:sldMk cId="2390231331" sldId="2147481034"/>
        </pc:sldMkLst>
        <pc:spChg chg="mod">
          <ac:chgData name="Tianyu TY3 Zhou" userId="S::zhouty3@lenovo.com::1966f500-0839-4c6c-bcbc-f4de3f1d3d78" providerId="AD" clId="Web-{3FD03C47-2F69-ED8E-5620-6D7DD0D85FDC}" dt="2026-08-27T07:15:00.791" v="0" actId="20577"/>
          <ac:spMkLst>
            <pc:docMk/>
            <pc:sldMk cId="2390231331" sldId="2147481034"/>
            <ac:spMk id="5" creationId="{A5302C57-0F75-5F97-1A96-F32C88F4A4B6}"/>
          </ac:spMkLst>
        </pc:spChg>
        <pc:spChg chg="mod">
          <ac:chgData name="Tianyu TY3 Zhou" userId="S::zhouty3@lenovo.com::1966f500-0839-4c6c-bcbc-f4de3f1d3d78" providerId="AD" clId="Web-{3FD03C47-2F69-ED8E-5620-6D7DD0D85FDC}" dt="2026-08-27T07:22:58.620" v="15" actId="20577"/>
          <ac:spMkLst>
            <pc:docMk/>
            <pc:sldMk cId="2390231331" sldId="2147481034"/>
            <ac:spMk id="7" creationId="{F312BF90-4335-866C-8861-A6551373BFC3}"/>
          </ac:spMkLst>
        </pc:spChg>
      </pc:sldChg>
      <pc:sldChg chg="modSp ord">
        <pc:chgData name="Tianyu TY3 Zhou" userId="S::zhouty3@lenovo.com::1966f500-0839-4c6c-bcbc-f4de3f1d3d78" providerId="AD" clId="Web-{3FD03C47-2F69-ED8E-5620-6D7DD0D85FDC}" dt="2026-08-27T07:39:33.558" v="30"/>
        <pc:sldMkLst>
          <pc:docMk/>
          <pc:sldMk cId="575035206" sldId="2147481046"/>
        </pc:sldMkLst>
        <pc:graphicFrameChg chg="mod modGraphic">
          <ac:chgData name="Tianyu TY3 Zhou" userId="S::zhouty3@lenovo.com::1966f500-0839-4c6c-bcbc-f4de3f1d3d78" providerId="AD" clId="Web-{3FD03C47-2F69-ED8E-5620-6D7DD0D85FDC}" dt="2026-08-27T07:39:33.558" v="30"/>
          <ac:graphicFrameMkLst>
            <pc:docMk/>
            <pc:sldMk cId="575035206" sldId="2147481046"/>
            <ac:graphicFrameMk id="5" creationId="{1C6ACEB9-037A-97AB-BF27-20B94638B4E8}"/>
          </ac:graphicFrameMkLst>
        </pc:graphicFrameChg>
      </pc:sldChg>
      <pc:sldChg chg="modSp ord">
        <pc:chgData name="Tianyu TY3 Zhou" userId="S::zhouty3@lenovo.com::1966f500-0839-4c6c-bcbc-f4de3f1d3d78" providerId="AD" clId="Web-{3FD03C47-2F69-ED8E-5620-6D7DD0D85FDC}" dt="2026-08-27T07:41:40.453" v="33" actId="20577"/>
        <pc:sldMkLst>
          <pc:docMk/>
          <pc:sldMk cId="1026927703" sldId="2147481047"/>
        </pc:sldMkLst>
        <pc:spChg chg="mod">
          <ac:chgData name="Tianyu TY3 Zhou" userId="S::zhouty3@lenovo.com::1966f500-0839-4c6c-bcbc-f4de3f1d3d78" providerId="AD" clId="Web-{3FD03C47-2F69-ED8E-5620-6D7DD0D85FDC}" dt="2026-08-27T07:41:40.453" v="33" actId="20577"/>
          <ac:spMkLst>
            <pc:docMk/>
            <pc:sldMk cId="1026927703" sldId="2147481047"/>
            <ac:spMk id="8" creationId="{D552EE57-4E1E-6B69-17B6-576F11C6333B}"/>
          </ac:spMkLst>
        </pc:spChg>
      </pc:sldChg>
    </pc:docChg>
  </pc:docChgLst>
  <pc:docChgLst>
    <pc:chgData name="Zhihui ZH2 Tian" userId="S::tianzh2@lenovo.com::94ed89da-a0ca-4831-ab80-99fe6f0e0de7" providerId="AD" clId="Web-{733B1942-5130-0D9B-3F29-0BFC8DCDDBC6}"/>
    <pc:docChg chg="addSld delSld modSld">
      <pc:chgData name="Zhihui ZH2 Tian" userId="S::tianzh2@lenovo.com::94ed89da-a0ca-4831-ab80-99fe6f0e0de7" providerId="AD" clId="Web-{733B1942-5130-0D9B-3F29-0BFC8DCDDBC6}" dt="2026-08-26T11:37:08.902" v="2102" actId="1076"/>
      <pc:docMkLst>
        <pc:docMk/>
      </pc:docMkLst>
      <pc:sldChg chg="addSp delSp modSp">
        <pc:chgData name="Zhihui ZH2 Tian" userId="S::tianzh2@lenovo.com::94ed89da-a0ca-4831-ab80-99fe6f0e0de7" providerId="AD" clId="Web-{733B1942-5130-0D9B-3F29-0BFC8DCDDBC6}" dt="2026-08-26T08:26:10.532" v="1739" actId="1076"/>
        <pc:sldMkLst>
          <pc:docMk/>
          <pc:sldMk cId="0" sldId="258"/>
        </pc:sldMkLst>
        <pc:spChg chg="mod">
          <ac:chgData name="Zhihui ZH2 Tian" userId="S::tianzh2@lenovo.com::94ed89da-a0ca-4831-ab80-99fe6f0e0de7" providerId="AD" clId="Web-{733B1942-5130-0D9B-3F29-0BFC8DCDDBC6}" dt="2026-08-26T06:36:35.624" v="474" actId="1076"/>
          <ac:spMkLst>
            <pc:docMk/>
            <pc:sldMk cId="0" sldId="258"/>
            <ac:spMk id="6" creationId="{00000000-0000-0000-0000-000000000000}"/>
          </ac:spMkLst>
        </pc:spChg>
        <pc:spChg chg="mod">
          <ac:chgData name="Zhihui ZH2 Tian" userId="S::tianzh2@lenovo.com::94ed89da-a0ca-4831-ab80-99fe6f0e0de7" providerId="AD" clId="Web-{733B1942-5130-0D9B-3F29-0BFC8DCDDBC6}" dt="2026-08-26T06:36:35.671" v="475" actId="1076"/>
          <ac:spMkLst>
            <pc:docMk/>
            <pc:sldMk cId="0" sldId="258"/>
            <ac:spMk id="7" creationId="{00000000-0000-0000-0000-000000000000}"/>
          </ac:spMkLst>
        </pc:spChg>
        <pc:spChg chg="mod">
          <ac:chgData name="Zhihui ZH2 Tian" userId="S::tianzh2@lenovo.com::94ed89da-a0ca-4831-ab80-99fe6f0e0de7" providerId="AD" clId="Web-{733B1942-5130-0D9B-3F29-0BFC8DCDDBC6}" dt="2026-08-26T06:36:35.703" v="476" actId="1076"/>
          <ac:spMkLst>
            <pc:docMk/>
            <pc:sldMk cId="0" sldId="258"/>
            <ac:spMk id="8" creationId="{00000000-0000-0000-0000-000000000000}"/>
          </ac:spMkLst>
        </pc:spChg>
        <pc:spChg chg="mod">
          <ac:chgData name="Zhihui ZH2 Tian" userId="S::tianzh2@lenovo.com::94ed89da-a0ca-4831-ab80-99fe6f0e0de7" providerId="AD" clId="Web-{733B1942-5130-0D9B-3F29-0BFC8DCDDBC6}" dt="2026-08-26T06:36:35.734" v="477" actId="1076"/>
          <ac:spMkLst>
            <pc:docMk/>
            <pc:sldMk cId="0" sldId="258"/>
            <ac:spMk id="9" creationId="{00000000-0000-0000-0000-000000000000}"/>
          </ac:spMkLst>
        </pc:spChg>
        <pc:spChg chg="mod">
          <ac:chgData name="Zhihui ZH2 Tian" userId="S::tianzh2@lenovo.com::94ed89da-a0ca-4831-ab80-99fe6f0e0de7" providerId="AD" clId="Web-{733B1942-5130-0D9B-3F29-0BFC8DCDDBC6}" dt="2026-08-26T06:36:35.781" v="478" actId="1076"/>
          <ac:spMkLst>
            <pc:docMk/>
            <pc:sldMk cId="0" sldId="258"/>
            <ac:spMk id="10" creationId="{00000000-0000-0000-0000-000000000000}"/>
          </ac:spMkLst>
        </pc:spChg>
        <pc:spChg chg="mod">
          <ac:chgData name="Zhihui ZH2 Tian" userId="S::tianzh2@lenovo.com::94ed89da-a0ca-4831-ab80-99fe6f0e0de7" providerId="AD" clId="Web-{733B1942-5130-0D9B-3F29-0BFC8DCDDBC6}" dt="2026-08-26T06:36:35.812" v="479" actId="1076"/>
          <ac:spMkLst>
            <pc:docMk/>
            <pc:sldMk cId="0" sldId="258"/>
            <ac:spMk id="11" creationId="{00000000-0000-0000-0000-000000000000}"/>
          </ac:spMkLst>
        </pc:spChg>
        <pc:spChg chg="mod">
          <ac:chgData name="Zhihui ZH2 Tian" userId="S::tianzh2@lenovo.com::94ed89da-a0ca-4831-ab80-99fe6f0e0de7" providerId="AD" clId="Web-{733B1942-5130-0D9B-3F29-0BFC8DCDDBC6}" dt="2026-08-26T06:36:35.843" v="480" actId="1076"/>
          <ac:spMkLst>
            <pc:docMk/>
            <pc:sldMk cId="0" sldId="258"/>
            <ac:spMk id="12" creationId="{00000000-0000-0000-0000-000000000000}"/>
          </ac:spMkLst>
        </pc:spChg>
        <pc:spChg chg="mod">
          <ac:chgData name="Zhihui ZH2 Tian" userId="S::tianzh2@lenovo.com::94ed89da-a0ca-4831-ab80-99fe6f0e0de7" providerId="AD" clId="Web-{733B1942-5130-0D9B-3F29-0BFC8DCDDBC6}" dt="2026-08-26T06:36:35.890" v="481" actId="1076"/>
          <ac:spMkLst>
            <pc:docMk/>
            <pc:sldMk cId="0" sldId="258"/>
            <ac:spMk id="13" creationId="{00000000-0000-0000-0000-000000000000}"/>
          </ac:spMkLst>
        </pc:spChg>
        <pc:spChg chg="mod">
          <ac:chgData name="Zhihui ZH2 Tian" userId="S::tianzh2@lenovo.com::94ed89da-a0ca-4831-ab80-99fe6f0e0de7" providerId="AD" clId="Web-{733B1942-5130-0D9B-3F29-0BFC8DCDDBC6}" dt="2026-08-26T06:36:35.921" v="482" actId="1076"/>
          <ac:spMkLst>
            <pc:docMk/>
            <pc:sldMk cId="0" sldId="258"/>
            <ac:spMk id="14" creationId="{00000000-0000-0000-0000-000000000000}"/>
          </ac:spMkLst>
        </pc:spChg>
        <pc:spChg chg="mod">
          <ac:chgData name="Zhihui ZH2 Tian" userId="S::tianzh2@lenovo.com::94ed89da-a0ca-4831-ab80-99fe6f0e0de7" providerId="AD" clId="Web-{733B1942-5130-0D9B-3F29-0BFC8DCDDBC6}" dt="2026-08-26T06:36:35.953" v="483" actId="1076"/>
          <ac:spMkLst>
            <pc:docMk/>
            <pc:sldMk cId="0" sldId="258"/>
            <ac:spMk id="15" creationId="{00000000-0000-0000-0000-000000000000}"/>
          </ac:spMkLst>
        </pc:spChg>
        <pc:spChg chg="mod">
          <ac:chgData name="Zhihui ZH2 Tian" userId="S::tianzh2@lenovo.com::94ed89da-a0ca-4831-ab80-99fe6f0e0de7" providerId="AD" clId="Web-{733B1942-5130-0D9B-3F29-0BFC8DCDDBC6}" dt="2026-08-26T06:36:35.999" v="484" actId="1076"/>
          <ac:spMkLst>
            <pc:docMk/>
            <pc:sldMk cId="0" sldId="258"/>
            <ac:spMk id="16" creationId="{00000000-0000-0000-0000-000000000000}"/>
          </ac:spMkLst>
        </pc:spChg>
        <pc:spChg chg="mod">
          <ac:chgData name="Zhihui ZH2 Tian" userId="S::tianzh2@lenovo.com::94ed89da-a0ca-4831-ab80-99fe6f0e0de7" providerId="AD" clId="Web-{733B1942-5130-0D9B-3F29-0BFC8DCDDBC6}" dt="2026-08-26T06:36:36.046" v="485" actId="1076"/>
          <ac:spMkLst>
            <pc:docMk/>
            <pc:sldMk cId="0" sldId="258"/>
            <ac:spMk id="17" creationId="{00000000-0000-0000-0000-000000000000}"/>
          </ac:spMkLst>
        </pc:spChg>
        <pc:spChg chg="mod">
          <ac:chgData name="Zhihui ZH2 Tian" userId="S::tianzh2@lenovo.com::94ed89da-a0ca-4831-ab80-99fe6f0e0de7" providerId="AD" clId="Web-{733B1942-5130-0D9B-3F29-0BFC8DCDDBC6}" dt="2026-08-26T06:36:36.078" v="486" actId="1076"/>
          <ac:spMkLst>
            <pc:docMk/>
            <pc:sldMk cId="0" sldId="258"/>
            <ac:spMk id="18" creationId="{00000000-0000-0000-0000-000000000000}"/>
          </ac:spMkLst>
        </pc:spChg>
        <pc:spChg chg="mod">
          <ac:chgData name="Zhihui ZH2 Tian" userId="S::tianzh2@lenovo.com::94ed89da-a0ca-4831-ab80-99fe6f0e0de7" providerId="AD" clId="Web-{733B1942-5130-0D9B-3F29-0BFC8DCDDBC6}" dt="2026-08-26T06:36:36.109" v="487" actId="1076"/>
          <ac:spMkLst>
            <pc:docMk/>
            <pc:sldMk cId="0" sldId="258"/>
            <ac:spMk id="19" creationId="{00000000-0000-0000-0000-000000000000}"/>
          </ac:spMkLst>
        </pc:spChg>
        <pc:spChg chg="mod">
          <ac:chgData name="Zhihui ZH2 Tian" userId="S::tianzh2@lenovo.com::94ed89da-a0ca-4831-ab80-99fe6f0e0de7" providerId="AD" clId="Web-{733B1942-5130-0D9B-3F29-0BFC8DCDDBC6}" dt="2026-08-26T06:36:36.156" v="488" actId="1076"/>
          <ac:spMkLst>
            <pc:docMk/>
            <pc:sldMk cId="0" sldId="258"/>
            <ac:spMk id="20" creationId="{00000000-0000-0000-0000-000000000000}"/>
          </ac:spMkLst>
        </pc:spChg>
        <pc:spChg chg="mod">
          <ac:chgData name="Zhihui ZH2 Tian" userId="S::tianzh2@lenovo.com::94ed89da-a0ca-4831-ab80-99fe6f0e0de7" providerId="AD" clId="Web-{733B1942-5130-0D9B-3F29-0BFC8DCDDBC6}" dt="2026-08-26T06:36:54.126" v="508" actId="1076"/>
          <ac:spMkLst>
            <pc:docMk/>
            <pc:sldMk cId="0" sldId="258"/>
            <ac:spMk id="21" creationId="{00000000-0000-0000-0000-000000000000}"/>
          </ac:spMkLst>
        </pc:spChg>
        <pc:spChg chg="mod">
          <ac:chgData name="Zhihui ZH2 Tian" userId="S::tianzh2@lenovo.com::94ed89da-a0ca-4831-ab80-99fe6f0e0de7" providerId="AD" clId="Web-{733B1942-5130-0D9B-3F29-0BFC8DCDDBC6}" dt="2026-08-26T06:36:54.157" v="509" actId="1076"/>
          <ac:spMkLst>
            <pc:docMk/>
            <pc:sldMk cId="0" sldId="258"/>
            <ac:spMk id="22" creationId="{00000000-0000-0000-0000-000000000000}"/>
          </ac:spMkLst>
        </pc:spChg>
        <pc:spChg chg="mod">
          <ac:chgData name="Zhihui ZH2 Tian" userId="S::tianzh2@lenovo.com::94ed89da-a0ca-4831-ab80-99fe6f0e0de7" providerId="AD" clId="Web-{733B1942-5130-0D9B-3F29-0BFC8DCDDBC6}" dt="2026-08-26T06:36:54.188" v="510" actId="1076"/>
          <ac:spMkLst>
            <pc:docMk/>
            <pc:sldMk cId="0" sldId="258"/>
            <ac:spMk id="23" creationId="{00000000-0000-0000-0000-000000000000}"/>
          </ac:spMkLst>
        </pc:spChg>
        <pc:spChg chg="mod">
          <ac:chgData name="Zhihui ZH2 Tian" userId="S::tianzh2@lenovo.com::94ed89da-a0ca-4831-ab80-99fe6f0e0de7" providerId="AD" clId="Web-{733B1942-5130-0D9B-3F29-0BFC8DCDDBC6}" dt="2026-08-26T06:36:54.219" v="511" actId="1076"/>
          <ac:spMkLst>
            <pc:docMk/>
            <pc:sldMk cId="0" sldId="258"/>
            <ac:spMk id="24" creationId="{00000000-0000-0000-0000-000000000000}"/>
          </ac:spMkLst>
        </pc:spChg>
        <pc:spChg chg="mod">
          <ac:chgData name="Zhihui ZH2 Tian" userId="S::tianzh2@lenovo.com::94ed89da-a0ca-4831-ab80-99fe6f0e0de7" providerId="AD" clId="Web-{733B1942-5130-0D9B-3F29-0BFC8DCDDBC6}" dt="2026-08-26T06:36:54.251" v="512" actId="1076"/>
          <ac:spMkLst>
            <pc:docMk/>
            <pc:sldMk cId="0" sldId="258"/>
            <ac:spMk id="25" creationId="{00000000-0000-0000-0000-000000000000}"/>
          </ac:spMkLst>
        </pc:spChg>
        <pc:spChg chg="mod">
          <ac:chgData name="Zhihui ZH2 Tian" userId="S::tianzh2@lenovo.com::94ed89da-a0ca-4831-ab80-99fe6f0e0de7" providerId="AD" clId="Web-{733B1942-5130-0D9B-3F29-0BFC8DCDDBC6}" dt="2026-08-26T06:36:54.282" v="513" actId="1076"/>
          <ac:spMkLst>
            <pc:docMk/>
            <pc:sldMk cId="0" sldId="258"/>
            <ac:spMk id="26" creationId="{00000000-0000-0000-0000-000000000000}"/>
          </ac:spMkLst>
        </pc:spChg>
        <pc:spChg chg="mod">
          <ac:chgData name="Zhihui ZH2 Tian" userId="S::tianzh2@lenovo.com::94ed89da-a0ca-4831-ab80-99fe6f0e0de7" providerId="AD" clId="Web-{733B1942-5130-0D9B-3F29-0BFC8DCDDBC6}" dt="2026-08-26T06:36:54.313" v="514" actId="1076"/>
          <ac:spMkLst>
            <pc:docMk/>
            <pc:sldMk cId="0" sldId="258"/>
            <ac:spMk id="27" creationId="{00000000-0000-0000-0000-000000000000}"/>
          </ac:spMkLst>
        </pc:spChg>
        <pc:spChg chg="mod">
          <ac:chgData name="Zhihui ZH2 Tian" userId="S::tianzh2@lenovo.com::94ed89da-a0ca-4831-ab80-99fe6f0e0de7" providerId="AD" clId="Web-{733B1942-5130-0D9B-3F29-0BFC8DCDDBC6}" dt="2026-08-26T06:36:54.344" v="515" actId="1076"/>
          <ac:spMkLst>
            <pc:docMk/>
            <pc:sldMk cId="0" sldId="258"/>
            <ac:spMk id="28" creationId="{00000000-0000-0000-0000-000000000000}"/>
          </ac:spMkLst>
        </pc:spChg>
        <pc:spChg chg="mod">
          <ac:chgData name="Zhihui ZH2 Tian" userId="S::tianzh2@lenovo.com::94ed89da-a0ca-4831-ab80-99fe6f0e0de7" providerId="AD" clId="Web-{733B1942-5130-0D9B-3F29-0BFC8DCDDBC6}" dt="2026-08-26T06:36:54.376" v="516" actId="1076"/>
          <ac:spMkLst>
            <pc:docMk/>
            <pc:sldMk cId="0" sldId="258"/>
            <ac:spMk id="29" creationId="{00000000-0000-0000-0000-000000000000}"/>
          </ac:spMkLst>
        </pc:spChg>
        <pc:spChg chg="mod">
          <ac:chgData name="Zhihui ZH2 Tian" userId="S::tianzh2@lenovo.com::94ed89da-a0ca-4831-ab80-99fe6f0e0de7" providerId="AD" clId="Web-{733B1942-5130-0D9B-3F29-0BFC8DCDDBC6}" dt="2026-08-26T06:36:54.407" v="517" actId="1076"/>
          <ac:spMkLst>
            <pc:docMk/>
            <pc:sldMk cId="0" sldId="258"/>
            <ac:spMk id="30" creationId="{00000000-0000-0000-0000-000000000000}"/>
          </ac:spMkLst>
        </pc:spChg>
        <pc:spChg chg="mod">
          <ac:chgData name="Zhihui ZH2 Tian" userId="S::tianzh2@lenovo.com::94ed89da-a0ca-4831-ab80-99fe6f0e0de7" providerId="AD" clId="Web-{733B1942-5130-0D9B-3F29-0BFC8DCDDBC6}" dt="2026-08-26T06:36:54.438" v="518" actId="1076"/>
          <ac:spMkLst>
            <pc:docMk/>
            <pc:sldMk cId="0" sldId="258"/>
            <ac:spMk id="31" creationId="{00000000-0000-0000-0000-000000000000}"/>
          </ac:spMkLst>
        </pc:spChg>
        <pc:spChg chg="mod">
          <ac:chgData name="Zhihui ZH2 Tian" userId="S::tianzh2@lenovo.com::94ed89da-a0ca-4831-ab80-99fe6f0e0de7" providerId="AD" clId="Web-{733B1942-5130-0D9B-3F29-0BFC8DCDDBC6}" dt="2026-08-26T06:36:54.469" v="519" actId="1076"/>
          <ac:spMkLst>
            <pc:docMk/>
            <pc:sldMk cId="0" sldId="258"/>
            <ac:spMk id="32" creationId="{00000000-0000-0000-0000-000000000000}"/>
          </ac:spMkLst>
        </pc:spChg>
        <pc:spChg chg="mod">
          <ac:chgData name="Zhihui ZH2 Tian" userId="S::tianzh2@lenovo.com::94ed89da-a0ca-4831-ab80-99fe6f0e0de7" providerId="AD" clId="Web-{733B1942-5130-0D9B-3F29-0BFC8DCDDBC6}" dt="2026-08-26T06:36:54.501" v="520" actId="1076"/>
          <ac:spMkLst>
            <pc:docMk/>
            <pc:sldMk cId="0" sldId="258"/>
            <ac:spMk id="33" creationId="{00000000-0000-0000-0000-000000000000}"/>
          </ac:spMkLst>
        </pc:spChg>
        <pc:spChg chg="mod">
          <ac:chgData name="Zhihui ZH2 Tian" userId="S::tianzh2@lenovo.com::94ed89da-a0ca-4831-ab80-99fe6f0e0de7" providerId="AD" clId="Web-{733B1942-5130-0D9B-3F29-0BFC8DCDDBC6}" dt="2026-08-26T06:36:54.532" v="521" actId="1076"/>
          <ac:spMkLst>
            <pc:docMk/>
            <pc:sldMk cId="0" sldId="258"/>
            <ac:spMk id="34" creationId="{00000000-0000-0000-0000-000000000000}"/>
          </ac:spMkLst>
        </pc:spChg>
        <pc:spChg chg="mod">
          <ac:chgData name="Zhihui ZH2 Tian" userId="S::tianzh2@lenovo.com::94ed89da-a0ca-4831-ab80-99fe6f0e0de7" providerId="AD" clId="Web-{733B1942-5130-0D9B-3F29-0BFC8DCDDBC6}" dt="2026-08-26T06:36:54.563" v="522" actId="1076"/>
          <ac:spMkLst>
            <pc:docMk/>
            <pc:sldMk cId="0" sldId="258"/>
            <ac:spMk id="35" creationId="{00000000-0000-0000-0000-000000000000}"/>
          </ac:spMkLst>
        </pc:spChg>
        <pc:spChg chg="mod">
          <ac:chgData name="Zhihui ZH2 Tian" userId="S::tianzh2@lenovo.com::94ed89da-a0ca-4831-ab80-99fe6f0e0de7" providerId="AD" clId="Web-{733B1942-5130-0D9B-3F29-0BFC8DCDDBC6}" dt="2026-08-26T06:36:54.594" v="523" actId="1076"/>
          <ac:spMkLst>
            <pc:docMk/>
            <pc:sldMk cId="0" sldId="258"/>
            <ac:spMk id="36" creationId="{00000000-0000-0000-0000-000000000000}"/>
          </ac:spMkLst>
        </pc:spChg>
        <pc:spChg chg="mod">
          <ac:chgData name="Zhihui ZH2 Tian" userId="S::tianzh2@lenovo.com::94ed89da-a0ca-4831-ab80-99fe6f0e0de7" providerId="AD" clId="Web-{733B1942-5130-0D9B-3F29-0BFC8DCDDBC6}" dt="2026-08-26T06:37:14.721" v="527"/>
          <ac:spMkLst>
            <pc:docMk/>
            <pc:sldMk cId="0" sldId="258"/>
            <ac:spMk id="39" creationId="{00000000-0000-0000-0000-000000000000}"/>
          </ac:spMkLst>
        </pc:spChg>
        <pc:spChg chg="mod">
          <ac:chgData name="Zhihui ZH2 Tian" userId="S::tianzh2@lenovo.com::94ed89da-a0ca-4831-ab80-99fe6f0e0de7" providerId="AD" clId="Web-{733B1942-5130-0D9B-3F29-0BFC8DCDDBC6}" dt="2026-08-26T06:37:31.909" v="532" actId="14100"/>
          <ac:spMkLst>
            <pc:docMk/>
            <pc:sldMk cId="0" sldId="258"/>
            <ac:spMk id="40" creationId="{00000000-0000-0000-0000-000000000000}"/>
          </ac:spMkLst>
        </pc:spChg>
        <pc:spChg chg="ord">
          <ac:chgData name="Zhihui ZH2 Tian" userId="S::tianzh2@lenovo.com::94ed89da-a0ca-4831-ab80-99fe6f0e0de7" providerId="AD" clId="Web-{733B1942-5130-0D9B-3F29-0BFC8DCDDBC6}" dt="2026-08-26T06:32:46.500" v="431"/>
          <ac:spMkLst>
            <pc:docMk/>
            <pc:sldMk cId="0" sldId="258"/>
            <ac:spMk id="41" creationId="{00000000-0000-0000-0000-000000000000}"/>
          </ac:spMkLst>
        </pc:spChg>
        <pc:spChg chg="add del mod ord">
          <ac:chgData name="Zhihui ZH2 Tian" userId="S::tianzh2@lenovo.com::94ed89da-a0ca-4831-ab80-99fe6f0e0de7" providerId="AD" clId="Web-{733B1942-5130-0D9B-3F29-0BFC8DCDDBC6}" dt="2026-08-26T06:32:48.703" v="432"/>
          <ac:spMkLst>
            <pc:docMk/>
            <pc:sldMk cId="0" sldId="258"/>
            <ac:spMk id="42" creationId="{D6550351-20F6-E14A-91A6-C69A11D26459}"/>
          </ac:spMkLst>
        </pc:spChg>
        <pc:spChg chg="add mod ord">
          <ac:chgData name="Zhihui ZH2 Tian" userId="S::tianzh2@lenovo.com::94ed89da-a0ca-4831-ab80-99fe6f0e0de7" providerId="AD" clId="Web-{733B1942-5130-0D9B-3F29-0BFC8DCDDBC6}" dt="2026-08-26T06:32:59.347" v="436" actId="1076"/>
          <ac:spMkLst>
            <pc:docMk/>
            <pc:sldMk cId="0" sldId="258"/>
            <ac:spMk id="44" creationId="{A654BC31-CDEB-D0EC-4438-646993006B2E}"/>
          </ac:spMkLst>
        </pc:spChg>
        <pc:spChg chg="add mod ord">
          <ac:chgData name="Zhihui ZH2 Tian" userId="S::tianzh2@lenovo.com::94ed89da-a0ca-4831-ab80-99fe6f0e0de7" providerId="AD" clId="Web-{733B1942-5130-0D9B-3F29-0BFC8DCDDBC6}" dt="2026-08-26T06:37:25.971" v="530" actId="14100"/>
          <ac:spMkLst>
            <pc:docMk/>
            <pc:sldMk cId="0" sldId="258"/>
            <ac:spMk id="46" creationId="{74E4D0C5-68F1-67CB-5A78-3450F096B776}"/>
          </ac:spMkLst>
        </pc:spChg>
        <pc:picChg chg="add mod modCrop">
          <ac:chgData name="Zhihui ZH2 Tian" userId="S::tianzh2@lenovo.com::94ed89da-a0ca-4831-ab80-99fe6f0e0de7" providerId="AD" clId="Web-{733B1942-5130-0D9B-3F29-0BFC8DCDDBC6}" dt="2026-08-26T08:26:10.532" v="1739" actId="1076"/>
          <ac:picMkLst>
            <pc:docMk/>
            <pc:sldMk cId="0" sldId="258"/>
            <ac:picMk id="2" creationId="{36068C86-C7EF-DBF4-75D3-E114C2CDFA5C}"/>
          </ac:picMkLst>
        </pc:picChg>
      </pc:sldChg>
      <pc:sldChg chg="addSp delSp modSp">
        <pc:chgData name="Zhihui ZH2 Tian" userId="S::tianzh2@lenovo.com::94ed89da-a0ca-4831-ab80-99fe6f0e0de7" providerId="AD" clId="Web-{733B1942-5130-0D9B-3F29-0BFC8DCDDBC6}" dt="2026-08-26T08:25:14.809" v="1727" actId="14100"/>
        <pc:sldMkLst>
          <pc:docMk/>
          <pc:sldMk cId="0" sldId="259"/>
        </pc:sldMkLst>
        <pc:spChg chg="mod">
          <ac:chgData name="Zhihui ZH2 Tian" userId="S::tianzh2@lenovo.com::94ed89da-a0ca-4831-ab80-99fe6f0e0de7" providerId="AD" clId="Web-{733B1942-5130-0D9B-3F29-0BFC8DCDDBC6}" dt="2026-08-26T06:55:30.568" v="735" actId="1076"/>
          <ac:spMkLst>
            <pc:docMk/>
            <pc:sldMk cId="0" sldId="259"/>
            <ac:spMk id="8" creationId="{00000000-0000-0000-0000-000000000000}"/>
          </ac:spMkLst>
        </pc:spChg>
        <pc:spChg chg="mod">
          <ac:chgData name="Zhihui ZH2 Tian" userId="S::tianzh2@lenovo.com::94ed89da-a0ca-4831-ab80-99fe6f0e0de7" providerId="AD" clId="Web-{733B1942-5130-0D9B-3F29-0BFC8DCDDBC6}" dt="2026-08-26T06:55:30.599" v="736" actId="1076"/>
          <ac:spMkLst>
            <pc:docMk/>
            <pc:sldMk cId="0" sldId="259"/>
            <ac:spMk id="9" creationId="{00000000-0000-0000-0000-000000000000}"/>
          </ac:spMkLst>
        </pc:spChg>
        <pc:spChg chg="mod">
          <ac:chgData name="Zhihui ZH2 Tian" userId="S::tianzh2@lenovo.com::94ed89da-a0ca-4831-ab80-99fe6f0e0de7" providerId="AD" clId="Web-{733B1942-5130-0D9B-3F29-0BFC8DCDDBC6}" dt="2026-08-26T06:55:30.630" v="737" actId="1076"/>
          <ac:spMkLst>
            <pc:docMk/>
            <pc:sldMk cId="0" sldId="259"/>
            <ac:spMk id="10" creationId="{00000000-0000-0000-0000-000000000000}"/>
          </ac:spMkLst>
        </pc:spChg>
        <pc:spChg chg="mod">
          <ac:chgData name="Zhihui ZH2 Tian" userId="S::tianzh2@lenovo.com::94ed89da-a0ca-4831-ab80-99fe6f0e0de7" providerId="AD" clId="Web-{733B1942-5130-0D9B-3F29-0BFC8DCDDBC6}" dt="2026-08-26T06:55:30.661" v="738" actId="1076"/>
          <ac:spMkLst>
            <pc:docMk/>
            <pc:sldMk cId="0" sldId="259"/>
            <ac:spMk id="11" creationId="{00000000-0000-0000-0000-000000000000}"/>
          </ac:spMkLst>
        </pc:spChg>
        <pc:spChg chg="mod">
          <ac:chgData name="Zhihui ZH2 Tian" userId="S::tianzh2@lenovo.com::94ed89da-a0ca-4831-ab80-99fe6f0e0de7" providerId="AD" clId="Web-{733B1942-5130-0D9B-3F29-0BFC8DCDDBC6}" dt="2026-08-26T06:49:22.653" v="693"/>
          <ac:spMkLst>
            <pc:docMk/>
            <pc:sldMk cId="0" sldId="259"/>
            <ac:spMk id="12" creationId="{00000000-0000-0000-0000-000000000000}"/>
          </ac:spMkLst>
        </pc:spChg>
        <pc:spChg chg="mod">
          <ac:chgData name="Zhihui ZH2 Tian" userId="S::tianzh2@lenovo.com::94ed89da-a0ca-4831-ab80-99fe6f0e0de7" providerId="AD" clId="Web-{733B1942-5130-0D9B-3F29-0BFC8DCDDBC6}" dt="2026-08-26T06:55:30.677" v="739" actId="1076"/>
          <ac:spMkLst>
            <pc:docMk/>
            <pc:sldMk cId="0" sldId="259"/>
            <ac:spMk id="13" creationId="{00000000-0000-0000-0000-000000000000}"/>
          </ac:spMkLst>
        </pc:spChg>
        <pc:spChg chg="mod">
          <ac:chgData name="Zhihui ZH2 Tian" userId="S::tianzh2@lenovo.com::94ed89da-a0ca-4831-ab80-99fe6f0e0de7" providerId="AD" clId="Web-{733B1942-5130-0D9B-3F29-0BFC8DCDDBC6}" dt="2026-08-26T06:55:30.708" v="740" actId="1076"/>
          <ac:spMkLst>
            <pc:docMk/>
            <pc:sldMk cId="0" sldId="259"/>
            <ac:spMk id="14" creationId="{00000000-0000-0000-0000-000000000000}"/>
          </ac:spMkLst>
        </pc:spChg>
        <pc:spChg chg="mod">
          <ac:chgData name="Zhihui ZH2 Tian" userId="S::tianzh2@lenovo.com::94ed89da-a0ca-4831-ab80-99fe6f0e0de7" providerId="AD" clId="Web-{733B1942-5130-0D9B-3F29-0BFC8DCDDBC6}" dt="2026-08-26T06:55:30.724" v="741" actId="1076"/>
          <ac:spMkLst>
            <pc:docMk/>
            <pc:sldMk cId="0" sldId="259"/>
            <ac:spMk id="15" creationId="{00000000-0000-0000-0000-000000000000}"/>
          </ac:spMkLst>
        </pc:spChg>
        <pc:spChg chg="mod">
          <ac:chgData name="Zhihui ZH2 Tian" userId="S::tianzh2@lenovo.com::94ed89da-a0ca-4831-ab80-99fe6f0e0de7" providerId="AD" clId="Web-{733B1942-5130-0D9B-3F29-0BFC8DCDDBC6}" dt="2026-08-26T06:55:30.755" v="742" actId="1076"/>
          <ac:spMkLst>
            <pc:docMk/>
            <pc:sldMk cId="0" sldId="259"/>
            <ac:spMk id="16" creationId="{00000000-0000-0000-0000-000000000000}"/>
          </ac:spMkLst>
        </pc:spChg>
        <pc:spChg chg="mod">
          <ac:chgData name="Zhihui ZH2 Tian" userId="S::tianzh2@lenovo.com::94ed89da-a0ca-4831-ab80-99fe6f0e0de7" providerId="AD" clId="Web-{733B1942-5130-0D9B-3F29-0BFC8DCDDBC6}" dt="2026-08-26T06:55:30.771" v="743" actId="1076"/>
          <ac:spMkLst>
            <pc:docMk/>
            <pc:sldMk cId="0" sldId="259"/>
            <ac:spMk id="17" creationId="{00000000-0000-0000-0000-000000000000}"/>
          </ac:spMkLst>
        </pc:spChg>
        <pc:spChg chg="mod">
          <ac:chgData name="Zhihui ZH2 Tian" userId="S::tianzh2@lenovo.com::94ed89da-a0ca-4831-ab80-99fe6f0e0de7" providerId="AD" clId="Web-{733B1942-5130-0D9B-3F29-0BFC8DCDDBC6}" dt="2026-08-26T06:55:30.802" v="744" actId="1076"/>
          <ac:spMkLst>
            <pc:docMk/>
            <pc:sldMk cId="0" sldId="259"/>
            <ac:spMk id="18" creationId="{00000000-0000-0000-0000-000000000000}"/>
          </ac:spMkLst>
        </pc:spChg>
        <pc:spChg chg="mod">
          <ac:chgData name="Zhihui ZH2 Tian" userId="S::tianzh2@lenovo.com::94ed89da-a0ca-4831-ab80-99fe6f0e0de7" providerId="AD" clId="Web-{733B1942-5130-0D9B-3F29-0BFC8DCDDBC6}" dt="2026-08-26T06:55:30.833" v="745" actId="1076"/>
          <ac:spMkLst>
            <pc:docMk/>
            <pc:sldMk cId="0" sldId="259"/>
            <ac:spMk id="19" creationId="{00000000-0000-0000-0000-000000000000}"/>
          </ac:spMkLst>
        </pc:spChg>
        <pc:spChg chg="mod">
          <ac:chgData name="Zhihui ZH2 Tian" userId="S::tianzh2@lenovo.com::94ed89da-a0ca-4831-ab80-99fe6f0e0de7" providerId="AD" clId="Web-{733B1942-5130-0D9B-3F29-0BFC8DCDDBC6}" dt="2026-08-26T06:55:30.849" v="746" actId="1076"/>
          <ac:spMkLst>
            <pc:docMk/>
            <pc:sldMk cId="0" sldId="259"/>
            <ac:spMk id="20" creationId="{00000000-0000-0000-0000-000000000000}"/>
          </ac:spMkLst>
        </pc:spChg>
        <pc:spChg chg="mod">
          <ac:chgData name="Zhihui ZH2 Tian" userId="S::tianzh2@lenovo.com::94ed89da-a0ca-4831-ab80-99fe6f0e0de7" providerId="AD" clId="Web-{733B1942-5130-0D9B-3F29-0BFC8DCDDBC6}" dt="2026-08-26T06:55:30.880" v="747" actId="1076"/>
          <ac:spMkLst>
            <pc:docMk/>
            <pc:sldMk cId="0" sldId="259"/>
            <ac:spMk id="21" creationId="{00000000-0000-0000-0000-000000000000}"/>
          </ac:spMkLst>
        </pc:spChg>
        <pc:spChg chg="mod">
          <ac:chgData name="Zhihui ZH2 Tian" userId="S::tianzh2@lenovo.com::94ed89da-a0ca-4831-ab80-99fe6f0e0de7" providerId="AD" clId="Web-{733B1942-5130-0D9B-3F29-0BFC8DCDDBC6}" dt="2026-08-26T06:55:30.896" v="748" actId="1076"/>
          <ac:spMkLst>
            <pc:docMk/>
            <pc:sldMk cId="0" sldId="259"/>
            <ac:spMk id="22" creationId="{00000000-0000-0000-0000-000000000000}"/>
          </ac:spMkLst>
        </pc:spChg>
        <pc:spChg chg="mod">
          <ac:chgData name="Zhihui ZH2 Tian" userId="S::tianzh2@lenovo.com::94ed89da-a0ca-4831-ab80-99fe6f0e0de7" providerId="AD" clId="Web-{733B1942-5130-0D9B-3F29-0BFC8DCDDBC6}" dt="2026-08-26T06:55:30.911" v="749" actId="1076"/>
          <ac:spMkLst>
            <pc:docMk/>
            <pc:sldMk cId="0" sldId="259"/>
            <ac:spMk id="23" creationId="{00000000-0000-0000-0000-000000000000}"/>
          </ac:spMkLst>
        </pc:spChg>
        <pc:spChg chg="mod">
          <ac:chgData name="Zhihui ZH2 Tian" userId="S::tianzh2@lenovo.com::94ed89da-a0ca-4831-ab80-99fe6f0e0de7" providerId="AD" clId="Web-{733B1942-5130-0D9B-3F29-0BFC8DCDDBC6}" dt="2026-08-26T06:47:11.440" v="661"/>
          <ac:spMkLst>
            <pc:docMk/>
            <pc:sldMk cId="0" sldId="259"/>
            <ac:spMk id="24" creationId="{00000000-0000-0000-0000-000000000000}"/>
          </ac:spMkLst>
        </pc:spChg>
        <pc:spChg chg="mod">
          <ac:chgData name="Zhihui ZH2 Tian" userId="S::tianzh2@lenovo.com::94ed89da-a0ca-4831-ab80-99fe6f0e0de7" providerId="AD" clId="Web-{733B1942-5130-0D9B-3F29-0BFC8DCDDBC6}" dt="2026-08-26T06:47:11.440" v="662"/>
          <ac:spMkLst>
            <pc:docMk/>
            <pc:sldMk cId="0" sldId="259"/>
            <ac:spMk id="25" creationId="{00000000-0000-0000-0000-000000000000}"/>
          </ac:spMkLst>
        </pc:spChg>
        <pc:spChg chg="mod">
          <ac:chgData name="Zhihui ZH2 Tian" userId="S::tianzh2@lenovo.com::94ed89da-a0ca-4831-ab80-99fe6f0e0de7" providerId="AD" clId="Web-{733B1942-5130-0D9B-3F29-0BFC8DCDDBC6}" dt="2026-08-26T06:47:11.440" v="663"/>
          <ac:spMkLst>
            <pc:docMk/>
            <pc:sldMk cId="0" sldId="259"/>
            <ac:spMk id="26" creationId="{00000000-0000-0000-0000-000000000000}"/>
          </ac:spMkLst>
        </pc:spChg>
        <pc:spChg chg="mod">
          <ac:chgData name="Zhihui ZH2 Tian" userId="S::tianzh2@lenovo.com::94ed89da-a0ca-4831-ab80-99fe6f0e0de7" providerId="AD" clId="Web-{733B1942-5130-0D9B-3F29-0BFC8DCDDBC6}" dt="2026-08-26T06:47:11.550" v="664"/>
          <ac:spMkLst>
            <pc:docMk/>
            <pc:sldMk cId="0" sldId="259"/>
            <ac:spMk id="27" creationId="{00000000-0000-0000-0000-000000000000}"/>
          </ac:spMkLst>
        </pc:spChg>
        <pc:spChg chg="add mod">
          <ac:chgData name="Zhihui ZH2 Tian" userId="S::tianzh2@lenovo.com::94ed89da-a0ca-4831-ab80-99fe6f0e0de7" providerId="AD" clId="Web-{733B1942-5130-0D9B-3F29-0BFC8DCDDBC6}" dt="2026-08-26T06:38:36.288" v="559"/>
          <ac:spMkLst>
            <pc:docMk/>
            <pc:sldMk cId="0" sldId="259"/>
            <ac:spMk id="29" creationId="{64D95929-54E6-0E6B-C1E1-A260E1513FD9}"/>
          </ac:spMkLst>
        </pc:spChg>
        <pc:spChg chg="add mod">
          <ac:chgData name="Zhihui ZH2 Tian" userId="S::tianzh2@lenovo.com::94ed89da-a0ca-4831-ab80-99fe6f0e0de7" providerId="AD" clId="Web-{733B1942-5130-0D9B-3F29-0BFC8DCDDBC6}" dt="2026-08-26T06:57:56.065" v="822" actId="20577"/>
          <ac:spMkLst>
            <pc:docMk/>
            <pc:sldMk cId="0" sldId="259"/>
            <ac:spMk id="31" creationId="{89AADFF0-A5A1-78E1-F163-8D8668B752B8}"/>
          </ac:spMkLst>
        </pc:spChg>
        <pc:picChg chg="add mod">
          <ac:chgData name="Zhihui ZH2 Tian" userId="S::tianzh2@lenovo.com::94ed89da-a0ca-4831-ab80-99fe6f0e0de7" providerId="AD" clId="Web-{733B1942-5130-0D9B-3F29-0BFC8DCDDBC6}" dt="2026-08-26T08:25:14.809" v="1727" actId="14100"/>
          <ac:picMkLst>
            <pc:docMk/>
            <pc:sldMk cId="0" sldId="259"/>
            <ac:picMk id="2" creationId="{F362EAC3-3930-C83A-01D9-D44295AA4EE5}"/>
          </ac:picMkLst>
        </pc:picChg>
      </pc:sldChg>
      <pc:sldChg chg="addSp delSp modSp">
        <pc:chgData name="Zhihui ZH2 Tian" userId="S::tianzh2@lenovo.com::94ed89da-a0ca-4831-ab80-99fe6f0e0de7" providerId="AD" clId="Web-{733B1942-5130-0D9B-3F29-0BFC8DCDDBC6}" dt="2026-08-26T07:23:48.996" v="1191" actId="20577"/>
        <pc:sldMkLst>
          <pc:docMk/>
          <pc:sldMk cId="0" sldId="260"/>
        </pc:sldMkLst>
        <pc:spChg chg="mod">
          <ac:chgData name="Zhihui ZH2 Tian" userId="S::tianzh2@lenovo.com::94ed89da-a0ca-4831-ab80-99fe6f0e0de7" providerId="AD" clId="Web-{733B1942-5130-0D9B-3F29-0BFC8DCDDBC6}" dt="2026-08-26T07:10:45.404" v="857"/>
          <ac:spMkLst>
            <pc:docMk/>
            <pc:sldMk cId="0" sldId="260"/>
            <ac:spMk id="4" creationId="{00000000-0000-0000-0000-000000000000}"/>
          </ac:spMkLst>
        </pc:spChg>
        <pc:spChg chg="mod">
          <ac:chgData name="Zhihui ZH2 Tian" userId="S::tianzh2@lenovo.com::94ed89da-a0ca-4831-ab80-99fe6f0e0de7" providerId="AD" clId="Web-{733B1942-5130-0D9B-3F29-0BFC8DCDDBC6}" dt="2026-08-26T07:11:33.735" v="919" actId="1076"/>
          <ac:spMkLst>
            <pc:docMk/>
            <pc:sldMk cId="0" sldId="260"/>
            <ac:spMk id="6" creationId="{00000000-0000-0000-0000-000000000000}"/>
          </ac:spMkLst>
        </pc:spChg>
        <pc:spChg chg="mod">
          <ac:chgData name="Zhihui ZH2 Tian" userId="S::tianzh2@lenovo.com::94ed89da-a0ca-4831-ab80-99fe6f0e0de7" providerId="AD" clId="Web-{733B1942-5130-0D9B-3F29-0BFC8DCDDBC6}" dt="2026-08-26T07:13:33.493" v="1081"/>
          <ac:spMkLst>
            <pc:docMk/>
            <pc:sldMk cId="0" sldId="260"/>
            <ac:spMk id="7" creationId="{00000000-0000-0000-0000-000000000000}"/>
          </ac:spMkLst>
        </pc:spChg>
        <pc:spChg chg="mod">
          <ac:chgData name="Zhihui ZH2 Tian" userId="S::tianzh2@lenovo.com::94ed89da-a0ca-4831-ab80-99fe6f0e0de7" providerId="AD" clId="Web-{733B1942-5130-0D9B-3F29-0BFC8DCDDBC6}" dt="2026-08-26T07:13:33.493" v="1082"/>
          <ac:spMkLst>
            <pc:docMk/>
            <pc:sldMk cId="0" sldId="260"/>
            <ac:spMk id="8" creationId="{00000000-0000-0000-0000-000000000000}"/>
          </ac:spMkLst>
        </pc:spChg>
        <pc:spChg chg="mod">
          <ac:chgData name="Zhihui ZH2 Tian" userId="S::tianzh2@lenovo.com::94ed89da-a0ca-4831-ab80-99fe6f0e0de7" providerId="AD" clId="Web-{733B1942-5130-0D9B-3F29-0BFC8DCDDBC6}" dt="2026-08-26T07:13:33.493" v="1083"/>
          <ac:spMkLst>
            <pc:docMk/>
            <pc:sldMk cId="0" sldId="260"/>
            <ac:spMk id="9" creationId="{00000000-0000-0000-0000-000000000000}"/>
          </ac:spMkLst>
        </pc:spChg>
        <pc:spChg chg="mod">
          <ac:chgData name="Zhihui ZH2 Tian" userId="S::tianzh2@lenovo.com::94ed89da-a0ca-4831-ab80-99fe6f0e0de7" providerId="AD" clId="Web-{733B1942-5130-0D9B-3F29-0BFC8DCDDBC6}" dt="2026-08-26T07:13:33.493" v="1084"/>
          <ac:spMkLst>
            <pc:docMk/>
            <pc:sldMk cId="0" sldId="260"/>
            <ac:spMk id="10" creationId="{00000000-0000-0000-0000-000000000000}"/>
          </ac:spMkLst>
        </pc:spChg>
        <pc:spChg chg="mod">
          <ac:chgData name="Zhihui ZH2 Tian" userId="S::tianzh2@lenovo.com::94ed89da-a0ca-4831-ab80-99fe6f0e0de7" providerId="AD" clId="Web-{733B1942-5130-0D9B-3F29-0BFC8DCDDBC6}" dt="2026-08-26T07:13:33.493" v="1085"/>
          <ac:spMkLst>
            <pc:docMk/>
            <pc:sldMk cId="0" sldId="260"/>
            <ac:spMk id="11" creationId="{00000000-0000-0000-0000-000000000000}"/>
          </ac:spMkLst>
        </pc:spChg>
        <pc:spChg chg="mod">
          <ac:chgData name="Zhihui ZH2 Tian" userId="S::tianzh2@lenovo.com::94ed89da-a0ca-4831-ab80-99fe6f0e0de7" providerId="AD" clId="Web-{733B1942-5130-0D9B-3F29-0BFC8DCDDBC6}" dt="2026-08-26T07:13:33.493" v="1086"/>
          <ac:spMkLst>
            <pc:docMk/>
            <pc:sldMk cId="0" sldId="260"/>
            <ac:spMk id="12" creationId="{00000000-0000-0000-0000-000000000000}"/>
          </ac:spMkLst>
        </pc:spChg>
        <pc:spChg chg="mod">
          <ac:chgData name="Zhihui ZH2 Tian" userId="S::tianzh2@lenovo.com::94ed89da-a0ca-4831-ab80-99fe6f0e0de7" providerId="AD" clId="Web-{733B1942-5130-0D9B-3F29-0BFC8DCDDBC6}" dt="2026-08-26T07:13:33.493" v="1087"/>
          <ac:spMkLst>
            <pc:docMk/>
            <pc:sldMk cId="0" sldId="260"/>
            <ac:spMk id="13" creationId="{00000000-0000-0000-0000-000000000000}"/>
          </ac:spMkLst>
        </pc:spChg>
        <pc:spChg chg="mod">
          <ac:chgData name="Zhihui ZH2 Tian" userId="S::tianzh2@lenovo.com::94ed89da-a0ca-4831-ab80-99fe6f0e0de7" providerId="AD" clId="Web-{733B1942-5130-0D9B-3F29-0BFC8DCDDBC6}" dt="2026-08-26T07:13:33.493" v="1088"/>
          <ac:spMkLst>
            <pc:docMk/>
            <pc:sldMk cId="0" sldId="260"/>
            <ac:spMk id="14" creationId="{00000000-0000-0000-0000-000000000000}"/>
          </ac:spMkLst>
        </pc:spChg>
        <pc:spChg chg="mod">
          <ac:chgData name="Zhihui ZH2 Tian" userId="S::tianzh2@lenovo.com::94ed89da-a0ca-4831-ab80-99fe6f0e0de7" providerId="AD" clId="Web-{733B1942-5130-0D9B-3F29-0BFC8DCDDBC6}" dt="2026-08-26T07:13:33.493" v="1089"/>
          <ac:spMkLst>
            <pc:docMk/>
            <pc:sldMk cId="0" sldId="260"/>
            <ac:spMk id="15" creationId="{00000000-0000-0000-0000-000000000000}"/>
          </ac:spMkLst>
        </pc:spChg>
        <pc:spChg chg="mod">
          <ac:chgData name="Zhihui ZH2 Tian" userId="S::tianzh2@lenovo.com::94ed89da-a0ca-4831-ab80-99fe6f0e0de7" providerId="AD" clId="Web-{733B1942-5130-0D9B-3F29-0BFC8DCDDBC6}" dt="2026-08-26T07:13:33.493" v="1090"/>
          <ac:spMkLst>
            <pc:docMk/>
            <pc:sldMk cId="0" sldId="260"/>
            <ac:spMk id="16" creationId="{00000000-0000-0000-0000-000000000000}"/>
          </ac:spMkLst>
        </pc:spChg>
        <pc:spChg chg="mod">
          <ac:chgData name="Zhihui ZH2 Tian" userId="S::tianzh2@lenovo.com::94ed89da-a0ca-4831-ab80-99fe6f0e0de7" providerId="AD" clId="Web-{733B1942-5130-0D9B-3F29-0BFC8DCDDBC6}" dt="2026-08-26T07:13:33.493" v="1091"/>
          <ac:spMkLst>
            <pc:docMk/>
            <pc:sldMk cId="0" sldId="260"/>
            <ac:spMk id="17" creationId="{00000000-0000-0000-0000-000000000000}"/>
          </ac:spMkLst>
        </pc:spChg>
        <pc:spChg chg="mod">
          <ac:chgData name="Zhihui ZH2 Tian" userId="S::tianzh2@lenovo.com::94ed89da-a0ca-4831-ab80-99fe6f0e0de7" providerId="AD" clId="Web-{733B1942-5130-0D9B-3F29-0BFC8DCDDBC6}" dt="2026-08-26T07:13:33.790" v="1092"/>
          <ac:spMkLst>
            <pc:docMk/>
            <pc:sldMk cId="0" sldId="260"/>
            <ac:spMk id="18" creationId="{00000000-0000-0000-0000-000000000000}"/>
          </ac:spMkLst>
        </pc:spChg>
        <pc:spChg chg="mod">
          <ac:chgData name="Zhihui ZH2 Tian" userId="S::tianzh2@lenovo.com::94ed89da-a0ca-4831-ab80-99fe6f0e0de7" providerId="AD" clId="Web-{733B1942-5130-0D9B-3F29-0BFC8DCDDBC6}" dt="2026-08-26T07:11:34.126" v="935" actId="1076"/>
          <ac:spMkLst>
            <pc:docMk/>
            <pc:sldMk cId="0" sldId="260"/>
            <ac:spMk id="22" creationId="{00000000-0000-0000-0000-000000000000}"/>
          </ac:spMkLst>
        </pc:spChg>
        <pc:spChg chg="mod">
          <ac:chgData name="Zhihui ZH2 Tian" userId="S::tianzh2@lenovo.com::94ed89da-a0ca-4831-ab80-99fe6f0e0de7" providerId="AD" clId="Web-{733B1942-5130-0D9B-3F29-0BFC8DCDDBC6}" dt="2026-08-26T07:13:47.229" v="1105"/>
          <ac:spMkLst>
            <pc:docMk/>
            <pc:sldMk cId="0" sldId="260"/>
            <ac:spMk id="23" creationId="{00000000-0000-0000-0000-000000000000}"/>
          </ac:spMkLst>
        </pc:spChg>
        <pc:spChg chg="mod">
          <ac:chgData name="Zhihui ZH2 Tian" userId="S::tianzh2@lenovo.com::94ed89da-a0ca-4831-ab80-99fe6f0e0de7" providerId="AD" clId="Web-{733B1942-5130-0D9B-3F29-0BFC8DCDDBC6}" dt="2026-08-26T07:13:47.229" v="1106"/>
          <ac:spMkLst>
            <pc:docMk/>
            <pc:sldMk cId="0" sldId="260"/>
            <ac:spMk id="24" creationId="{00000000-0000-0000-0000-000000000000}"/>
          </ac:spMkLst>
        </pc:spChg>
        <pc:spChg chg="mod">
          <ac:chgData name="Zhihui ZH2 Tian" userId="S::tianzh2@lenovo.com::94ed89da-a0ca-4831-ab80-99fe6f0e0de7" providerId="AD" clId="Web-{733B1942-5130-0D9B-3F29-0BFC8DCDDBC6}" dt="2026-08-26T07:13:47.245" v="1107"/>
          <ac:spMkLst>
            <pc:docMk/>
            <pc:sldMk cId="0" sldId="260"/>
            <ac:spMk id="25" creationId="{00000000-0000-0000-0000-000000000000}"/>
          </ac:spMkLst>
        </pc:spChg>
        <pc:spChg chg="mod">
          <ac:chgData name="Zhihui ZH2 Tian" userId="S::tianzh2@lenovo.com::94ed89da-a0ca-4831-ab80-99fe6f0e0de7" providerId="AD" clId="Web-{733B1942-5130-0D9B-3F29-0BFC8DCDDBC6}" dt="2026-08-26T07:13:47.245" v="1108"/>
          <ac:spMkLst>
            <pc:docMk/>
            <pc:sldMk cId="0" sldId="260"/>
            <ac:spMk id="26" creationId="{00000000-0000-0000-0000-000000000000}"/>
          </ac:spMkLst>
        </pc:spChg>
        <pc:spChg chg="mod">
          <ac:chgData name="Zhihui ZH2 Tian" userId="S::tianzh2@lenovo.com::94ed89da-a0ca-4831-ab80-99fe6f0e0de7" providerId="AD" clId="Web-{733B1942-5130-0D9B-3F29-0BFC8DCDDBC6}" dt="2026-08-26T07:13:47.245" v="1109"/>
          <ac:spMkLst>
            <pc:docMk/>
            <pc:sldMk cId="0" sldId="260"/>
            <ac:spMk id="27" creationId="{00000000-0000-0000-0000-000000000000}"/>
          </ac:spMkLst>
        </pc:spChg>
        <pc:spChg chg="mod">
          <ac:chgData name="Zhihui ZH2 Tian" userId="S::tianzh2@lenovo.com::94ed89da-a0ca-4831-ab80-99fe6f0e0de7" providerId="AD" clId="Web-{733B1942-5130-0D9B-3F29-0BFC8DCDDBC6}" dt="2026-08-26T07:13:47.245" v="1110"/>
          <ac:spMkLst>
            <pc:docMk/>
            <pc:sldMk cId="0" sldId="260"/>
            <ac:spMk id="28" creationId="{00000000-0000-0000-0000-000000000000}"/>
          </ac:spMkLst>
        </pc:spChg>
        <pc:spChg chg="mod">
          <ac:chgData name="Zhihui ZH2 Tian" userId="S::tianzh2@lenovo.com::94ed89da-a0ca-4831-ab80-99fe6f0e0de7" providerId="AD" clId="Web-{733B1942-5130-0D9B-3F29-0BFC8DCDDBC6}" dt="2026-08-26T07:13:47.245" v="1111"/>
          <ac:spMkLst>
            <pc:docMk/>
            <pc:sldMk cId="0" sldId="260"/>
            <ac:spMk id="29" creationId="{00000000-0000-0000-0000-000000000000}"/>
          </ac:spMkLst>
        </pc:spChg>
        <pc:spChg chg="mod">
          <ac:chgData name="Zhihui ZH2 Tian" userId="S::tianzh2@lenovo.com::94ed89da-a0ca-4831-ab80-99fe6f0e0de7" providerId="AD" clId="Web-{733B1942-5130-0D9B-3F29-0BFC8DCDDBC6}" dt="2026-08-26T07:13:47.245" v="1112"/>
          <ac:spMkLst>
            <pc:docMk/>
            <pc:sldMk cId="0" sldId="260"/>
            <ac:spMk id="30" creationId="{00000000-0000-0000-0000-000000000000}"/>
          </ac:spMkLst>
        </pc:spChg>
        <pc:spChg chg="mod">
          <ac:chgData name="Zhihui ZH2 Tian" userId="S::tianzh2@lenovo.com::94ed89da-a0ca-4831-ab80-99fe6f0e0de7" providerId="AD" clId="Web-{733B1942-5130-0D9B-3F29-0BFC8DCDDBC6}" dt="2026-08-26T07:13:47.245" v="1113"/>
          <ac:spMkLst>
            <pc:docMk/>
            <pc:sldMk cId="0" sldId="260"/>
            <ac:spMk id="31" creationId="{00000000-0000-0000-0000-000000000000}"/>
          </ac:spMkLst>
        </pc:spChg>
        <pc:spChg chg="mod">
          <ac:chgData name="Zhihui ZH2 Tian" userId="S::tianzh2@lenovo.com::94ed89da-a0ca-4831-ab80-99fe6f0e0de7" providerId="AD" clId="Web-{733B1942-5130-0D9B-3F29-0BFC8DCDDBC6}" dt="2026-08-26T07:13:47.245" v="1114"/>
          <ac:spMkLst>
            <pc:docMk/>
            <pc:sldMk cId="0" sldId="260"/>
            <ac:spMk id="32" creationId="{00000000-0000-0000-0000-000000000000}"/>
          </ac:spMkLst>
        </pc:spChg>
        <pc:spChg chg="mod">
          <ac:chgData name="Zhihui ZH2 Tian" userId="S::tianzh2@lenovo.com::94ed89da-a0ca-4831-ab80-99fe6f0e0de7" providerId="AD" clId="Web-{733B1942-5130-0D9B-3F29-0BFC8DCDDBC6}" dt="2026-08-26T07:13:47.245" v="1115"/>
          <ac:spMkLst>
            <pc:docMk/>
            <pc:sldMk cId="0" sldId="260"/>
            <ac:spMk id="33" creationId="{00000000-0000-0000-0000-000000000000}"/>
          </ac:spMkLst>
        </pc:spChg>
        <pc:spChg chg="mod">
          <ac:chgData name="Zhihui ZH2 Tian" userId="S::tianzh2@lenovo.com::94ed89da-a0ca-4831-ab80-99fe6f0e0de7" providerId="AD" clId="Web-{733B1942-5130-0D9B-3F29-0BFC8DCDDBC6}" dt="2026-08-26T07:13:47.573" v="1116"/>
          <ac:spMkLst>
            <pc:docMk/>
            <pc:sldMk cId="0" sldId="260"/>
            <ac:spMk id="34" creationId="{00000000-0000-0000-0000-000000000000}"/>
          </ac:spMkLst>
        </pc:spChg>
        <pc:spChg chg="mod">
          <ac:chgData name="Zhihui ZH2 Tian" userId="S::tianzh2@lenovo.com::94ed89da-a0ca-4831-ab80-99fe6f0e0de7" providerId="AD" clId="Web-{733B1942-5130-0D9B-3F29-0BFC8DCDDBC6}" dt="2026-08-26T07:12:10.612" v="991" actId="1076"/>
          <ac:spMkLst>
            <pc:docMk/>
            <pc:sldMk cId="0" sldId="260"/>
            <ac:spMk id="38" creationId="{00000000-0000-0000-0000-000000000000}"/>
          </ac:spMkLst>
        </pc:spChg>
        <pc:spChg chg="mod">
          <ac:chgData name="Zhihui ZH2 Tian" userId="S::tianzh2@lenovo.com::94ed89da-a0ca-4831-ab80-99fe6f0e0de7" providerId="AD" clId="Web-{733B1942-5130-0D9B-3F29-0BFC8DCDDBC6}" dt="2026-08-26T07:12:10.644" v="992" actId="1076"/>
          <ac:spMkLst>
            <pc:docMk/>
            <pc:sldMk cId="0" sldId="260"/>
            <ac:spMk id="39" creationId="{00000000-0000-0000-0000-000000000000}"/>
          </ac:spMkLst>
        </pc:spChg>
        <pc:spChg chg="mod">
          <ac:chgData name="Zhihui ZH2 Tian" userId="S::tianzh2@lenovo.com::94ed89da-a0ca-4831-ab80-99fe6f0e0de7" providerId="AD" clId="Web-{733B1942-5130-0D9B-3F29-0BFC8DCDDBC6}" dt="2026-08-26T07:12:10.675" v="993" actId="1076"/>
          <ac:spMkLst>
            <pc:docMk/>
            <pc:sldMk cId="0" sldId="260"/>
            <ac:spMk id="40" creationId="{00000000-0000-0000-0000-000000000000}"/>
          </ac:spMkLst>
        </pc:spChg>
        <pc:spChg chg="mod">
          <ac:chgData name="Zhihui ZH2 Tian" userId="S::tianzh2@lenovo.com::94ed89da-a0ca-4831-ab80-99fe6f0e0de7" providerId="AD" clId="Web-{733B1942-5130-0D9B-3F29-0BFC8DCDDBC6}" dt="2026-08-26T07:21:19.705" v="1173" actId="1076"/>
          <ac:spMkLst>
            <pc:docMk/>
            <pc:sldMk cId="0" sldId="260"/>
            <ac:spMk id="41" creationId="{00000000-0000-0000-0000-000000000000}"/>
          </ac:spMkLst>
        </pc:spChg>
        <pc:spChg chg="mod">
          <ac:chgData name="Zhihui ZH2 Tian" userId="S::tianzh2@lenovo.com::94ed89da-a0ca-4831-ab80-99fe6f0e0de7" providerId="AD" clId="Web-{733B1942-5130-0D9B-3F29-0BFC8DCDDBC6}" dt="2026-08-26T07:21:46.785" v="1178" actId="20577"/>
          <ac:spMkLst>
            <pc:docMk/>
            <pc:sldMk cId="0" sldId="260"/>
            <ac:spMk id="42" creationId="{00000000-0000-0000-0000-000000000000}"/>
          </ac:spMkLst>
        </pc:spChg>
        <pc:spChg chg="mod">
          <ac:chgData name="Zhihui ZH2 Tian" userId="S::tianzh2@lenovo.com::94ed89da-a0ca-4831-ab80-99fe6f0e0de7" providerId="AD" clId="Web-{733B1942-5130-0D9B-3F29-0BFC8DCDDBC6}" dt="2026-08-26T07:12:10.753" v="996" actId="1076"/>
          <ac:spMkLst>
            <pc:docMk/>
            <pc:sldMk cId="0" sldId="260"/>
            <ac:spMk id="43" creationId="{00000000-0000-0000-0000-000000000000}"/>
          </ac:spMkLst>
        </pc:spChg>
        <pc:spChg chg="mod">
          <ac:chgData name="Zhihui ZH2 Tian" userId="S::tianzh2@lenovo.com::94ed89da-a0ca-4831-ab80-99fe6f0e0de7" providerId="AD" clId="Web-{733B1942-5130-0D9B-3F29-0BFC8DCDDBC6}" dt="2026-08-26T07:18:44.445" v="1150"/>
          <ac:spMkLst>
            <pc:docMk/>
            <pc:sldMk cId="0" sldId="260"/>
            <ac:spMk id="44" creationId="{00000000-0000-0000-0000-000000000000}"/>
          </ac:spMkLst>
        </pc:spChg>
        <pc:spChg chg="mod">
          <ac:chgData name="Zhihui ZH2 Tian" userId="S::tianzh2@lenovo.com::94ed89da-a0ca-4831-ab80-99fe6f0e0de7" providerId="AD" clId="Web-{733B1942-5130-0D9B-3F29-0BFC8DCDDBC6}" dt="2026-08-26T07:12:10.816" v="998" actId="1076"/>
          <ac:spMkLst>
            <pc:docMk/>
            <pc:sldMk cId="0" sldId="260"/>
            <ac:spMk id="45" creationId="{00000000-0000-0000-0000-000000000000}"/>
          </ac:spMkLst>
        </pc:spChg>
        <pc:spChg chg="mod">
          <ac:chgData name="Zhihui ZH2 Tian" userId="S::tianzh2@lenovo.com::94ed89da-a0ca-4831-ab80-99fe6f0e0de7" providerId="AD" clId="Web-{733B1942-5130-0D9B-3F29-0BFC8DCDDBC6}" dt="2026-08-26T07:18:44.445" v="1151"/>
          <ac:spMkLst>
            <pc:docMk/>
            <pc:sldMk cId="0" sldId="260"/>
            <ac:spMk id="46" creationId="{00000000-0000-0000-0000-000000000000}"/>
          </ac:spMkLst>
        </pc:spChg>
        <pc:spChg chg="mod">
          <ac:chgData name="Zhihui ZH2 Tian" userId="S::tianzh2@lenovo.com::94ed89da-a0ca-4831-ab80-99fe6f0e0de7" providerId="AD" clId="Web-{733B1942-5130-0D9B-3F29-0BFC8DCDDBC6}" dt="2026-08-26T07:23:08.306" v="1185" actId="20577"/>
          <ac:spMkLst>
            <pc:docMk/>
            <pc:sldMk cId="0" sldId="260"/>
            <ac:spMk id="47" creationId="{00000000-0000-0000-0000-000000000000}"/>
          </ac:spMkLst>
        </pc:spChg>
        <pc:spChg chg="mod">
          <ac:chgData name="Zhihui ZH2 Tian" userId="S::tianzh2@lenovo.com::94ed89da-a0ca-4831-ab80-99fe6f0e0de7" providerId="AD" clId="Web-{733B1942-5130-0D9B-3F29-0BFC8DCDDBC6}" dt="2026-08-26T07:12:10.894" v="1001" actId="1076"/>
          <ac:spMkLst>
            <pc:docMk/>
            <pc:sldMk cId="0" sldId="260"/>
            <ac:spMk id="48" creationId="{00000000-0000-0000-0000-000000000000}"/>
          </ac:spMkLst>
        </pc:spChg>
        <pc:spChg chg="mod">
          <ac:chgData name="Zhihui ZH2 Tian" userId="S::tianzh2@lenovo.com::94ed89da-a0ca-4831-ab80-99fe6f0e0de7" providerId="AD" clId="Web-{733B1942-5130-0D9B-3F29-0BFC8DCDDBC6}" dt="2026-08-26T07:12:10.925" v="1002" actId="1076"/>
          <ac:spMkLst>
            <pc:docMk/>
            <pc:sldMk cId="0" sldId="260"/>
            <ac:spMk id="49" creationId="{00000000-0000-0000-0000-000000000000}"/>
          </ac:spMkLst>
        </pc:spChg>
        <pc:spChg chg="mod">
          <ac:chgData name="Zhihui ZH2 Tian" userId="S::tianzh2@lenovo.com::94ed89da-a0ca-4831-ab80-99fe6f0e0de7" providerId="AD" clId="Web-{733B1942-5130-0D9B-3F29-0BFC8DCDDBC6}" dt="2026-08-26T07:12:10.956" v="1003" actId="1076"/>
          <ac:spMkLst>
            <pc:docMk/>
            <pc:sldMk cId="0" sldId="260"/>
            <ac:spMk id="50" creationId="{00000000-0000-0000-0000-000000000000}"/>
          </ac:spMkLst>
        </pc:spChg>
        <pc:spChg chg="mod">
          <ac:chgData name="Zhihui ZH2 Tian" userId="S::tianzh2@lenovo.com::94ed89da-a0ca-4831-ab80-99fe6f0e0de7" providerId="AD" clId="Web-{733B1942-5130-0D9B-3F29-0BFC8DCDDBC6}" dt="2026-08-26T07:18:44.445" v="1153"/>
          <ac:spMkLst>
            <pc:docMk/>
            <pc:sldMk cId="0" sldId="260"/>
            <ac:spMk id="51" creationId="{00000000-0000-0000-0000-000000000000}"/>
          </ac:spMkLst>
        </pc:spChg>
        <pc:spChg chg="mod">
          <ac:chgData name="Zhihui ZH2 Tian" userId="S::tianzh2@lenovo.com::94ed89da-a0ca-4831-ab80-99fe6f0e0de7" providerId="AD" clId="Web-{733B1942-5130-0D9B-3F29-0BFC8DCDDBC6}" dt="2026-08-26T07:23:48.996" v="1191" actId="20577"/>
          <ac:spMkLst>
            <pc:docMk/>
            <pc:sldMk cId="0" sldId="260"/>
            <ac:spMk id="52" creationId="{00000000-0000-0000-0000-000000000000}"/>
          </ac:spMkLst>
        </pc:spChg>
        <pc:spChg chg="mod">
          <ac:chgData name="Zhihui ZH2 Tian" userId="S::tianzh2@lenovo.com::94ed89da-a0ca-4831-ab80-99fe6f0e0de7" providerId="AD" clId="Web-{733B1942-5130-0D9B-3F29-0BFC8DCDDBC6}" dt="2026-08-26T07:17:58.690" v="1139" actId="14100"/>
          <ac:spMkLst>
            <pc:docMk/>
            <pc:sldMk cId="0" sldId="260"/>
            <ac:spMk id="53" creationId="{00000000-0000-0000-0000-000000000000}"/>
          </ac:spMkLst>
        </pc:spChg>
        <pc:spChg chg="add mod">
          <ac:chgData name="Zhihui ZH2 Tian" userId="S::tianzh2@lenovo.com::94ed89da-a0ca-4831-ab80-99fe6f0e0de7" providerId="AD" clId="Web-{733B1942-5130-0D9B-3F29-0BFC8DCDDBC6}" dt="2026-08-26T06:56:01.148" v="800"/>
          <ac:spMkLst>
            <pc:docMk/>
            <pc:sldMk cId="0" sldId="260"/>
            <ac:spMk id="56" creationId="{187FB915-7AE7-9B99-B827-3AE41D6DA983}"/>
          </ac:spMkLst>
        </pc:spChg>
        <pc:spChg chg="add mod">
          <ac:chgData name="Zhihui ZH2 Tian" userId="S::tianzh2@lenovo.com::94ed89da-a0ca-4831-ab80-99fe6f0e0de7" providerId="AD" clId="Web-{733B1942-5130-0D9B-3F29-0BFC8DCDDBC6}" dt="2026-08-26T07:13:02.975" v="1068" actId="1076"/>
          <ac:spMkLst>
            <pc:docMk/>
            <pc:sldMk cId="0" sldId="260"/>
            <ac:spMk id="58" creationId="{C7B3E077-3459-D6F4-EA43-60AEDD48A8EE}"/>
          </ac:spMkLst>
        </pc:spChg>
        <pc:cxnChg chg="mod">
          <ac:chgData name="Zhihui ZH2 Tian" userId="S::tianzh2@lenovo.com::94ed89da-a0ca-4831-ab80-99fe6f0e0de7" providerId="AD" clId="Web-{733B1942-5130-0D9B-3F29-0BFC8DCDDBC6}" dt="2026-08-26T07:12:30.786" v="1038" actId="14100"/>
          <ac:cxnSpMkLst>
            <pc:docMk/>
            <pc:sldMk cId="0" sldId="260"/>
            <ac:cxnSpMk id="19" creationId="{00000000-0000-0000-0000-000000000000}"/>
          </ac:cxnSpMkLst>
        </pc:cxnChg>
        <pc:cxnChg chg="mod">
          <ac:chgData name="Zhihui ZH2 Tian" userId="S::tianzh2@lenovo.com::94ed89da-a0ca-4831-ab80-99fe6f0e0de7" providerId="AD" clId="Web-{733B1942-5130-0D9B-3F29-0BFC8DCDDBC6}" dt="2026-08-26T07:12:30.786" v="1037" actId="14100"/>
          <ac:cxnSpMkLst>
            <pc:docMk/>
            <pc:sldMk cId="0" sldId="260"/>
            <ac:cxnSpMk id="20" creationId="{00000000-0000-0000-0000-000000000000}"/>
          </ac:cxnSpMkLst>
        </pc:cxnChg>
        <pc:cxnChg chg="mod">
          <ac:chgData name="Zhihui ZH2 Tian" userId="S::tianzh2@lenovo.com::94ed89da-a0ca-4831-ab80-99fe6f0e0de7" providerId="AD" clId="Web-{733B1942-5130-0D9B-3F29-0BFC8DCDDBC6}" dt="2026-08-26T07:12:30.786" v="1036" actId="14100"/>
          <ac:cxnSpMkLst>
            <pc:docMk/>
            <pc:sldMk cId="0" sldId="260"/>
            <ac:cxnSpMk id="21" creationId="{00000000-0000-0000-0000-000000000000}"/>
          </ac:cxnSpMkLst>
        </pc:cxnChg>
        <pc:cxnChg chg="mod">
          <ac:chgData name="Zhihui ZH2 Tian" userId="S::tianzh2@lenovo.com::94ed89da-a0ca-4831-ab80-99fe6f0e0de7" providerId="AD" clId="Web-{733B1942-5130-0D9B-3F29-0BFC8DCDDBC6}" dt="2026-08-26T07:12:45.849" v="1063" actId="1076"/>
          <ac:cxnSpMkLst>
            <pc:docMk/>
            <pc:sldMk cId="0" sldId="260"/>
            <ac:cxnSpMk id="35" creationId="{00000000-0000-0000-0000-000000000000}"/>
          </ac:cxnSpMkLst>
        </pc:cxnChg>
        <pc:cxnChg chg="mod">
          <ac:chgData name="Zhihui ZH2 Tian" userId="S::tianzh2@lenovo.com::94ed89da-a0ca-4831-ab80-99fe6f0e0de7" providerId="AD" clId="Web-{733B1942-5130-0D9B-3F29-0BFC8DCDDBC6}" dt="2026-08-26T07:12:45.880" v="1064" actId="1076"/>
          <ac:cxnSpMkLst>
            <pc:docMk/>
            <pc:sldMk cId="0" sldId="260"/>
            <ac:cxnSpMk id="36" creationId="{00000000-0000-0000-0000-000000000000}"/>
          </ac:cxnSpMkLst>
        </pc:cxnChg>
        <pc:cxnChg chg="mod">
          <ac:chgData name="Zhihui ZH2 Tian" userId="S::tianzh2@lenovo.com::94ed89da-a0ca-4831-ab80-99fe6f0e0de7" providerId="AD" clId="Web-{733B1942-5130-0D9B-3F29-0BFC8DCDDBC6}" dt="2026-08-26T07:12:45.927" v="1065" actId="1076"/>
          <ac:cxnSpMkLst>
            <pc:docMk/>
            <pc:sldMk cId="0" sldId="260"/>
            <ac:cxnSpMk id="37" creationId="{00000000-0000-0000-0000-000000000000}"/>
          </ac:cxnSpMkLst>
        </pc:cxnChg>
      </pc:sldChg>
      <pc:sldChg chg="addSp delSp modSp">
        <pc:chgData name="Zhihui ZH2 Tian" userId="S::tianzh2@lenovo.com::94ed89da-a0ca-4831-ab80-99fe6f0e0de7" providerId="AD" clId="Web-{733B1942-5130-0D9B-3F29-0BFC8DCDDBC6}" dt="2026-08-26T07:44:44.758" v="1479" actId="20577"/>
        <pc:sldMkLst>
          <pc:docMk/>
          <pc:sldMk cId="0" sldId="261"/>
        </pc:sldMkLst>
        <pc:spChg chg="mod">
          <ac:chgData name="Zhihui ZH2 Tian" userId="S::tianzh2@lenovo.com::94ed89da-a0ca-4831-ab80-99fe6f0e0de7" providerId="AD" clId="Web-{733B1942-5130-0D9B-3F29-0BFC8DCDDBC6}" dt="2026-08-26T07:30:35.116" v="1373" actId="20577"/>
          <ac:spMkLst>
            <pc:docMk/>
            <pc:sldMk cId="0" sldId="261"/>
            <ac:spMk id="3" creationId="{00000000-0000-0000-0000-000000000000}"/>
          </ac:spMkLst>
        </pc:spChg>
        <pc:spChg chg="mod">
          <ac:chgData name="Zhihui ZH2 Tian" userId="S::tianzh2@lenovo.com::94ed89da-a0ca-4831-ab80-99fe6f0e0de7" providerId="AD" clId="Web-{733B1942-5130-0D9B-3F29-0BFC8DCDDBC6}" dt="2026-08-26T07:31:23.605" v="1376"/>
          <ac:spMkLst>
            <pc:docMk/>
            <pc:sldMk cId="0" sldId="261"/>
            <ac:spMk id="6" creationId="{00000000-0000-0000-0000-000000000000}"/>
          </ac:spMkLst>
        </pc:spChg>
        <pc:spChg chg="mod">
          <ac:chgData name="Zhihui ZH2 Tian" userId="S::tianzh2@lenovo.com::94ed89da-a0ca-4831-ab80-99fe6f0e0de7" providerId="AD" clId="Web-{733B1942-5130-0D9B-3F29-0BFC8DCDDBC6}" dt="2026-08-26T07:31:23.605" v="1377"/>
          <ac:spMkLst>
            <pc:docMk/>
            <pc:sldMk cId="0" sldId="261"/>
            <ac:spMk id="7" creationId="{00000000-0000-0000-0000-000000000000}"/>
          </ac:spMkLst>
        </pc:spChg>
        <pc:spChg chg="mod">
          <ac:chgData name="Zhihui ZH2 Tian" userId="S::tianzh2@lenovo.com::94ed89da-a0ca-4831-ab80-99fe6f0e0de7" providerId="AD" clId="Web-{733B1942-5130-0D9B-3F29-0BFC8DCDDBC6}" dt="2026-08-26T07:31:23.620" v="1378"/>
          <ac:spMkLst>
            <pc:docMk/>
            <pc:sldMk cId="0" sldId="261"/>
            <ac:spMk id="8" creationId="{00000000-0000-0000-0000-000000000000}"/>
          </ac:spMkLst>
        </pc:spChg>
        <pc:spChg chg="mod">
          <ac:chgData name="Zhihui ZH2 Tian" userId="S::tianzh2@lenovo.com::94ed89da-a0ca-4831-ab80-99fe6f0e0de7" providerId="AD" clId="Web-{733B1942-5130-0D9B-3F29-0BFC8DCDDBC6}" dt="2026-08-26T07:31:23.620" v="1379"/>
          <ac:spMkLst>
            <pc:docMk/>
            <pc:sldMk cId="0" sldId="261"/>
            <ac:spMk id="9" creationId="{00000000-0000-0000-0000-000000000000}"/>
          </ac:spMkLst>
        </pc:spChg>
        <pc:spChg chg="mod">
          <ac:chgData name="Zhihui ZH2 Tian" userId="S::tianzh2@lenovo.com::94ed89da-a0ca-4831-ab80-99fe6f0e0de7" providerId="AD" clId="Web-{733B1942-5130-0D9B-3F29-0BFC8DCDDBC6}" dt="2026-08-26T07:31:23.620" v="1380"/>
          <ac:spMkLst>
            <pc:docMk/>
            <pc:sldMk cId="0" sldId="261"/>
            <ac:spMk id="10" creationId="{00000000-0000-0000-0000-000000000000}"/>
          </ac:spMkLst>
        </pc:spChg>
        <pc:spChg chg="mod">
          <ac:chgData name="Zhihui ZH2 Tian" userId="S::tianzh2@lenovo.com::94ed89da-a0ca-4831-ab80-99fe6f0e0de7" providerId="AD" clId="Web-{733B1942-5130-0D9B-3F29-0BFC8DCDDBC6}" dt="2026-08-26T07:31:23.620" v="1381"/>
          <ac:spMkLst>
            <pc:docMk/>
            <pc:sldMk cId="0" sldId="261"/>
            <ac:spMk id="11" creationId="{00000000-0000-0000-0000-000000000000}"/>
          </ac:spMkLst>
        </pc:spChg>
        <pc:spChg chg="mod">
          <ac:chgData name="Zhihui ZH2 Tian" userId="S::tianzh2@lenovo.com::94ed89da-a0ca-4831-ab80-99fe6f0e0de7" providerId="AD" clId="Web-{733B1942-5130-0D9B-3F29-0BFC8DCDDBC6}" dt="2026-08-26T07:31:23.620" v="1382"/>
          <ac:spMkLst>
            <pc:docMk/>
            <pc:sldMk cId="0" sldId="261"/>
            <ac:spMk id="12" creationId="{00000000-0000-0000-0000-000000000000}"/>
          </ac:spMkLst>
        </pc:spChg>
        <pc:spChg chg="mod">
          <ac:chgData name="Zhihui ZH2 Tian" userId="S::tianzh2@lenovo.com::94ed89da-a0ca-4831-ab80-99fe6f0e0de7" providerId="AD" clId="Web-{733B1942-5130-0D9B-3F29-0BFC8DCDDBC6}" dt="2026-08-26T07:31:23.620" v="1383"/>
          <ac:spMkLst>
            <pc:docMk/>
            <pc:sldMk cId="0" sldId="261"/>
            <ac:spMk id="13" creationId="{00000000-0000-0000-0000-000000000000}"/>
          </ac:spMkLst>
        </pc:spChg>
        <pc:spChg chg="mod">
          <ac:chgData name="Zhihui ZH2 Tian" userId="S::tianzh2@lenovo.com::94ed89da-a0ca-4831-ab80-99fe6f0e0de7" providerId="AD" clId="Web-{733B1942-5130-0D9B-3F29-0BFC8DCDDBC6}" dt="2026-08-26T07:31:23.620" v="1384"/>
          <ac:spMkLst>
            <pc:docMk/>
            <pc:sldMk cId="0" sldId="261"/>
            <ac:spMk id="14" creationId="{00000000-0000-0000-0000-000000000000}"/>
          </ac:spMkLst>
        </pc:spChg>
        <pc:spChg chg="mod">
          <ac:chgData name="Zhihui ZH2 Tian" userId="S::tianzh2@lenovo.com::94ed89da-a0ca-4831-ab80-99fe6f0e0de7" providerId="AD" clId="Web-{733B1942-5130-0D9B-3F29-0BFC8DCDDBC6}" dt="2026-08-26T07:31:23.620" v="1385"/>
          <ac:spMkLst>
            <pc:docMk/>
            <pc:sldMk cId="0" sldId="261"/>
            <ac:spMk id="15" creationId="{00000000-0000-0000-0000-000000000000}"/>
          </ac:spMkLst>
        </pc:spChg>
        <pc:spChg chg="mod">
          <ac:chgData name="Zhihui ZH2 Tian" userId="S::tianzh2@lenovo.com::94ed89da-a0ca-4831-ab80-99fe6f0e0de7" providerId="AD" clId="Web-{733B1942-5130-0D9B-3F29-0BFC8DCDDBC6}" dt="2026-08-26T07:31:23.620" v="1386"/>
          <ac:spMkLst>
            <pc:docMk/>
            <pc:sldMk cId="0" sldId="261"/>
            <ac:spMk id="16" creationId="{00000000-0000-0000-0000-000000000000}"/>
          </ac:spMkLst>
        </pc:spChg>
        <pc:spChg chg="mod">
          <ac:chgData name="Zhihui ZH2 Tian" userId="S::tianzh2@lenovo.com::94ed89da-a0ca-4831-ab80-99fe6f0e0de7" providerId="AD" clId="Web-{733B1942-5130-0D9B-3F29-0BFC8DCDDBC6}" dt="2026-08-26T07:31:23.620" v="1387"/>
          <ac:spMkLst>
            <pc:docMk/>
            <pc:sldMk cId="0" sldId="261"/>
            <ac:spMk id="17" creationId="{00000000-0000-0000-0000-000000000000}"/>
          </ac:spMkLst>
        </pc:spChg>
        <pc:spChg chg="mod">
          <ac:chgData name="Zhihui ZH2 Tian" userId="S::tianzh2@lenovo.com::94ed89da-a0ca-4831-ab80-99fe6f0e0de7" providerId="AD" clId="Web-{733B1942-5130-0D9B-3F29-0BFC8DCDDBC6}" dt="2026-08-26T07:31:23.620" v="1388"/>
          <ac:spMkLst>
            <pc:docMk/>
            <pc:sldMk cId="0" sldId="261"/>
            <ac:spMk id="18" creationId="{00000000-0000-0000-0000-000000000000}"/>
          </ac:spMkLst>
        </pc:spChg>
        <pc:spChg chg="mod">
          <ac:chgData name="Zhihui ZH2 Tian" userId="S::tianzh2@lenovo.com::94ed89da-a0ca-4831-ab80-99fe6f0e0de7" providerId="AD" clId="Web-{733B1942-5130-0D9B-3F29-0BFC8DCDDBC6}" dt="2026-08-26T07:31:23.620" v="1389"/>
          <ac:spMkLst>
            <pc:docMk/>
            <pc:sldMk cId="0" sldId="261"/>
            <ac:spMk id="19" creationId="{00000000-0000-0000-0000-000000000000}"/>
          </ac:spMkLst>
        </pc:spChg>
        <pc:spChg chg="mod">
          <ac:chgData name="Zhihui ZH2 Tian" userId="S::tianzh2@lenovo.com::94ed89da-a0ca-4831-ab80-99fe6f0e0de7" providerId="AD" clId="Web-{733B1942-5130-0D9B-3F29-0BFC8DCDDBC6}" dt="2026-08-26T07:31:23.620" v="1390"/>
          <ac:spMkLst>
            <pc:docMk/>
            <pc:sldMk cId="0" sldId="261"/>
            <ac:spMk id="20" creationId="{00000000-0000-0000-0000-000000000000}"/>
          </ac:spMkLst>
        </pc:spChg>
        <pc:spChg chg="mod">
          <ac:chgData name="Zhihui ZH2 Tian" userId="S::tianzh2@lenovo.com::94ed89da-a0ca-4831-ab80-99fe6f0e0de7" providerId="AD" clId="Web-{733B1942-5130-0D9B-3F29-0BFC8DCDDBC6}" dt="2026-08-26T07:31:23.620" v="1391"/>
          <ac:spMkLst>
            <pc:docMk/>
            <pc:sldMk cId="0" sldId="261"/>
            <ac:spMk id="25" creationId="{00000000-0000-0000-0000-000000000000}"/>
          </ac:spMkLst>
        </pc:spChg>
        <pc:spChg chg="mod">
          <ac:chgData name="Zhihui ZH2 Tian" userId="S::tianzh2@lenovo.com::94ed89da-a0ca-4831-ab80-99fe6f0e0de7" providerId="AD" clId="Web-{733B1942-5130-0D9B-3F29-0BFC8DCDDBC6}" dt="2026-08-26T07:31:23.636" v="1392"/>
          <ac:spMkLst>
            <pc:docMk/>
            <pc:sldMk cId="0" sldId="261"/>
            <ac:spMk id="26" creationId="{00000000-0000-0000-0000-000000000000}"/>
          </ac:spMkLst>
        </pc:spChg>
        <pc:spChg chg="mod">
          <ac:chgData name="Zhihui ZH2 Tian" userId="S::tianzh2@lenovo.com::94ed89da-a0ca-4831-ab80-99fe6f0e0de7" providerId="AD" clId="Web-{733B1942-5130-0D9B-3F29-0BFC8DCDDBC6}" dt="2026-08-26T07:31:23.636" v="1393"/>
          <ac:spMkLst>
            <pc:docMk/>
            <pc:sldMk cId="0" sldId="261"/>
            <ac:spMk id="27" creationId="{00000000-0000-0000-0000-000000000000}"/>
          </ac:spMkLst>
        </pc:spChg>
        <pc:spChg chg="mod">
          <ac:chgData name="Zhihui ZH2 Tian" userId="S::tianzh2@lenovo.com::94ed89da-a0ca-4831-ab80-99fe6f0e0de7" providerId="AD" clId="Web-{733B1942-5130-0D9B-3F29-0BFC8DCDDBC6}" dt="2026-08-26T07:31:23.636" v="1394"/>
          <ac:spMkLst>
            <pc:docMk/>
            <pc:sldMk cId="0" sldId="261"/>
            <ac:spMk id="28" creationId="{00000000-0000-0000-0000-000000000000}"/>
          </ac:spMkLst>
        </pc:spChg>
        <pc:spChg chg="mod">
          <ac:chgData name="Zhihui ZH2 Tian" userId="S::tianzh2@lenovo.com::94ed89da-a0ca-4831-ab80-99fe6f0e0de7" providerId="AD" clId="Web-{733B1942-5130-0D9B-3F29-0BFC8DCDDBC6}" dt="2026-08-26T07:32:50.644" v="1407" actId="1076"/>
          <ac:spMkLst>
            <pc:docMk/>
            <pc:sldMk cId="0" sldId="261"/>
            <ac:spMk id="29" creationId="{00000000-0000-0000-0000-000000000000}"/>
          </ac:spMkLst>
        </pc:spChg>
        <pc:spChg chg="mod">
          <ac:chgData name="Zhihui ZH2 Tian" userId="S::tianzh2@lenovo.com::94ed89da-a0ca-4831-ab80-99fe6f0e0de7" providerId="AD" clId="Web-{733B1942-5130-0D9B-3F29-0BFC8DCDDBC6}" dt="2026-08-26T07:31:23.636" v="1396"/>
          <ac:spMkLst>
            <pc:docMk/>
            <pc:sldMk cId="0" sldId="261"/>
            <ac:spMk id="30" creationId="{00000000-0000-0000-0000-000000000000}"/>
          </ac:spMkLst>
        </pc:spChg>
        <pc:spChg chg="mod">
          <ac:chgData name="Zhihui ZH2 Tian" userId="S::tianzh2@lenovo.com::94ed89da-a0ca-4831-ab80-99fe6f0e0de7" providerId="AD" clId="Web-{733B1942-5130-0D9B-3F29-0BFC8DCDDBC6}" dt="2026-08-26T07:31:23.636" v="1397"/>
          <ac:spMkLst>
            <pc:docMk/>
            <pc:sldMk cId="0" sldId="261"/>
            <ac:spMk id="31" creationId="{00000000-0000-0000-0000-000000000000}"/>
          </ac:spMkLst>
        </pc:spChg>
        <pc:spChg chg="mod">
          <ac:chgData name="Zhihui ZH2 Tian" userId="S::tianzh2@lenovo.com::94ed89da-a0ca-4831-ab80-99fe6f0e0de7" providerId="AD" clId="Web-{733B1942-5130-0D9B-3F29-0BFC8DCDDBC6}" dt="2026-08-26T07:31:23.636" v="1398"/>
          <ac:spMkLst>
            <pc:docMk/>
            <pc:sldMk cId="0" sldId="261"/>
            <ac:spMk id="32" creationId="{00000000-0000-0000-0000-000000000000}"/>
          </ac:spMkLst>
        </pc:spChg>
        <pc:spChg chg="mod">
          <ac:chgData name="Zhihui ZH2 Tian" userId="S::tianzh2@lenovo.com::94ed89da-a0ca-4831-ab80-99fe6f0e0de7" providerId="AD" clId="Web-{733B1942-5130-0D9B-3F29-0BFC8DCDDBC6}" dt="2026-08-26T07:31:23.636" v="1399"/>
          <ac:spMkLst>
            <pc:docMk/>
            <pc:sldMk cId="0" sldId="261"/>
            <ac:spMk id="33" creationId="{00000000-0000-0000-0000-000000000000}"/>
          </ac:spMkLst>
        </pc:spChg>
        <pc:spChg chg="mod">
          <ac:chgData name="Zhihui ZH2 Tian" userId="S::tianzh2@lenovo.com::94ed89da-a0ca-4831-ab80-99fe6f0e0de7" providerId="AD" clId="Web-{733B1942-5130-0D9B-3F29-0BFC8DCDDBC6}" dt="2026-08-26T07:34:34.622" v="1420" actId="20577"/>
          <ac:spMkLst>
            <pc:docMk/>
            <pc:sldMk cId="0" sldId="261"/>
            <ac:spMk id="34" creationId="{00000000-0000-0000-0000-000000000000}"/>
          </ac:spMkLst>
        </pc:spChg>
        <pc:spChg chg="mod">
          <ac:chgData name="Zhihui ZH2 Tian" userId="S::tianzh2@lenovo.com::94ed89da-a0ca-4831-ab80-99fe6f0e0de7" providerId="AD" clId="Web-{733B1942-5130-0D9B-3F29-0BFC8DCDDBC6}" dt="2026-08-26T07:31:23.636" v="1401"/>
          <ac:spMkLst>
            <pc:docMk/>
            <pc:sldMk cId="0" sldId="261"/>
            <ac:spMk id="35" creationId="{00000000-0000-0000-0000-000000000000}"/>
          </ac:spMkLst>
        </pc:spChg>
        <pc:spChg chg="mod">
          <ac:chgData name="Zhihui ZH2 Tian" userId="S::tianzh2@lenovo.com::94ed89da-a0ca-4831-ab80-99fe6f0e0de7" providerId="AD" clId="Web-{733B1942-5130-0D9B-3F29-0BFC8DCDDBC6}" dt="2026-08-26T07:31:23.636" v="1402"/>
          <ac:spMkLst>
            <pc:docMk/>
            <pc:sldMk cId="0" sldId="261"/>
            <ac:spMk id="36" creationId="{00000000-0000-0000-0000-000000000000}"/>
          </ac:spMkLst>
        </pc:spChg>
        <pc:spChg chg="mod">
          <ac:chgData name="Zhihui ZH2 Tian" userId="S::tianzh2@lenovo.com::94ed89da-a0ca-4831-ab80-99fe6f0e0de7" providerId="AD" clId="Web-{733B1942-5130-0D9B-3F29-0BFC8DCDDBC6}" dt="2026-08-26T07:31:23.636" v="1403"/>
          <ac:spMkLst>
            <pc:docMk/>
            <pc:sldMk cId="0" sldId="261"/>
            <ac:spMk id="37" creationId="{00000000-0000-0000-0000-000000000000}"/>
          </ac:spMkLst>
        </pc:spChg>
        <pc:spChg chg="mod">
          <ac:chgData name="Zhihui ZH2 Tian" userId="S::tianzh2@lenovo.com::94ed89da-a0ca-4831-ab80-99fe6f0e0de7" providerId="AD" clId="Web-{733B1942-5130-0D9B-3F29-0BFC8DCDDBC6}" dt="2026-08-26T07:31:23.652" v="1404"/>
          <ac:spMkLst>
            <pc:docMk/>
            <pc:sldMk cId="0" sldId="261"/>
            <ac:spMk id="38" creationId="{00000000-0000-0000-0000-000000000000}"/>
          </ac:spMkLst>
        </pc:spChg>
        <pc:spChg chg="mod">
          <ac:chgData name="Zhihui ZH2 Tian" userId="S::tianzh2@lenovo.com::94ed89da-a0ca-4831-ab80-99fe6f0e0de7" providerId="AD" clId="Web-{733B1942-5130-0D9B-3F29-0BFC8DCDDBC6}" dt="2026-08-26T07:35:19.376" v="1422" actId="20577"/>
          <ac:spMkLst>
            <pc:docMk/>
            <pc:sldMk cId="0" sldId="261"/>
            <ac:spMk id="39" creationId="{00000000-0000-0000-0000-000000000000}"/>
          </ac:spMkLst>
        </pc:spChg>
        <pc:spChg chg="mod">
          <ac:chgData name="Zhihui ZH2 Tian" userId="S::tianzh2@lenovo.com::94ed89da-a0ca-4831-ab80-99fe6f0e0de7" providerId="AD" clId="Web-{733B1942-5130-0D9B-3F29-0BFC8DCDDBC6}" dt="2026-08-26T07:35:51.503" v="1425" actId="1076"/>
          <ac:spMkLst>
            <pc:docMk/>
            <pc:sldMk cId="0" sldId="261"/>
            <ac:spMk id="40" creationId="{00000000-0000-0000-0000-000000000000}"/>
          </ac:spMkLst>
        </pc:spChg>
        <pc:spChg chg="mod">
          <ac:chgData name="Zhihui ZH2 Tian" userId="S::tianzh2@lenovo.com::94ed89da-a0ca-4831-ab80-99fe6f0e0de7" providerId="AD" clId="Web-{733B1942-5130-0D9B-3F29-0BFC8DCDDBC6}" dt="2026-08-26T07:36:34.006" v="1433" actId="20577"/>
          <ac:spMkLst>
            <pc:docMk/>
            <pc:sldMk cId="0" sldId="261"/>
            <ac:spMk id="41" creationId="{00000000-0000-0000-0000-000000000000}"/>
          </ac:spMkLst>
        </pc:spChg>
        <pc:spChg chg="mod">
          <ac:chgData name="Zhihui ZH2 Tian" userId="S::tianzh2@lenovo.com::94ed89da-a0ca-4831-ab80-99fe6f0e0de7" providerId="AD" clId="Web-{733B1942-5130-0D9B-3F29-0BFC8DCDDBC6}" dt="2026-08-26T07:44:44.758" v="1479" actId="20577"/>
          <ac:spMkLst>
            <pc:docMk/>
            <pc:sldMk cId="0" sldId="261"/>
            <ac:spMk id="42" creationId="{00000000-0000-0000-0000-000000000000}"/>
          </ac:spMkLst>
        </pc:spChg>
        <pc:spChg chg="ord">
          <ac:chgData name="Zhihui ZH2 Tian" userId="S::tianzh2@lenovo.com::94ed89da-a0ca-4831-ab80-99fe6f0e0de7" providerId="AD" clId="Web-{733B1942-5130-0D9B-3F29-0BFC8DCDDBC6}" dt="2026-08-26T07:28:32.185" v="1363"/>
          <ac:spMkLst>
            <pc:docMk/>
            <pc:sldMk cId="0" sldId="261"/>
            <ac:spMk id="43" creationId="{00000000-0000-0000-0000-000000000000}"/>
          </ac:spMkLst>
        </pc:spChg>
        <pc:spChg chg="add mod ord">
          <ac:chgData name="Zhihui ZH2 Tian" userId="S::tianzh2@lenovo.com::94ed89da-a0ca-4831-ab80-99fe6f0e0de7" providerId="AD" clId="Web-{733B1942-5130-0D9B-3F29-0BFC8DCDDBC6}" dt="2026-08-26T07:28:35.560" v="1364"/>
          <ac:spMkLst>
            <pc:docMk/>
            <pc:sldMk cId="0" sldId="261"/>
            <ac:spMk id="44" creationId="{A4E93E02-16AE-FE70-897A-2B27477AB60C}"/>
          </ac:spMkLst>
        </pc:spChg>
        <pc:spChg chg="add mod">
          <ac:chgData name="Zhihui ZH2 Tian" userId="S::tianzh2@lenovo.com::94ed89da-a0ca-4831-ab80-99fe6f0e0de7" providerId="AD" clId="Web-{733B1942-5130-0D9B-3F29-0BFC8DCDDBC6}" dt="2026-08-26T07:36:16.520" v="1430" actId="1076"/>
          <ac:spMkLst>
            <pc:docMk/>
            <pc:sldMk cId="0" sldId="261"/>
            <ac:spMk id="47" creationId="{1D5FB5F5-E0A9-3B05-0673-9911F001DA24}"/>
          </ac:spMkLst>
        </pc:spChg>
        <pc:cxnChg chg="mod">
          <ac:chgData name="Zhihui ZH2 Tian" userId="S::tianzh2@lenovo.com::94ed89da-a0ca-4831-ab80-99fe6f0e0de7" providerId="AD" clId="Web-{733B1942-5130-0D9B-3F29-0BFC8DCDDBC6}" dt="2026-08-26T07:26:40.647" v="1267" actId="1076"/>
          <ac:cxnSpMkLst>
            <pc:docMk/>
            <pc:sldMk cId="0" sldId="261"/>
            <ac:cxnSpMk id="21" creationId="{00000000-0000-0000-0000-000000000000}"/>
          </ac:cxnSpMkLst>
        </pc:cxnChg>
        <pc:cxnChg chg="mod">
          <ac:chgData name="Zhihui ZH2 Tian" userId="S::tianzh2@lenovo.com::94ed89da-a0ca-4831-ab80-99fe6f0e0de7" providerId="AD" clId="Web-{733B1942-5130-0D9B-3F29-0BFC8DCDDBC6}" dt="2026-08-26T07:26:40.678" v="1268" actId="1076"/>
          <ac:cxnSpMkLst>
            <pc:docMk/>
            <pc:sldMk cId="0" sldId="261"/>
            <ac:cxnSpMk id="22" creationId="{00000000-0000-0000-0000-000000000000}"/>
          </ac:cxnSpMkLst>
        </pc:cxnChg>
        <pc:cxnChg chg="mod">
          <ac:chgData name="Zhihui ZH2 Tian" userId="S::tianzh2@lenovo.com::94ed89da-a0ca-4831-ab80-99fe6f0e0de7" providerId="AD" clId="Web-{733B1942-5130-0D9B-3F29-0BFC8DCDDBC6}" dt="2026-08-26T07:26:40.710" v="1269" actId="1076"/>
          <ac:cxnSpMkLst>
            <pc:docMk/>
            <pc:sldMk cId="0" sldId="261"/>
            <ac:cxnSpMk id="23" creationId="{00000000-0000-0000-0000-000000000000}"/>
          </ac:cxnSpMkLst>
        </pc:cxnChg>
        <pc:cxnChg chg="mod">
          <ac:chgData name="Zhihui ZH2 Tian" userId="S::tianzh2@lenovo.com::94ed89da-a0ca-4831-ab80-99fe6f0e0de7" providerId="AD" clId="Web-{733B1942-5130-0D9B-3F29-0BFC8DCDDBC6}" dt="2026-08-26T07:26:40.740" v="1270" actId="1076"/>
          <ac:cxnSpMkLst>
            <pc:docMk/>
            <pc:sldMk cId="0" sldId="261"/>
            <ac:cxnSpMk id="24" creationId="{00000000-0000-0000-0000-000000000000}"/>
          </ac:cxnSpMkLst>
        </pc:cxnChg>
      </pc:sldChg>
      <pc:sldChg chg="addSp delSp modSp">
        <pc:chgData name="Zhihui ZH2 Tian" userId="S::tianzh2@lenovo.com::94ed89da-a0ca-4831-ab80-99fe6f0e0de7" providerId="AD" clId="Web-{733B1942-5130-0D9B-3F29-0BFC8DCDDBC6}" dt="2026-08-26T07:48:40.402" v="1579"/>
        <pc:sldMkLst>
          <pc:docMk/>
          <pc:sldMk cId="0" sldId="262"/>
        </pc:sldMkLst>
        <pc:spChg chg="mod">
          <ac:chgData name="Zhihui ZH2 Tian" userId="S::tianzh2@lenovo.com::94ed89da-a0ca-4831-ab80-99fe6f0e0de7" providerId="AD" clId="Web-{733B1942-5130-0D9B-3F29-0BFC8DCDDBC6}" dt="2026-08-26T07:46:23.781" v="1510" actId="20577"/>
          <ac:spMkLst>
            <pc:docMk/>
            <pc:sldMk cId="0" sldId="262"/>
            <ac:spMk id="3" creationId="{00000000-0000-0000-0000-000000000000}"/>
          </ac:spMkLst>
        </pc:spChg>
        <pc:spChg chg="mod">
          <ac:chgData name="Zhihui ZH2 Tian" userId="S::tianzh2@lenovo.com::94ed89da-a0ca-4831-ab80-99fe6f0e0de7" providerId="AD" clId="Web-{733B1942-5130-0D9B-3F29-0BFC8DCDDBC6}" dt="2026-08-26T07:46:52.157" v="1519"/>
          <ac:spMkLst>
            <pc:docMk/>
            <pc:sldMk cId="0" sldId="262"/>
            <ac:spMk id="4" creationId="{00000000-0000-0000-0000-000000000000}"/>
          </ac:spMkLst>
        </pc:spChg>
        <pc:spChg chg="mod">
          <ac:chgData name="Zhihui ZH2 Tian" userId="S::tianzh2@lenovo.com::94ed89da-a0ca-4831-ab80-99fe6f0e0de7" providerId="AD" clId="Web-{733B1942-5130-0D9B-3F29-0BFC8DCDDBC6}" dt="2026-08-26T07:47:29.082" v="1530" actId="14100"/>
          <ac:spMkLst>
            <pc:docMk/>
            <pc:sldMk cId="0" sldId="262"/>
            <ac:spMk id="8" creationId="{00000000-0000-0000-0000-000000000000}"/>
          </ac:spMkLst>
        </pc:spChg>
        <pc:spChg chg="mod">
          <ac:chgData name="Zhihui ZH2 Tian" userId="S::tianzh2@lenovo.com::94ed89da-a0ca-4831-ab80-99fe6f0e0de7" providerId="AD" clId="Web-{733B1942-5130-0D9B-3F29-0BFC8DCDDBC6}" dt="2026-08-26T07:47:52.912" v="1557" actId="14100"/>
          <ac:spMkLst>
            <pc:docMk/>
            <pc:sldMk cId="0" sldId="262"/>
            <ac:spMk id="9" creationId="{00000000-0000-0000-0000-000000000000}"/>
          </ac:spMkLst>
        </pc:spChg>
        <pc:spChg chg="mod">
          <ac:chgData name="Zhihui ZH2 Tian" userId="S::tianzh2@lenovo.com::94ed89da-a0ca-4831-ab80-99fe6f0e0de7" providerId="AD" clId="Web-{733B1942-5130-0D9B-3F29-0BFC8DCDDBC6}" dt="2026-08-26T07:47:52.943" v="1558" actId="14100"/>
          <ac:spMkLst>
            <pc:docMk/>
            <pc:sldMk cId="0" sldId="262"/>
            <ac:spMk id="10" creationId="{00000000-0000-0000-0000-000000000000}"/>
          </ac:spMkLst>
        </pc:spChg>
        <pc:spChg chg="mod">
          <ac:chgData name="Zhihui ZH2 Tian" userId="S::tianzh2@lenovo.com::94ed89da-a0ca-4831-ab80-99fe6f0e0de7" providerId="AD" clId="Web-{733B1942-5130-0D9B-3F29-0BFC8DCDDBC6}" dt="2026-08-26T07:47:52.959" v="1559" actId="14100"/>
          <ac:spMkLst>
            <pc:docMk/>
            <pc:sldMk cId="0" sldId="262"/>
            <ac:spMk id="11" creationId="{00000000-0000-0000-0000-000000000000}"/>
          </ac:spMkLst>
        </pc:spChg>
        <pc:spChg chg="mod">
          <ac:chgData name="Zhihui ZH2 Tian" userId="S::tianzh2@lenovo.com::94ed89da-a0ca-4831-ab80-99fe6f0e0de7" providerId="AD" clId="Web-{733B1942-5130-0D9B-3F29-0BFC8DCDDBC6}" dt="2026-08-26T07:47:52.990" v="1560" actId="14100"/>
          <ac:spMkLst>
            <pc:docMk/>
            <pc:sldMk cId="0" sldId="262"/>
            <ac:spMk id="12" creationId="{00000000-0000-0000-0000-000000000000}"/>
          </ac:spMkLst>
        </pc:spChg>
        <pc:spChg chg="mod">
          <ac:chgData name="Zhihui ZH2 Tian" userId="S::tianzh2@lenovo.com::94ed89da-a0ca-4831-ab80-99fe6f0e0de7" providerId="AD" clId="Web-{733B1942-5130-0D9B-3F29-0BFC8DCDDBC6}" dt="2026-08-26T07:47:53.006" v="1561" actId="14100"/>
          <ac:spMkLst>
            <pc:docMk/>
            <pc:sldMk cId="0" sldId="262"/>
            <ac:spMk id="13" creationId="{00000000-0000-0000-0000-000000000000}"/>
          </ac:spMkLst>
        </pc:spChg>
        <pc:spChg chg="mod">
          <ac:chgData name="Zhihui ZH2 Tian" userId="S::tianzh2@lenovo.com::94ed89da-a0ca-4831-ab80-99fe6f0e0de7" providerId="AD" clId="Web-{733B1942-5130-0D9B-3F29-0BFC8DCDDBC6}" dt="2026-08-26T07:47:53.037" v="1562" actId="14100"/>
          <ac:spMkLst>
            <pc:docMk/>
            <pc:sldMk cId="0" sldId="262"/>
            <ac:spMk id="14" creationId="{00000000-0000-0000-0000-000000000000}"/>
          </ac:spMkLst>
        </pc:spChg>
        <pc:spChg chg="mod">
          <ac:chgData name="Zhihui ZH2 Tian" userId="S::tianzh2@lenovo.com::94ed89da-a0ca-4831-ab80-99fe6f0e0de7" providerId="AD" clId="Web-{733B1942-5130-0D9B-3F29-0BFC8DCDDBC6}" dt="2026-08-26T07:47:53.053" v="1563" actId="14100"/>
          <ac:spMkLst>
            <pc:docMk/>
            <pc:sldMk cId="0" sldId="262"/>
            <ac:spMk id="15" creationId="{00000000-0000-0000-0000-000000000000}"/>
          </ac:spMkLst>
        </pc:spChg>
        <pc:spChg chg="mod">
          <ac:chgData name="Zhihui ZH2 Tian" userId="S::tianzh2@lenovo.com::94ed89da-a0ca-4831-ab80-99fe6f0e0de7" providerId="AD" clId="Web-{733B1942-5130-0D9B-3F29-0BFC8DCDDBC6}" dt="2026-08-26T07:47:53.084" v="1564" actId="14100"/>
          <ac:spMkLst>
            <pc:docMk/>
            <pc:sldMk cId="0" sldId="262"/>
            <ac:spMk id="16" creationId="{00000000-0000-0000-0000-000000000000}"/>
          </ac:spMkLst>
        </pc:spChg>
        <pc:spChg chg="mod">
          <ac:chgData name="Zhihui ZH2 Tian" userId="S::tianzh2@lenovo.com::94ed89da-a0ca-4831-ab80-99fe6f0e0de7" providerId="AD" clId="Web-{733B1942-5130-0D9B-3F29-0BFC8DCDDBC6}" dt="2026-08-26T07:47:53.100" v="1565" actId="14100"/>
          <ac:spMkLst>
            <pc:docMk/>
            <pc:sldMk cId="0" sldId="262"/>
            <ac:spMk id="17" creationId="{00000000-0000-0000-0000-000000000000}"/>
          </ac:spMkLst>
        </pc:spChg>
        <pc:spChg chg="mod">
          <ac:chgData name="Zhihui ZH2 Tian" userId="S::tianzh2@lenovo.com::94ed89da-a0ca-4831-ab80-99fe6f0e0de7" providerId="AD" clId="Web-{733B1942-5130-0D9B-3F29-0BFC8DCDDBC6}" dt="2026-08-26T07:47:53.115" v="1566" actId="14100"/>
          <ac:spMkLst>
            <pc:docMk/>
            <pc:sldMk cId="0" sldId="262"/>
            <ac:spMk id="18" creationId="{00000000-0000-0000-0000-000000000000}"/>
          </ac:spMkLst>
        </pc:spChg>
        <pc:spChg chg="mod">
          <ac:chgData name="Zhihui ZH2 Tian" userId="S::tianzh2@lenovo.com::94ed89da-a0ca-4831-ab80-99fe6f0e0de7" providerId="AD" clId="Web-{733B1942-5130-0D9B-3F29-0BFC8DCDDBC6}" dt="2026-08-26T07:47:53.146" v="1567" actId="14100"/>
          <ac:spMkLst>
            <pc:docMk/>
            <pc:sldMk cId="0" sldId="262"/>
            <ac:spMk id="19" creationId="{00000000-0000-0000-0000-000000000000}"/>
          </ac:spMkLst>
        </pc:spChg>
        <pc:spChg chg="mod">
          <ac:chgData name="Zhihui ZH2 Tian" userId="S::tianzh2@lenovo.com::94ed89da-a0ca-4831-ab80-99fe6f0e0de7" providerId="AD" clId="Web-{733B1942-5130-0D9B-3F29-0BFC8DCDDBC6}" dt="2026-08-26T07:47:53.162" v="1568" actId="14100"/>
          <ac:spMkLst>
            <pc:docMk/>
            <pc:sldMk cId="0" sldId="262"/>
            <ac:spMk id="20" creationId="{00000000-0000-0000-0000-000000000000}"/>
          </ac:spMkLst>
        </pc:spChg>
        <pc:spChg chg="mod">
          <ac:chgData name="Zhihui ZH2 Tian" userId="S::tianzh2@lenovo.com::94ed89da-a0ca-4831-ab80-99fe6f0e0de7" providerId="AD" clId="Web-{733B1942-5130-0D9B-3F29-0BFC8DCDDBC6}" dt="2026-08-26T07:48:30.729" v="1577" actId="20577"/>
          <ac:spMkLst>
            <pc:docMk/>
            <pc:sldMk cId="0" sldId="262"/>
            <ac:spMk id="21" creationId="{00000000-0000-0000-0000-000000000000}"/>
          </ac:spMkLst>
        </pc:spChg>
        <pc:spChg chg="mod">
          <ac:chgData name="Zhihui ZH2 Tian" userId="S::tianzh2@lenovo.com::94ed89da-a0ca-4831-ab80-99fe6f0e0de7" providerId="AD" clId="Web-{733B1942-5130-0D9B-3F29-0BFC8DCDDBC6}" dt="2026-08-26T07:48:40.402" v="1579"/>
          <ac:spMkLst>
            <pc:docMk/>
            <pc:sldMk cId="0" sldId="262"/>
            <ac:spMk id="22" creationId="{00000000-0000-0000-0000-000000000000}"/>
          </ac:spMkLst>
        </pc:spChg>
        <pc:spChg chg="add mod">
          <ac:chgData name="Zhihui ZH2 Tian" userId="S::tianzh2@lenovo.com::94ed89da-a0ca-4831-ab80-99fe6f0e0de7" providerId="AD" clId="Web-{733B1942-5130-0D9B-3F29-0BFC8DCDDBC6}" dt="2026-08-26T07:46:05.029" v="1506"/>
          <ac:spMkLst>
            <pc:docMk/>
            <pc:sldMk cId="0" sldId="262"/>
            <ac:spMk id="25" creationId="{46724CAC-D30B-BA92-5099-CE538C33A274}"/>
          </ac:spMkLst>
        </pc:spChg>
        <pc:picChg chg="add mod">
          <ac:chgData name="Zhihui ZH2 Tian" userId="S::tianzh2@lenovo.com::94ed89da-a0ca-4831-ab80-99fe6f0e0de7" providerId="AD" clId="Web-{733B1942-5130-0D9B-3F29-0BFC8DCDDBC6}" dt="2026-08-26T07:47:24.941" v="1528" actId="14100"/>
          <ac:picMkLst>
            <pc:docMk/>
            <pc:sldMk cId="0" sldId="262"/>
            <ac:picMk id="2" creationId="{BAADF1B3-591E-4B65-B6E0-F08EA257F780}"/>
          </ac:picMkLst>
        </pc:picChg>
      </pc:sldChg>
      <pc:sldChg chg="addSp delSp modSp">
        <pc:chgData name="Zhihui ZH2 Tian" userId="S::tianzh2@lenovo.com::94ed89da-a0ca-4831-ab80-99fe6f0e0de7" providerId="AD" clId="Web-{733B1942-5130-0D9B-3F29-0BFC8DCDDBC6}" dt="2026-08-26T08:16:25.291" v="1715" actId="20577"/>
        <pc:sldMkLst>
          <pc:docMk/>
          <pc:sldMk cId="0" sldId="263"/>
        </pc:sldMkLst>
        <pc:spChg chg="mod">
          <ac:chgData name="Zhihui ZH2 Tian" userId="S::tianzh2@lenovo.com::94ed89da-a0ca-4831-ab80-99fe6f0e0de7" providerId="AD" clId="Web-{733B1942-5130-0D9B-3F29-0BFC8DCDDBC6}" dt="2026-08-26T08:16:25.291" v="1715" actId="20577"/>
          <ac:spMkLst>
            <pc:docMk/>
            <pc:sldMk cId="0" sldId="263"/>
            <ac:spMk id="4" creationId="{00000000-0000-0000-0000-000000000000}"/>
          </ac:spMkLst>
        </pc:spChg>
        <pc:spChg chg="mod">
          <ac:chgData name="Zhihui ZH2 Tian" userId="S::tianzh2@lenovo.com::94ed89da-a0ca-4831-ab80-99fe6f0e0de7" providerId="AD" clId="Web-{733B1942-5130-0D9B-3F29-0BFC8DCDDBC6}" dt="2026-08-26T08:15:22.725" v="1702" actId="1076"/>
          <ac:spMkLst>
            <pc:docMk/>
            <pc:sldMk cId="0" sldId="263"/>
            <ac:spMk id="8" creationId="{00000000-0000-0000-0000-000000000000}"/>
          </ac:spMkLst>
        </pc:spChg>
        <pc:spChg chg="mod">
          <ac:chgData name="Zhihui ZH2 Tian" userId="S::tianzh2@lenovo.com::94ed89da-a0ca-4831-ab80-99fe6f0e0de7" providerId="AD" clId="Web-{733B1942-5130-0D9B-3F29-0BFC8DCDDBC6}" dt="2026-08-26T08:15:27.272" v="1706"/>
          <ac:spMkLst>
            <pc:docMk/>
            <pc:sldMk cId="0" sldId="263"/>
            <ac:spMk id="11" creationId="{00000000-0000-0000-0000-000000000000}"/>
          </ac:spMkLst>
        </pc:spChg>
        <pc:spChg chg="mod">
          <ac:chgData name="Zhihui ZH2 Tian" userId="S::tianzh2@lenovo.com::94ed89da-a0ca-4831-ab80-99fe6f0e0de7" providerId="AD" clId="Web-{733B1942-5130-0D9B-3F29-0BFC8DCDDBC6}" dt="2026-08-26T07:49:19.171" v="1624"/>
          <ac:spMkLst>
            <pc:docMk/>
            <pc:sldMk cId="0" sldId="263"/>
            <ac:spMk id="12" creationId="{00000000-0000-0000-0000-000000000000}"/>
          </ac:spMkLst>
        </pc:spChg>
        <pc:spChg chg="mod">
          <ac:chgData name="Zhihui ZH2 Tian" userId="S::tianzh2@lenovo.com::94ed89da-a0ca-4831-ab80-99fe6f0e0de7" providerId="AD" clId="Web-{733B1942-5130-0D9B-3F29-0BFC8DCDDBC6}" dt="2026-08-26T07:50:10.144" v="1660" actId="1076"/>
          <ac:spMkLst>
            <pc:docMk/>
            <pc:sldMk cId="0" sldId="263"/>
            <ac:spMk id="13" creationId="{00000000-0000-0000-0000-000000000000}"/>
          </ac:spMkLst>
        </pc:spChg>
        <pc:spChg chg="mod">
          <ac:chgData name="Zhihui ZH2 Tian" userId="S::tianzh2@lenovo.com::94ed89da-a0ca-4831-ab80-99fe6f0e0de7" providerId="AD" clId="Web-{733B1942-5130-0D9B-3F29-0BFC8DCDDBC6}" dt="2026-08-26T07:49:19.171" v="1626"/>
          <ac:spMkLst>
            <pc:docMk/>
            <pc:sldMk cId="0" sldId="263"/>
            <ac:spMk id="14" creationId="{00000000-0000-0000-0000-000000000000}"/>
          </ac:spMkLst>
        </pc:spChg>
        <pc:spChg chg="mod">
          <ac:chgData name="Zhihui ZH2 Tian" userId="S::tianzh2@lenovo.com::94ed89da-a0ca-4831-ab80-99fe6f0e0de7" providerId="AD" clId="Web-{733B1942-5130-0D9B-3F29-0BFC8DCDDBC6}" dt="2026-08-26T07:49:19.171" v="1627"/>
          <ac:spMkLst>
            <pc:docMk/>
            <pc:sldMk cId="0" sldId="263"/>
            <ac:spMk id="15" creationId="{00000000-0000-0000-0000-000000000000}"/>
          </ac:spMkLst>
        </pc:spChg>
        <pc:spChg chg="mod">
          <ac:chgData name="Zhihui ZH2 Tian" userId="S::tianzh2@lenovo.com::94ed89da-a0ca-4831-ab80-99fe6f0e0de7" providerId="AD" clId="Web-{733B1942-5130-0D9B-3F29-0BFC8DCDDBC6}" dt="2026-08-26T07:49:19.186" v="1628"/>
          <ac:spMkLst>
            <pc:docMk/>
            <pc:sldMk cId="0" sldId="263"/>
            <ac:spMk id="16" creationId="{00000000-0000-0000-0000-000000000000}"/>
          </ac:spMkLst>
        </pc:spChg>
        <pc:spChg chg="mod">
          <ac:chgData name="Zhihui ZH2 Tian" userId="S::tianzh2@lenovo.com::94ed89da-a0ca-4831-ab80-99fe6f0e0de7" providerId="AD" clId="Web-{733B1942-5130-0D9B-3F29-0BFC8DCDDBC6}" dt="2026-08-26T07:49:19.186" v="1629"/>
          <ac:spMkLst>
            <pc:docMk/>
            <pc:sldMk cId="0" sldId="263"/>
            <ac:spMk id="17" creationId="{00000000-0000-0000-0000-000000000000}"/>
          </ac:spMkLst>
        </pc:spChg>
        <pc:spChg chg="mod">
          <ac:chgData name="Zhihui ZH2 Tian" userId="S::tianzh2@lenovo.com::94ed89da-a0ca-4831-ab80-99fe6f0e0de7" providerId="AD" clId="Web-{733B1942-5130-0D9B-3F29-0BFC8DCDDBC6}" dt="2026-08-26T07:49:19.186" v="1630"/>
          <ac:spMkLst>
            <pc:docMk/>
            <pc:sldMk cId="0" sldId="263"/>
            <ac:spMk id="18" creationId="{00000000-0000-0000-0000-000000000000}"/>
          </ac:spMkLst>
        </pc:spChg>
        <pc:spChg chg="mod">
          <ac:chgData name="Zhihui ZH2 Tian" userId="S::tianzh2@lenovo.com::94ed89da-a0ca-4831-ab80-99fe6f0e0de7" providerId="AD" clId="Web-{733B1942-5130-0D9B-3F29-0BFC8DCDDBC6}" dt="2026-08-26T07:49:19.186" v="1631"/>
          <ac:spMkLst>
            <pc:docMk/>
            <pc:sldMk cId="0" sldId="263"/>
            <ac:spMk id="19" creationId="{00000000-0000-0000-0000-000000000000}"/>
          </ac:spMkLst>
        </pc:spChg>
        <pc:spChg chg="mod">
          <ac:chgData name="Zhihui ZH2 Tian" userId="S::tianzh2@lenovo.com::94ed89da-a0ca-4831-ab80-99fe6f0e0de7" providerId="AD" clId="Web-{733B1942-5130-0D9B-3F29-0BFC8DCDDBC6}" dt="2026-08-26T07:49:19.186" v="1632"/>
          <ac:spMkLst>
            <pc:docMk/>
            <pc:sldMk cId="0" sldId="263"/>
            <ac:spMk id="20" creationId="{00000000-0000-0000-0000-000000000000}"/>
          </ac:spMkLst>
        </pc:spChg>
        <pc:spChg chg="mod">
          <ac:chgData name="Zhihui ZH2 Tian" userId="S::tianzh2@lenovo.com::94ed89da-a0ca-4831-ab80-99fe6f0e0de7" providerId="AD" clId="Web-{733B1942-5130-0D9B-3F29-0BFC8DCDDBC6}" dt="2026-08-26T07:49:19.186" v="1633"/>
          <ac:spMkLst>
            <pc:docMk/>
            <pc:sldMk cId="0" sldId="263"/>
            <ac:spMk id="21" creationId="{00000000-0000-0000-0000-000000000000}"/>
          </ac:spMkLst>
        </pc:spChg>
        <pc:spChg chg="mod">
          <ac:chgData name="Zhihui ZH2 Tian" userId="S::tianzh2@lenovo.com::94ed89da-a0ca-4831-ab80-99fe6f0e0de7" providerId="AD" clId="Web-{733B1942-5130-0D9B-3F29-0BFC8DCDDBC6}" dt="2026-08-26T07:49:19.186" v="1634"/>
          <ac:spMkLst>
            <pc:docMk/>
            <pc:sldMk cId="0" sldId="263"/>
            <ac:spMk id="22" creationId="{00000000-0000-0000-0000-000000000000}"/>
          </ac:spMkLst>
        </pc:spChg>
        <pc:spChg chg="mod">
          <ac:chgData name="Zhihui ZH2 Tian" userId="S::tianzh2@lenovo.com::94ed89da-a0ca-4831-ab80-99fe6f0e0de7" providerId="AD" clId="Web-{733B1942-5130-0D9B-3F29-0BFC8DCDDBC6}" dt="2026-08-26T07:49:19.186" v="1635"/>
          <ac:spMkLst>
            <pc:docMk/>
            <pc:sldMk cId="0" sldId="263"/>
            <ac:spMk id="23" creationId="{00000000-0000-0000-0000-000000000000}"/>
          </ac:spMkLst>
        </pc:spChg>
        <pc:spChg chg="mod">
          <ac:chgData name="Zhihui ZH2 Tian" userId="S::tianzh2@lenovo.com::94ed89da-a0ca-4831-ab80-99fe6f0e0de7" providerId="AD" clId="Web-{733B1942-5130-0D9B-3F29-0BFC8DCDDBC6}" dt="2026-08-26T07:49:19.186" v="1636"/>
          <ac:spMkLst>
            <pc:docMk/>
            <pc:sldMk cId="0" sldId="263"/>
            <ac:spMk id="24" creationId="{00000000-0000-0000-0000-000000000000}"/>
          </ac:spMkLst>
        </pc:spChg>
        <pc:spChg chg="mod">
          <ac:chgData name="Zhihui ZH2 Tian" userId="S::tianzh2@lenovo.com::94ed89da-a0ca-4831-ab80-99fe6f0e0de7" providerId="AD" clId="Web-{733B1942-5130-0D9B-3F29-0BFC8DCDDBC6}" dt="2026-08-26T07:49:19.186" v="1637"/>
          <ac:spMkLst>
            <pc:docMk/>
            <pc:sldMk cId="0" sldId="263"/>
            <ac:spMk id="25" creationId="{00000000-0000-0000-0000-000000000000}"/>
          </ac:spMkLst>
        </pc:spChg>
        <pc:spChg chg="mod">
          <ac:chgData name="Zhihui ZH2 Tian" userId="S::tianzh2@lenovo.com::94ed89da-a0ca-4831-ab80-99fe6f0e0de7" providerId="AD" clId="Web-{733B1942-5130-0D9B-3F29-0BFC8DCDDBC6}" dt="2026-08-26T07:49:19.186" v="1638"/>
          <ac:spMkLst>
            <pc:docMk/>
            <pc:sldMk cId="0" sldId="263"/>
            <ac:spMk id="26" creationId="{00000000-0000-0000-0000-000000000000}"/>
          </ac:spMkLst>
        </pc:spChg>
        <pc:spChg chg="mod">
          <ac:chgData name="Zhihui ZH2 Tian" userId="S::tianzh2@lenovo.com::94ed89da-a0ca-4831-ab80-99fe6f0e0de7" providerId="AD" clId="Web-{733B1942-5130-0D9B-3F29-0BFC8DCDDBC6}" dt="2026-08-26T07:49:19.186" v="1639"/>
          <ac:spMkLst>
            <pc:docMk/>
            <pc:sldMk cId="0" sldId="263"/>
            <ac:spMk id="27" creationId="{00000000-0000-0000-0000-000000000000}"/>
          </ac:spMkLst>
        </pc:spChg>
        <pc:spChg chg="mod">
          <ac:chgData name="Zhihui ZH2 Tian" userId="S::tianzh2@lenovo.com::94ed89da-a0ca-4831-ab80-99fe6f0e0de7" providerId="AD" clId="Web-{733B1942-5130-0D9B-3F29-0BFC8DCDDBC6}" dt="2026-08-26T07:49:19.202" v="1640"/>
          <ac:spMkLst>
            <pc:docMk/>
            <pc:sldMk cId="0" sldId="263"/>
            <ac:spMk id="28" creationId="{00000000-0000-0000-0000-000000000000}"/>
          </ac:spMkLst>
        </pc:spChg>
        <pc:spChg chg="mod">
          <ac:chgData name="Zhihui ZH2 Tian" userId="S::tianzh2@lenovo.com::94ed89da-a0ca-4831-ab80-99fe6f0e0de7" providerId="AD" clId="Web-{733B1942-5130-0D9B-3F29-0BFC8DCDDBC6}" dt="2026-08-26T07:49:19.202" v="1641"/>
          <ac:spMkLst>
            <pc:docMk/>
            <pc:sldMk cId="0" sldId="263"/>
            <ac:spMk id="29" creationId="{00000000-0000-0000-0000-000000000000}"/>
          </ac:spMkLst>
        </pc:spChg>
        <pc:spChg chg="mod">
          <ac:chgData name="Zhihui ZH2 Tian" userId="S::tianzh2@lenovo.com::94ed89da-a0ca-4831-ab80-99fe6f0e0de7" providerId="AD" clId="Web-{733B1942-5130-0D9B-3F29-0BFC8DCDDBC6}" dt="2026-08-26T07:49:19.202" v="1642"/>
          <ac:spMkLst>
            <pc:docMk/>
            <pc:sldMk cId="0" sldId="263"/>
            <ac:spMk id="30" creationId="{00000000-0000-0000-0000-000000000000}"/>
          </ac:spMkLst>
        </pc:spChg>
        <pc:spChg chg="mod">
          <ac:chgData name="Zhihui ZH2 Tian" userId="S::tianzh2@lenovo.com::94ed89da-a0ca-4831-ab80-99fe6f0e0de7" providerId="AD" clId="Web-{733B1942-5130-0D9B-3F29-0BFC8DCDDBC6}" dt="2026-08-26T07:49:19.577" v="1643"/>
          <ac:spMkLst>
            <pc:docMk/>
            <pc:sldMk cId="0" sldId="263"/>
            <ac:spMk id="31" creationId="{00000000-0000-0000-0000-000000000000}"/>
          </ac:spMkLst>
        </pc:spChg>
        <pc:spChg chg="mod">
          <ac:chgData name="Zhihui ZH2 Tian" userId="S::tianzh2@lenovo.com::94ed89da-a0ca-4831-ab80-99fe6f0e0de7" providerId="AD" clId="Web-{733B1942-5130-0D9B-3F29-0BFC8DCDDBC6}" dt="2026-08-26T07:49:04.419" v="1583"/>
          <ac:spMkLst>
            <pc:docMk/>
            <pc:sldMk cId="0" sldId="263"/>
            <ac:spMk id="32" creationId="{00000000-0000-0000-0000-000000000000}"/>
          </ac:spMkLst>
        </pc:spChg>
        <pc:spChg chg="add mod">
          <ac:chgData name="Zhihui ZH2 Tian" userId="S::tianzh2@lenovo.com::94ed89da-a0ca-4831-ab80-99fe6f0e0de7" providerId="AD" clId="Web-{733B1942-5130-0D9B-3F29-0BFC8DCDDBC6}" dt="2026-08-26T07:49:39.548" v="1652"/>
          <ac:spMkLst>
            <pc:docMk/>
            <pc:sldMk cId="0" sldId="263"/>
            <ac:spMk id="34" creationId="{4B90EDB8-7D68-DA2A-67FB-95A31AD22AC5}"/>
          </ac:spMkLst>
        </pc:spChg>
        <pc:picChg chg="add mod">
          <ac:chgData name="Zhihui ZH2 Tian" userId="S::tianzh2@lenovo.com::94ed89da-a0ca-4831-ab80-99fe6f0e0de7" providerId="AD" clId="Web-{733B1942-5130-0D9B-3F29-0BFC8DCDDBC6}" dt="2026-08-26T08:15:22.772" v="1704" actId="1076"/>
          <ac:picMkLst>
            <pc:docMk/>
            <pc:sldMk cId="0" sldId="263"/>
            <ac:picMk id="35" creationId="{9898E969-06E7-F992-5A52-B760367F15AF}"/>
          </ac:picMkLst>
        </pc:picChg>
        <pc:picChg chg="add mod">
          <ac:chgData name="Zhihui ZH2 Tian" userId="S::tianzh2@lenovo.com::94ed89da-a0ca-4831-ab80-99fe6f0e0de7" providerId="AD" clId="Web-{733B1942-5130-0D9B-3F29-0BFC8DCDDBC6}" dt="2026-08-26T08:15:22.787" v="1705" actId="1076"/>
          <ac:picMkLst>
            <pc:docMk/>
            <pc:sldMk cId="0" sldId="263"/>
            <ac:picMk id="36" creationId="{A8056B94-689B-C696-0806-184594207B80}"/>
          </ac:picMkLst>
        </pc:picChg>
      </pc:sldChg>
      <pc:sldChg chg="addSp delSp modSp">
        <pc:chgData name="Zhihui ZH2 Tian" userId="S::tianzh2@lenovo.com::94ed89da-a0ca-4831-ab80-99fe6f0e0de7" providerId="AD" clId="Web-{733B1942-5130-0D9B-3F29-0BFC8DCDDBC6}" dt="2026-08-26T11:33:18.565" v="2100" actId="1076"/>
        <pc:sldMkLst>
          <pc:docMk/>
          <pc:sldMk cId="2390231331" sldId="2147481034"/>
        </pc:sldMkLst>
        <pc:spChg chg="mod">
          <ac:chgData name="Zhihui ZH2 Tian" userId="S::tianzh2@lenovo.com::94ed89da-a0ca-4831-ab80-99fe6f0e0de7" providerId="AD" clId="Web-{733B1942-5130-0D9B-3F29-0BFC8DCDDBC6}" dt="2026-08-26T11:28:08.413" v="2062" actId="1076"/>
          <ac:spMkLst>
            <pc:docMk/>
            <pc:sldMk cId="2390231331" sldId="2147481034"/>
            <ac:spMk id="3" creationId="{C3098FF2-3301-5690-E2C4-66423D3AD40B}"/>
          </ac:spMkLst>
        </pc:spChg>
      </pc:sldChg>
      <pc:sldChg chg="modSp">
        <pc:chgData name="Zhihui ZH2 Tian" userId="S::tianzh2@lenovo.com::94ed89da-a0ca-4831-ab80-99fe6f0e0de7" providerId="AD" clId="Web-{733B1942-5130-0D9B-3F29-0BFC8DCDDBC6}" dt="2026-08-26T11:37:08.902" v="2102" actId="1076"/>
        <pc:sldMkLst>
          <pc:docMk/>
          <pc:sldMk cId="1931673987" sldId="2147481036"/>
        </pc:sldMkLst>
        <pc:spChg chg="mod">
          <ac:chgData name="Zhihui ZH2 Tian" userId="S::tianzh2@lenovo.com::94ed89da-a0ca-4831-ab80-99fe6f0e0de7" providerId="AD" clId="Web-{733B1942-5130-0D9B-3F29-0BFC8DCDDBC6}" dt="2026-08-26T11:37:08.902" v="2102" actId="1076"/>
          <ac:spMkLst>
            <pc:docMk/>
            <pc:sldMk cId="1931673987" sldId="2147481036"/>
            <ac:spMk id="9" creationId="{52D09D87-FA7B-D553-BFC5-7678EF784DB1}"/>
          </ac:spMkLst>
        </pc:spChg>
        <pc:picChg chg="mod">
          <ac:chgData name="Zhihui ZH2 Tian" userId="S::tianzh2@lenovo.com::94ed89da-a0ca-4831-ab80-99fe6f0e0de7" providerId="AD" clId="Web-{733B1942-5130-0D9B-3F29-0BFC8DCDDBC6}" dt="2026-08-26T11:37:08.886" v="2101" actId="1076"/>
          <ac:picMkLst>
            <pc:docMk/>
            <pc:sldMk cId="1931673987" sldId="2147481036"/>
            <ac:picMk id="3" creationId="{FA84EAEC-5964-6EDD-EF21-C961ECCD730C}"/>
          </ac:picMkLst>
        </pc:picChg>
      </pc:sldChg>
      <pc:sldChg chg="addSp modSp">
        <pc:chgData name="Zhihui ZH2 Tian" userId="S::tianzh2@lenovo.com::94ed89da-a0ca-4831-ab80-99fe6f0e0de7" providerId="AD" clId="Web-{733B1942-5130-0D9B-3F29-0BFC8DCDDBC6}" dt="2026-08-26T06:05:53.798" v="130" actId="20577"/>
        <pc:sldMkLst>
          <pc:docMk/>
          <pc:sldMk cId="810839700" sldId="2147481038"/>
        </pc:sldMkLst>
        <pc:spChg chg="add mod">
          <ac:chgData name="Zhihui ZH2 Tian" userId="S::tianzh2@lenovo.com::94ed89da-a0ca-4831-ab80-99fe6f0e0de7" providerId="AD" clId="Web-{733B1942-5130-0D9B-3F29-0BFC8DCDDBC6}" dt="2026-08-26T06:04:50.417" v="127" actId="20577"/>
          <ac:spMkLst>
            <pc:docMk/>
            <pc:sldMk cId="810839700" sldId="2147481038"/>
            <ac:spMk id="3" creationId="{F68A4C77-A49B-E089-A2E4-F890110F6749}"/>
          </ac:spMkLst>
        </pc:spChg>
        <pc:spChg chg="add mod">
          <ac:chgData name="Zhihui ZH2 Tian" userId="S::tianzh2@lenovo.com::94ed89da-a0ca-4831-ab80-99fe6f0e0de7" providerId="AD" clId="Web-{733B1942-5130-0D9B-3F29-0BFC8DCDDBC6}" dt="2026-08-26T06:01:07.418" v="78" actId="20577"/>
          <ac:spMkLst>
            <pc:docMk/>
            <pc:sldMk cId="810839700" sldId="2147481038"/>
            <ac:spMk id="4" creationId="{FFD36569-7CFB-3054-2E40-AD9A36A5AFBD}"/>
          </ac:spMkLst>
        </pc:spChg>
        <pc:spChg chg="add mod">
          <ac:chgData name="Zhihui ZH2 Tian" userId="S::tianzh2@lenovo.com::94ed89da-a0ca-4831-ab80-99fe6f0e0de7" providerId="AD" clId="Web-{733B1942-5130-0D9B-3F29-0BFC8DCDDBC6}" dt="2026-08-26T06:01:12.637" v="79" actId="20577"/>
          <ac:spMkLst>
            <pc:docMk/>
            <pc:sldMk cId="810839700" sldId="2147481038"/>
            <ac:spMk id="5" creationId="{D7C6DF63-AEF5-9FE9-4ADC-A1ED18E3104A}"/>
          </ac:spMkLst>
        </pc:spChg>
        <pc:spChg chg="add mod">
          <ac:chgData name="Zhihui ZH2 Tian" userId="S::tianzh2@lenovo.com::94ed89da-a0ca-4831-ab80-99fe6f0e0de7" providerId="AD" clId="Web-{733B1942-5130-0D9B-3F29-0BFC8DCDDBC6}" dt="2026-08-26T06:02:06.891" v="98" actId="20577"/>
          <ac:spMkLst>
            <pc:docMk/>
            <pc:sldMk cId="810839700" sldId="2147481038"/>
            <ac:spMk id="6" creationId="{2F0CFA74-1A8C-6372-0D0D-B879CC4B4D9A}"/>
          </ac:spMkLst>
        </pc:spChg>
        <pc:spChg chg="mod">
          <ac:chgData name="Zhihui ZH2 Tian" userId="S::tianzh2@lenovo.com::94ed89da-a0ca-4831-ab80-99fe6f0e0de7" providerId="AD" clId="Web-{733B1942-5130-0D9B-3F29-0BFC8DCDDBC6}" dt="2026-08-26T06:05:53.798" v="130" actId="20577"/>
          <ac:spMkLst>
            <pc:docMk/>
            <pc:sldMk cId="810839700" sldId="2147481038"/>
            <ac:spMk id="8" creationId="{E87148F9-D398-DF64-7C02-47F249BB1065}"/>
          </ac:spMkLst>
        </pc:spChg>
        <pc:spChg chg="mod">
          <ac:chgData name="Zhihui ZH2 Tian" userId="S::tianzh2@lenovo.com::94ed89da-a0ca-4831-ab80-99fe6f0e0de7" providerId="AD" clId="Web-{733B1942-5130-0D9B-3F29-0BFC8DCDDBC6}" dt="2026-08-26T06:03:47.491" v="115"/>
          <ac:spMkLst>
            <pc:docMk/>
            <pc:sldMk cId="810839700" sldId="2147481038"/>
            <ac:spMk id="17" creationId="{78D19344-D15E-DD0F-747B-CAB3CF9FDE93}"/>
          </ac:spMkLst>
        </pc:spChg>
        <pc:spChg chg="mod">
          <ac:chgData name="Zhihui ZH2 Tian" userId="S::tianzh2@lenovo.com::94ed89da-a0ca-4831-ab80-99fe6f0e0de7" providerId="AD" clId="Web-{733B1942-5130-0D9B-3F29-0BFC8DCDDBC6}" dt="2026-08-26T06:03:35.444" v="112"/>
          <ac:spMkLst>
            <pc:docMk/>
            <pc:sldMk cId="810839700" sldId="2147481038"/>
            <ac:spMk id="19" creationId="{4A38125C-3E59-540D-B5CE-33E66E04BF8D}"/>
          </ac:spMkLst>
        </pc:spChg>
        <pc:spChg chg="mod">
          <ac:chgData name="Zhihui ZH2 Tian" userId="S::tianzh2@lenovo.com::94ed89da-a0ca-4831-ab80-99fe6f0e0de7" providerId="AD" clId="Web-{733B1942-5130-0D9B-3F29-0BFC8DCDDBC6}" dt="2026-08-26T06:03:18.989" v="109"/>
          <ac:spMkLst>
            <pc:docMk/>
            <pc:sldMk cId="810839700" sldId="2147481038"/>
            <ac:spMk id="20" creationId="{4837E299-CD18-7E67-1003-5FAAEC0D81CB}"/>
          </ac:spMkLst>
        </pc:spChg>
      </pc:sldChg>
      <pc:sldChg chg="modSp">
        <pc:chgData name="Zhihui ZH2 Tian" userId="S::tianzh2@lenovo.com::94ed89da-a0ca-4831-ab80-99fe6f0e0de7" providerId="AD" clId="Web-{733B1942-5130-0D9B-3F29-0BFC8DCDDBC6}" dt="2026-08-26T08:19:01.457" v="1721"/>
        <pc:sldMkLst>
          <pc:docMk/>
          <pc:sldMk cId="2858163089" sldId="2147481039"/>
        </pc:sldMkLst>
        <pc:spChg chg="mod">
          <ac:chgData name="Zhihui ZH2 Tian" userId="S::tianzh2@lenovo.com::94ed89da-a0ca-4831-ab80-99fe6f0e0de7" providerId="AD" clId="Web-{733B1942-5130-0D9B-3F29-0BFC8DCDDBC6}" dt="2026-08-26T08:19:01.457" v="1721"/>
          <ac:spMkLst>
            <pc:docMk/>
            <pc:sldMk cId="2858163089" sldId="2147481039"/>
            <ac:spMk id="5" creationId="{70BA350A-D096-3402-D67A-DBD4CD8B4BD1}"/>
          </ac:spMkLst>
        </pc:spChg>
      </pc:sldChg>
    </pc:docChg>
  </pc:docChgLst>
  <pc:docChgLst>
    <pc:chgData name="Zhihui ZH2 Tian" userId="S::tianzh2@lenovo.com::94ed89da-a0ca-4831-ab80-99fe6f0e0de7" providerId="AD" clId="Web-{8FC2F3C6-4425-B3F6-FCB4-DB04E336228C}"/>
    <pc:docChg chg="addSld delSld modSld">
      <pc:chgData name="Zhihui ZH2 Tian" userId="S::tianzh2@lenovo.com::94ed89da-a0ca-4831-ab80-99fe6f0e0de7" providerId="AD" clId="Web-{8FC2F3C6-4425-B3F6-FCB4-DB04E336228C}" dt="2026-08-28T02:07:47.155" v="3088" actId="20577"/>
      <pc:docMkLst>
        <pc:docMk/>
      </pc:docMkLst>
      <pc:sldChg chg="modSp">
        <pc:chgData name="Zhihui ZH2 Tian" userId="S::tianzh2@lenovo.com::94ed89da-a0ca-4831-ab80-99fe6f0e0de7" providerId="AD" clId="Web-{8FC2F3C6-4425-B3F6-FCB4-DB04E336228C}" dt="2026-08-27T08:12:46.737" v="1866" actId="20577"/>
        <pc:sldMkLst>
          <pc:docMk/>
          <pc:sldMk cId="1115198793" sldId="2147473727"/>
        </pc:sldMkLst>
        <pc:spChg chg="mod">
          <ac:chgData name="Zhihui ZH2 Tian" userId="S::tianzh2@lenovo.com::94ed89da-a0ca-4831-ab80-99fe6f0e0de7" providerId="AD" clId="Web-{8FC2F3C6-4425-B3F6-FCB4-DB04E336228C}" dt="2026-08-27T08:12:46.737" v="1866" actId="20577"/>
          <ac:spMkLst>
            <pc:docMk/>
            <pc:sldMk cId="1115198793" sldId="2147473727"/>
            <ac:spMk id="4" creationId="{BA44C586-CCBC-72AD-6DD3-0FAC47F1B894}"/>
          </ac:spMkLst>
        </pc:spChg>
      </pc:sldChg>
      <pc:sldChg chg="addSp delSp modSp">
        <pc:chgData name="Zhihui ZH2 Tian" userId="S::tianzh2@lenovo.com::94ed89da-a0ca-4831-ab80-99fe6f0e0de7" providerId="AD" clId="Web-{8FC2F3C6-4425-B3F6-FCB4-DB04E336228C}" dt="2026-08-28T01:57:22.116" v="3079"/>
        <pc:sldMkLst>
          <pc:docMk/>
          <pc:sldMk cId="2390231331" sldId="2147481034"/>
        </pc:sldMkLst>
        <pc:spChg chg="mod">
          <ac:chgData name="Zhihui ZH2 Tian" userId="S::tianzh2@lenovo.com::94ed89da-a0ca-4831-ab80-99fe6f0e0de7" providerId="AD" clId="Web-{8FC2F3C6-4425-B3F6-FCB4-DB04E336228C}" dt="2026-08-27T08:09:32.122" v="1850" actId="1076"/>
          <ac:spMkLst>
            <pc:docMk/>
            <pc:sldMk cId="2390231331" sldId="2147481034"/>
            <ac:spMk id="3" creationId="{C3098FF2-3301-5690-E2C4-66423D3AD40B}"/>
          </ac:spMkLst>
        </pc:spChg>
        <pc:spChg chg="add mod">
          <ac:chgData name="Zhihui ZH2 Tian" userId="S::tianzh2@lenovo.com::94ed89da-a0ca-4831-ab80-99fe6f0e0de7" providerId="AD" clId="Web-{8FC2F3C6-4425-B3F6-FCB4-DB04E336228C}" dt="2026-08-27T08:18:17.061" v="1908" actId="1076"/>
          <ac:spMkLst>
            <pc:docMk/>
            <pc:sldMk cId="2390231331" sldId="2147481034"/>
            <ac:spMk id="5" creationId="{A5302C57-0F75-5F97-1A96-F32C88F4A4B6}"/>
          </ac:spMkLst>
        </pc:spChg>
        <pc:spChg chg="add mod">
          <ac:chgData name="Zhihui ZH2 Tian" userId="S::tianzh2@lenovo.com::94ed89da-a0ca-4831-ab80-99fe6f0e0de7" providerId="AD" clId="Web-{8FC2F3C6-4425-B3F6-FCB4-DB04E336228C}" dt="2026-08-27T08:23:45.603" v="1994" actId="20577"/>
          <ac:spMkLst>
            <pc:docMk/>
            <pc:sldMk cId="2390231331" sldId="2147481034"/>
            <ac:spMk id="7" creationId="{F312BF90-4335-866C-8861-A6551373BFC3}"/>
          </ac:spMkLst>
        </pc:spChg>
        <pc:spChg chg="del">
          <ac:chgData name="Zhihui ZH2 Tian" userId="S::tianzh2@lenovo.com::94ed89da-a0ca-4831-ab80-99fe6f0e0de7" providerId="AD" clId="Web-{8FC2F3C6-4425-B3F6-FCB4-DB04E336228C}" dt="2026-08-27T01:45:11.638" v="389"/>
          <ac:spMkLst>
            <pc:docMk/>
            <pc:sldMk cId="2390231331" sldId="2147481034"/>
            <ac:spMk id="10" creationId="{ECE5ACBC-A2C3-988A-CE2A-42C506F7C70B}"/>
          </ac:spMkLst>
        </pc:spChg>
        <pc:spChg chg="del">
          <ac:chgData name="Zhihui ZH2 Tian" userId="S::tianzh2@lenovo.com::94ed89da-a0ca-4831-ab80-99fe6f0e0de7" providerId="AD" clId="Web-{8FC2F3C6-4425-B3F6-FCB4-DB04E336228C}" dt="2026-08-27T01:45:11.638" v="387"/>
          <ac:spMkLst>
            <pc:docMk/>
            <pc:sldMk cId="2390231331" sldId="2147481034"/>
            <ac:spMk id="14" creationId="{35785926-6146-AEAD-B18A-0047D8F00523}"/>
          </ac:spMkLst>
        </pc:spChg>
        <pc:spChg chg="del">
          <ac:chgData name="Zhihui ZH2 Tian" userId="S::tianzh2@lenovo.com::94ed89da-a0ca-4831-ab80-99fe6f0e0de7" providerId="AD" clId="Web-{8FC2F3C6-4425-B3F6-FCB4-DB04E336228C}" dt="2026-08-27T01:45:11.638" v="386"/>
          <ac:spMkLst>
            <pc:docMk/>
            <pc:sldMk cId="2390231331" sldId="2147481034"/>
            <ac:spMk id="16" creationId="{E2C805F9-B7C1-C8E5-EBE6-945C9986EBF3}"/>
          </ac:spMkLst>
        </pc:spChg>
        <pc:spChg chg="del">
          <ac:chgData name="Zhihui ZH2 Tian" userId="S::tianzh2@lenovo.com::94ed89da-a0ca-4831-ab80-99fe6f0e0de7" providerId="AD" clId="Web-{8FC2F3C6-4425-B3F6-FCB4-DB04E336228C}" dt="2026-08-27T01:45:11.638" v="385"/>
          <ac:spMkLst>
            <pc:docMk/>
            <pc:sldMk cId="2390231331" sldId="2147481034"/>
            <ac:spMk id="18" creationId="{E2C1E792-311A-B533-20C7-2EB81E3D5700}"/>
          </ac:spMkLst>
        </pc:spChg>
        <pc:spChg chg="del">
          <ac:chgData name="Zhihui ZH2 Tian" userId="S::tianzh2@lenovo.com::94ed89da-a0ca-4831-ab80-99fe6f0e0de7" providerId="AD" clId="Web-{8FC2F3C6-4425-B3F6-FCB4-DB04E336228C}" dt="2026-08-27T01:45:11.638" v="384"/>
          <ac:spMkLst>
            <pc:docMk/>
            <pc:sldMk cId="2390231331" sldId="2147481034"/>
            <ac:spMk id="21" creationId="{DFC58F79-7C69-D42A-61DE-74CFEB78DB3E}"/>
          </ac:spMkLst>
        </pc:spChg>
        <pc:picChg chg="add mod modCrop">
          <ac:chgData name="Zhihui ZH2 Tian" userId="S::tianzh2@lenovo.com::94ed89da-a0ca-4831-ab80-99fe6f0e0de7" providerId="AD" clId="Web-{8FC2F3C6-4425-B3F6-FCB4-DB04E336228C}" dt="2026-08-27T08:17:04.074" v="1887" actId="1076"/>
          <ac:picMkLst>
            <pc:docMk/>
            <pc:sldMk cId="2390231331" sldId="2147481034"/>
            <ac:picMk id="4" creationId="{2E06ACA5-AE3F-2845-2751-6BA00CEC1E91}"/>
          </ac:picMkLst>
        </pc:picChg>
        <pc:picChg chg="add del">
          <ac:chgData name="Zhihui ZH2 Tian" userId="S::tianzh2@lenovo.com::94ed89da-a0ca-4831-ab80-99fe6f0e0de7" providerId="AD" clId="Web-{8FC2F3C6-4425-B3F6-FCB4-DB04E336228C}" dt="2026-08-27T02:40:26.801" v="419"/>
          <ac:picMkLst>
            <pc:docMk/>
            <pc:sldMk cId="2390231331" sldId="2147481034"/>
            <ac:picMk id="5" creationId="{D71D0523-265B-BEAE-A96A-26770FF47555}"/>
          </ac:picMkLst>
        </pc:picChg>
        <pc:picChg chg="add del mod">
          <ac:chgData name="Zhihui ZH2 Tian" userId="S::tianzh2@lenovo.com::94ed89da-a0ca-4831-ab80-99fe6f0e0de7" providerId="AD" clId="Web-{8FC2F3C6-4425-B3F6-FCB4-DB04E336228C}" dt="2026-08-27T02:53:14.966" v="423"/>
          <ac:picMkLst>
            <pc:docMk/>
            <pc:sldMk cId="2390231331" sldId="2147481034"/>
            <ac:picMk id="6" creationId="{1FFA9E18-5311-217C-4733-AB83EE7A010F}"/>
          </ac:picMkLst>
        </pc:picChg>
        <pc:picChg chg="add mod">
          <ac:chgData name="Zhihui ZH2 Tian" userId="S::tianzh2@lenovo.com::94ed89da-a0ca-4831-ab80-99fe6f0e0de7" providerId="AD" clId="Web-{8FC2F3C6-4425-B3F6-FCB4-DB04E336228C}" dt="2026-08-27T08:21:46.771" v="1964" actId="1076"/>
          <ac:picMkLst>
            <pc:docMk/>
            <pc:sldMk cId="2390231331" sldId="2147481034"/>
            <ac:picMk id="6" creationId="{4B8542BD-21CF-7A30-CB1C-E8A730371AD3}"/>
          </ac:picMkLst>
        </pc:picChg>
        <pc:picChg chg="add del mod">
          <ac:chgData name="Zhihui ZH2 Tian" userId="S::tianzh2@lenovo.com::94ed89da-a0ca-4831-ab80-99fe6f0e0de7" providerId="AD" clId="Web-{8FC2F3C6-4425-B3F6-FCB4-DB04E336228C}" dt="2026-08-27T06:00:59.266" v="1202"/>
          <ac:picMkLst>
            <pc:docMk/>
            <pc:sldMk cId="2390231331" sldId="2147481034"/>
            <ac:picMk id="6" creationId="{8C6A1D64-0639-16B3-0E70-C9AACAB596B5}"/>
          </ac:picMkLst>
        </pc:picChg>
        <pc:picChg chg="add del mod">
          <ac:chgData name="Zhihui ZH2 Tian" userId="S::tianzh2@lenovo.com::94ed89da-a0ca-4831-ab80-99fe6f0e0de7" providerId="AD" clId="Web-{8FC2F3C6-4425-B3F6-FCB4-DB04E336228C}" dt="2026-08-27T02:53:49.344" v="429"/>
          <ac:picMkLst>
            <pc:docMk/>
            <pc:sldMk cId="2390231331" sldId="2147481034"/>
            <ac:picMk id="7" creationId="{F89D9FD2-397C-8840-AFC3-AC8485EC2C50}"/>
          </ac:picMkLst>
        </pc:picChg>
        <pc:picChg chg="add del mod">
          <ac:chgData name="Zhihui ZH2 Tian" userId="S::tianzh2@lenovo.com::94ed89da-a0ca-4831-ab80-99fe6f0e0de7" providerId="AD" clId="Web-{8FC2F3C6-4425-B3F6-FCB4-DB04E336228C}" dt="2026-08-27T08:10:03.576" v="1851"/>
          <ac:picMkLst>
            <pc:docMk/>
            <pc:sldMk cId="2390231331" sldId="2147481034"/>
            <ac:picMk id="8" creationId="{018DA550-29B8-8ACB-F2BE-B2AC4FE3FAE9}"/>
          </ac:picMkLst>
        </pc:picChg>
        <pc:picChg chg="add del mod">
          <ac:chgData name="Zhihui ZH2 Tian" userId="S::tianzh2@lenovo.com::94ed89da-a0ca-4831-ab80-99fe6f0e0de7" providerId="AD" clId="Web-{8FC2F3C6-4425-B3F6-FCB4-DB04E336228C}" dt="2026-08-28T01:57:22.116" v="3079"/>
          <ac:picMkLst>
            <pc:docMk/>
            <pc:sldMk cId="2390231331" sldId="2147481034"/>
            <ac:picMk id="9" creationId="{34723259-531E-2E4C-A426-36311A26B2F3}"/>
          </ac:picMkLst>
        </pc:picChg>
        <pc:picChg chg="del">
          <ac:chgData name="Zhihui ZH2 Tian" userId="S::tianzh2@lenovo.com::94ed89da-a0ca-4831-ab80-99fe6f0e0de7" providerId="AD" clId="Web-{8FC2F3C6-4425-B3F6-FCB4-DB04E336228C}" dt="2026-08-27T01:45:11.638" v="388"/>
          <ac:picMkLst>
            <pc:docMk/>
            <pc:sldMk cId="2390231331" sldId="2147481034"/>
            <ac:picMk id="13" creationId="{0F3AA2F9-3DD5-9A2D-BAF4-2B4CD5EA14DE}"/>
          </ac:picMkLst>
        </pc:picChg>
        <pc:picChg chg="del">
          <ac:chgData name="Zhihui ZH2 Tian" userId="S::tianzh2@lenovo.com::94ed89da-a0ca-4831-ab80-99fe6f0e0de7" providerId="AD" clId="Web-{8FC2F3C6-4425-B3F6-FCB4-DB04E336228C}" dt="2026-08-27T01:45:11.638" v="383"/>
          <ac:picMkLst>
            <pc:docMk/>
            <pc:sldMk cId="2390231331" sldId="2147481034"/>
            <ac:picMk id="22" creationId="{283ACEE6-DD95-DBF5-BC6E-0A31D0EFD764}"/>
          </ac:picMkLst>
        </pc:picChg>
      </pc:sldChg>
      <pc:sldChg chg="modSp">
        <pc:chgData name="Zhihui ZH2 Tian" userId="S::tianzh2@lenovo.com::94ed89da-a0ca-4831-ab80-99fe6f0e0de7" providerId="AD" clId="Web-{8FC2F3C6-4425-B3F6-FCB4-DB04E336228C}" dt="2026-08-26T11:50:32.486" v="49" actId="20577"/>
        <pc:sldMkLst>
          <pc:docMk/>
          <pc:sldMk cId="1931673987" sldId="2147481036"/>
        </pc:sldMkLst>
        <pc:spChg chg="mod">
          <ac:chgData name="Zhihui ZH2 Tian" userId="S::tianzh2@lenovo.com::94ed89da-a0ca-4831-ab80-99fe6f0e0de7" providerId="AD" clId="Web-{8FC2F3C6-4425-B3F6-FCB4-DB04E336228C}" dt="2026-08-26T11:50:32.486" v="49" actId="20577"/>
          <ac:spMkLst>
            <pc:docMk/>
            <pc:sldMk cId="1931673987" sldId="2147481036"/>
            <ac:spMk id="7" creationId="{796BDC5B-9911-10B3-68F0-78E01FDA7FBC}"/>
          </ac:spMkLst>
        </pc:spChg>
      </pc:sldChg>
      <pc:sldChg chg="modSp">
        <pc:chgData name="Zhihui ZH2 Tian" userId="S::tianzh2@lenovo.com::94ed89da-a0ca-4831-ab80-99fe6f0e0de7" providerId="AD" clId="Web-{8FC2F3C6-4425-B3F6-FCB4-DB04E336228C}" dt="2026-08-27T11:02:10.978" v="3041" actId="14100"/>
        <pc:sldMkLst>
          <pc:docMk/>
          <pc:sldMk cId="810839700" sldId="2147481038"/>
        </pc:sldMkLst>
        <pc:picChg chg="mod">
          <ac:chgData name="Zhihui ZH2 Tian" userId="S::tianzh2@lenovo.com::94ed89da-a0ca-4831-ab80-99fe6f0e0de7" providerId="AD" clId="Web-{8FC2F3C6-4425-B3F6-FCB4-DB04E336228C}" dt="2026-08-27T11:02:10.978" v="3041" actId="14100"/>
          <ac:picMkLst>
            <pc:docMk/>
            <pc:sldMk cId="810839700" sldId="2147481038"/>
            <ac:picMk id="10" creationId="{DD73F045-227E-A79F-7553-FD5B04CCBB61}"/>
          </ac:picMkLst>
        </pc:picChg>
      </pc:sldChg>
      <pc:sldChg chg="modSp">
        <pc:chgData name="Zhihui ZH2 Tian" userId="S::tianzh2@lenovo.com::94ed89da-a0ca-4831-ab80-99fe6f0e0de7" providerId="AD" clId="Web-{8FC2F3C6-4425-B3F6-FCB4-DB04E336228C}" dt="2026-08-28T02:07:47.155" v="3088" actId="20577"/>
        <pc:sldMkLst>
          <pc:docMk/>
          <pc:sldMk cId="571827063" sldId="2147481040"/>
        </pc:sldMkLst>
        <pc:spChg chg="mod">
          <ac:chgData name="Zhihui ZH2 Tian" userId="S::tianzh2@lenovo.com::94ed89da-a0ca-4831-ab80-99fe6f0e0de7" providerId="AD" clId="Web-{8FC2F3C6-4425-B3F6-FCB4-DB04E336228C}" dt="2026-08-28T02:07:47.155" v="3088" actId="20577"/>
          <ac:spMkLst>
            <pc:docMk/>
            <pc:sldMk cId="571827063" sldId="2147481040"/>
            <ac:spMk id="7" creationId="{5E1A035E-2E66-658C-4F7B-B4904A8BA755}"/>
          </ac:spMkLst>
        </pc:spChg>
      </pc:sldChg>
      <pc:sldChg chg="addSp delSp modSp add replId">
        <pc:chgData name="Zhihui ZH2 Tian" userId="S::tianzh2@lenovo.com::94ed89da-a0ca-4831-ab80-99fe6f0e0de7" providerId="AD" clId="Web-{8FC2F3C6-4425-B3F6-FCB4-DB04E336228C}" dt="2026-08-28T02:06:10.008" v="3087" actId="14100"/>
        <pc:sldMkLst>
          <pc:docMk/>
          <pc:sldMk cId="575035206" sldId="2147481046"/>
        </pc:sldMkLst>
        <pc:spChg chg="mod">
          <ac:chgData name="Zhihui ZH2 Tian" userId="S::tianzh2@lenovo.com::94ed89da-a0ca-4831-ab80-99fe6f0e0de7" providerId="AD" clId="Web-{8FC2F3C6-4425-B3F6-FCB4-DB04E336228C}" dt="2026-08-26T12:27:36.025" v="333" actId="20577"/>
          <ac:spMkLst>
            <pc:docMk/>
            <pc:sldMk cId="575035206" sldId="2147481046"/>
            <ac:spMk id="4" creationId="{ED5CBF9D-8257-9C22-A53E-098584F6AA45}"/>
          </ac:spMkLst>
        </pc:spChg>
        <pc:spChg chg="add del mod">
          <ac:chgData name="Zhihui ZH2 Tian" userId="S::tianzh2@lenovo.com::94ed89da-a0ca-4831-ab80-99fe6f0e0de7" providerId="AD" clId="Web-{8FC2F3C6-4425-B3F6-FCB4-DB04E336228C}" dt="2026-08-28T02:06:10.008" v="3087" actId="14100"/>
          <ac:spMkLst>
            <pc:docMk/>
            <pc:sldMk cId="575035206" sldId="2147481046"/>
            <ac:spMk id="8" creationId="{D50EF1AD-2572-8D66-10F1-EB53343676DA}"/>
          </ac:spMkLst>
        </pc:spChg>
        <pc:graphicFrameChg chg="add mod modGraphic">
          <ac:chgData name="Zhihui ZH2 Tian" userId="S::tianzh2@lenovo.com::94ed89da-a0ca-4831-ab80-99fe6f0e0de7" providerId="AD" clId="Web-{8FC2F3C6-4425-B3F6-FCB4-DB04E336228C}" dt="2026-08-27T09:48:47.801" v="2708"/>
          <ac:graphicFrameMkLst>
            <pc:docMk/>
            <pc:sldMk cId="575035206" sldId="2147481046"/>
            <ac:graphicFrameMk id="5" creationId="{1C6ACEB9-037A-97AB-BF27-20B94638B4E8}"/>
          </ac:graphicFrameMkLst>
        </pc:graphicFrameChg>
        <pc:picChg chg="add mod">
          <ac:chgData name="Zhihui ZH2 Tian" userId="S::tianzh2@lenovo.com::94ed89da-a0ca-4831-ab80-99fe6f0e0de7" providerId="AD" clId="Web-{8FC2F3C6-4425-B3F6-FCB4-DB04E336228C}" dt="2026-08-27T09:43:19.603" v="2626" actId="1076"/>
          <ac:picMkLst>
            <pc:docMk/>
            <pc:sldMk cId="575035206" sldId="2147481046"/>
            <ac:picMk id="3" creationId="{5F5BD303-4389-3907-3A23-6DC214E34AB5}"/>
          </ac:picMkLst>
        </pc:picChg>
        <pc:picChg chg="add mod">
          <ac:chgData name="Zhihui ZH2 Tian" userId="S::tianzh2@lenovo.com::94ed89da-a0ca-4831-ab80-99fe6f0e0de7" providerId="AD" clId="Web-{8FC2F3C6-4425-B3F6-FCB4-DB04E336228C}" dt="2026-08-27T09:43:19.634" v="2627" actId="1076"/>
          <ac:picMkLst>
            <pc:docMk/>
            <pc:sldMk cId="575035206" sldId="2147481046"/>
            <ac:picMk id="6" creationId="{FCD11A8A-D648-5B44-4FDD-FE8C2CF1C5B3}"/>
          </ac:picMkLst>
        </pc:picChg>
      </pc:sldChg>
      <pc:sldChg chg="addSp delSp modSp add replId">
        <pc:chgData name="Zhihui ZH2 Tian" userId="S::tianzh2@lenovo.com::94ed89da-a0ca-4831-ab80-99fe6f0e0de7" providerId="AD" clId="Web-{8FC2F3C6-4425-B3F6-FCB4-DB04E336228C}" dt="2026-08-27T11:05:04.645" v="3077" actId="1076"/>
        <pc:sldMkLst>
          <pc:docMk/>
          <pc:sldMk cId="1026927703" sldId="2147481047"/>
        </pc:sldMkLst>
        <pc:spChg chg="add mod">
          <ac:chgData name="Zhihui ZH2 Tian" userId="S::tianzh2@lenovo.com::94ed89da-a0ca-4831-ab80-99fe6f0e0de7" providerId="AD" clId="Web-{8FC2F3C6-4425-B3F6-FCB4-DB04E336228C}" dt="2026-08-27T09:56:19.003" v="2714" actId="20577"/>
          <ac:spMkLst>
            <pc:docMk/>
            <pc:sldMk cId="1026927703" sldId="2147481047"/>
            <ac:spMk id="3" creationId="{CB7FED20-5FB8-D4E5-4F3F-111F58BAEC6C}"/>
          </ac:spMkLst>
        </pc:spChg>
        <pc:spChg chg="del">
          <ac:chgData name="Zhihui ZH2 Tian" userId="S::tianzh2@lenovo.com::94ed89da-a0ca-4831-ab80-99fe6f0e0de7" providerId="AD" clId="Web-{8FC2F3C6-4425-B3F6-FCB4-DB04E336228C}" dt="2026-08-27T01:39:54.385" v="371"/>
          <ac:spMkLst>
            <pc:docMk/>
            <pc:sldMk cId="1026927703" sldId="2147481047"/>
            <ac:spMk id="4" creationId="{938BAB44-89A0-7113-70B4-DB8808717828}"/>
          </ac:spMkLst>
        </pc:spChg>
        <pc:spChg chg="add del mod">
          <ac:chgData name="Zhihui ZH2 Tian" userId="S::tianzh2@lenovo.com::94ed89da-a0ca-4831-ab80-99fe6f0e0de7" providerId="AD" clId="Web-{8FC2F3C6-4425-B3F6-FCB4-DB04E336228C}" dt="2026-08-27T06:29:47.459" v="1355"/>
          <ac:spMkLst>
            <pc:docMk/>
            <pc:sldMk cId="1026927703" sldId="2147481047"/>
            <ac:spMk id="7" creationId="{DA7F12CA-7BA0-45D0-1AFC-197B55F45EAD}"/>
          </ac:spMkLst>
        </pc:spChg>
        <pc:spChg chg="del">
          <ac:chgData name="Zhihui ZH2 Tian" userId="S::tianzh2@lenovo.com::94ed89da-a0ca-4831-ab80-99fe6f0e0de7" providerId="AD" clId="Web-{8FC2F3C6-4425-B3F6-FCB4-DB04E336228C}" dt="2026-08-27T01:39:54.385" v="370"/>
          <ac:spMkLst>
            <pc:docMk/>
            <pc:sldMk cId="1026927703" sldId="2147481047"/>
            <ac:spMk id="8" creationId="{96D5B99E-BFD8-9F84-66D9-1D28A6281938}"/>
          </ac:spMkLst>
        </pc:spChg>
        <pc:spChg chg="add mod">
          <ac:chgData name="Zhihui ZH2 Tian" userId="S::tianzh2@lenovo.com::94ed89da-a0ca-4831-ab80-99fe6f0e0de7" providerId="AD" clId="Web-{8FC2F3C6-4425-B3F6-FCB4-DB04E336228C}" dt="2026-08-27T11:03:17.420" v="3062" actId="20577"/>
          <ac:spMkLst>
            <pc:docMk/>
            <pc:sldMk cId="1026927703" sldId="2147481047"/>
            <ac:spMk id="8" creationId="{D552EE57-4E1E-6B69-17B6-576F11C6333B}"/>
          </ac:spMkLst>
        </pc:spChg>
        <pc:spChg chg="del">
          <ac:chgData name="Zhihui ZH2 Tian" userId="S::tianzh2@lenovo.com::94ed89da-a0ca-4831-ab80-99fe6f0e0de7" providerId="AD" clId="Web-{8FC2F3C6-4425-B3F6-FCB4-DB04E336228C}" dt="2026-08-27T01:39:54.385" v="369"/>
          <ac:spMkLst>
            <pc:docMk/>
            <pc:sldMk cId="1026927703" sldId="2147481047"/>
            <ac:spMk id="11" creationId="{A27CA26D-9CD1-BF33-F867-5D842B061CD6}"/>
          </ac:spMkLst>
        </pc:spChg>
        <pc:spChg chg="del">
          <ac:chgData name="Zhihui ZH2 Tian" userId="S::tianzh2@lenovo.com::94ed89da-a0ca-4831-ab80-99fe6f0e0de7" providerId="AD" clId="Web-{8FC2F3C6-4425-B3F6-FCB4-DB04E336228C}" dt="2026-08-27T01:39:54.385" v="368"/>
          <ac:spMkLst>
            <pc:docMk/>
            <pc:sldMk cId="1026927703" sldId="2147481047"/>
            <ac:spMk id="12" creationId="{3AFA23F7-2715-15FC-14ED-C46E170623B8}"/>
          </ac:spMkLst>
        </pc:spChg>
        <pc:spChg chg="del">
          <ac:chgData name="Zhihui ZH2 Tian" userId="S::tianzh2@lenovo.com::94ed89da-a0ca-4831-ab80-99fe6f0e0de7" providerId="AD" clId="Web-{8FC2F3C6-4425-B3F6-FCB4-DB04E336228C}" dt="2026-08-27T01:39:54.385" v="367"/>
          <ac:spMkLst>
            <pc:docMk/>
            <pc:sldMk cId="1026927703" sldId="2147481047"/>
            <ac:spMk id="13" creationId="{8D19D3D7-B0AA-B023-AFD2-13B416AFC454}"/>
          </ac:spMkLst>
        </pc:spChg>
        <pc:spChg chg="del">
          <ac:chgData name="Zhihui ZH2 Tian" userId="S::tianzh2@lenovo.com::94ed89da-a0ca-4831-ab80-99fe6f0e0de7" providerId="AD" clId="Web-{8FC2F3C6-4425-B3F6-FCB4-DB04E336228C}" dt="2026-08-27T01:39:54.385" v="366"/>
          <ac:spMkLst>
            <pc:docMk/>
            <pc:sldMk cId="1026927703" sldId="2147481047"/>
            <ac:spMk id="14" creationId="{BD7B8DCC-1BC1-B6FE-FD17-B14D29230888}"/>
          </ac:spMkLst>
        </pc:spChg>
        <pc:spChg chg="del">
          <ac:chgData name="Zhihui ZH2 Tian" userId="S::tianzh2@lenovo.com::94ed89da-a0ca-4831-ab80-99fe6f0e0de7" providerId="AD" clId="Web-{8FC2F3C6-4425-B3F6-FCB4-DB04E336228C}" dt="2026-08-27T01:39:54.385" v="365"/>
          <ac:spMkLst>
            <pc:docMk/>
            <pc:sldMk cId="1026927703" sldId="2147481047"/>
            <ac:spMk id="15" creationId="{AC75F765-C964-35FE-67D8-9C0E12B044AA}"/>
          </ac:spMkLst>
        </pc:spChg>
        <pc:spChg chg="del">
          <ac:chgData name="Zhihui ZH2 Tian" userId="S::tianzh2@lenovo.com::94ed89da-a0ca-4831-ab80-99fe6f0e0de7" providerId="AD" clId="Web-{8FC2F3C6-4425-B3F6-FCB4-DB04E336228C}" dt="2026-08-27T01:39:54.385" v="364"/>
          <ac:spMkLst>
            <pc:docMk/>
            <pc:sldMk cId="1026927703" sldId="2147481047"/>
            <ac:spMk id="16" creationId="{9DF53F07-D4A9-4183-3FE9-8D182D4D29AE}"/>
          </ac:spMkLst>
        </pc:spChg>
        <pc:spChg chg="del">
          <ac:chgData name="Zhihui ZH2 Tian" userId="S::tianzh2@lenovo.com::94ed89da-a0ca-4831-ab80-99fe6f0e0de7" providerId="AD" clId="Web-{8FC2F3C6-4425-B3F6-FCB4-DB04E336228C}" dt="2026-08-27T01:39:54.385" v="363"/>
          <ac:spMkLst>
            <pc:docMk/>
            <pc:sldMk cId="1026927703" sldId="2147481047"/>
            <ac:spMk id="17" creationId="{C20BDCD1-6917-B32D-6B97-9A5C46ADF553}"/>
          </ac:spMkLst>
        </pc:spChg>
        <pc:spChg chg="del">
          <ac:chgData name="Zhihui ZH2 Tian" userId="S::tianzh2@lenovo.com::94ed89da-a0ca-4831-ab80-99fe6f0e0de7" providerId="AD" clId="Web-{8FC2F3C6-4425-B3F6-FCB4-DB04E336228C}" dt="2026-08-27T01:39:54.385" v="362"/>
          <ac:spMkLst>
            <pc:docMk/>
            <pc:sldMk cId="1026927703" sldId="2147481047"/>
            <ac:spMk id="18" creationId="{A7C39DC4-17C6-0F93-1C70-974AD1B8D8F9}"/>
          </ac:spMkLst>
        </pc:spChg>
        <pc:spChg chg="del">
          <ac:chgData name="Zhihui ZH2 Tian" userId="S::tianzh2@lenovo.com::94ed89da-a0ca-4831-ab80-99fe6f0e0de7" providerId="AD" clId="Web-{8FC2F3C6-4425-B3F6-FCB4-DB04E336228C}" dt="2026-08-27T01:39:54.385" v="361"/>
          <ac:spMkLst>
            <pc:docMk/>
            <pc:sldMk cId="1026927703" sldId="2147481047"/>
            <ac:spMk id="19" creationId="{1EB8265F-0379-4277-5E27-41A614B09A1E}"/>
          </ac:spMkLst>
        </pc:spChg>
        <pc:spChg chg="del">
          <ac:chgData name="Zhihui ZH2 Tian" userId="S::tianzh2@lenovo.com::94ed89da-a0ca-4831-ab80-99fe6f0e0de7" providerId="AD" clId="Web-{8FC2F3C6-4425-B3F6-FCB4-DB04E336228C}" dt="2026-08-27T01:39:54.385" v="360"/>
          <ac:spMkLst>
            <pc:docMk/>
            <pc:sldMk cId="1026927703" sldId="2147481047"/>
            <ac:spMk id="20" creationId="{90D99F57-723B-F9C5-3AC4-E0A8984DA9CE}"/>
          </ac:spMkLst>
        </pc:spChg>
        <pc:spChg chg="del">
          <ac:chgData name="Zhihui ZH2 Tian" userId="S::tianzh2@lenovo.com::94ed89da-a0ca-4831-ab80-99fe6f0e0de7" providerId="AD" clId="Web-{8FC2F3C6-4425-B3F6-FCB4-DB04E336228C}" dt="2026-08-27T01:39:54.385" v="359"/>
          <ac:spMkLst>
            <pc:docMk/>
            <pc:sldMk cId="1026927703" sldId="2147481047"/>
            <ac:spMk id="21" creationId="{415A560A-E5DD-6A44-BB26-F727F7394666}"/>
          </ac:spMkLst>
        </pc:spChg>
        <pc:spChg chg="del">
          <ac:chgData name="Zhihui ZH2 Tian" userId="S::tianzh2@lenovo.com::94ed89da-a0ca-4831-ab80-99fe6f0e0de7" providerId="AD" clId="Web-{8FC2F3C6-4425-B3F6-FCB4-DB04E336228C}" dt="2026-08-27T01:39:54.385" v="358"/>
          <ac:spMkLst>
            <pc:docMk/>
            <pc:sldMk cId="1026927703" sldId="2147481047"/>
            <ac:spMk id="22" creationId="{97BE4D02-2138-11B5-1D2B-A32CF3F8EA62}"/>
          </ac:spMkLst>
        </pc:spChg>
        <pc:spChg chg="del">
          <ac:chgData name="Zhihui ZH2 Tian" userId="S::tianzh2@lenovo.com::94ed89da-a0ca-4831-ab80-99fe6f0e0de7" providerId="AD" clId="Web-{8FC2F3C6-4425-B3F6-FCB4-DB04E336228C}" dt="2026-08-27T01:39:54.385" v="357"/>
          <ac:spMkLst>
            <pc:docMk/>
            <pc:sldMk cId="1026927703" sldId="2147481047"/>
            <ac:spMk id="23" creationId="{E4E0D5A8-3F1E-8BF4-EC66-4E859B35A6D6}"/>
          </ac:spMkLst>
        </pc:spChg>
        <pc:spChg chg="del">
          <ac:chgData name="Zhihui ZH2 Tian" userId="S::tianzh2@lenovo.com::94ed89da-a0ca-4831-ab80-99fe6f0e0de7" providerId="AD" clId="Web-{8FC2F3C6-4425-B3F6-FCB4-DB04E336228C}" dt="2026-08-27T01:39:54.385" v="356"/>
          <ac:spMkLst>
            <pc:docMk/>
            <pc:sldMk cId="1026927703" sldId="2147481047"/>
            <ac:spMk id="24" creationId="{711A8635-C442-492F-718A-86701D7638D4}"/>
          </ac:spMkLst>
        </pc:spChg>
        <pc:spChg chg="del">
          <ac:chgData name="Zhihui ZH2 Tian" userId="S::tianzh2@lenovo.com::94ed89da-a0ca-4831-ab80-99fe6f0e0de7" providerId="AD" clId="Web-{8FC2F3C6-4425-B3F6-FCB4-DB04E336228C}" dt="2026-08-27T01:39:54.385" v="355"/>
          <ac:spMkLst>
            <pc:docMk/>
            <pc:sldMk cId="1026927703" sldId="2147481047"/>
            <ac:spMk id="25" creationId="{ABCF7D78-883F-E1AD-A5C5-D5F2B99E27CF}"/>
          </ac:spMkLst>
        </pc:spChg>
        <pc:spChg chg="del">
          <ac:chgData name="Zhihui ZH2 Tian" userId="S::tianzh2@lenovo.com::94ed89da-a0ca-4831-ab80-99fe6f0e0de7" providerId="AD" clId="Web-{8FC2F3C6-4425-B3F6-FCB4-DB04E336228C}" dt="2026-08-27T01:39:54.385" v="354"/>
          <ac:spMkLst>
            <pc:docMk/>
            <pc:sldMk cId="1026927703" sldId="2147481047"/>
            <ac:spMk id="26" creationId="{2D26A779-0222-6BCF-90A3-17D35F34C4D5}"/>
          </ac:spMkLst>
        </pc:spChg>
        <pc:spChg chg="del">
          <ac:chgData name="Zhihui ZH2 Tian" userId="S::tianzh2@lenovo.com::94ed89da-a0ca-4831-ab80-99fe6f0e0de7" providerId="AD" clId="Web-{8FC2F3C6-4425-B3F6-FCB4-DB04E336228C}" dt="2026-08-27T01:39:54.385" v="353"/>
          <ac:spMkLst>
            <pc:docMk/>
            <pc:sldMk cId="1026927703" sldId="2147481047"/>
            <ac:spMk id="27" creationId="{20B19CF9-1589-90EF-4EB9-05B4826CDC70}"/>
          </ac:spMkLst>
        </pc:spChg>
        <pc:spChg chg="del">
          <ac:chgData name="Zhihui ZH2 Tian" userId="S::tianzh2@lenovo.com::94ed89da-a0ca-4831-ab80-99fe6f0e0de7" providerId="AD" clId="Web-{8FC2F3C6-4425-B3F6-FCB4-DB04E336228C}" dt="2026-08-27T01:39:54.385" v="352"/>
          <ac:spMkLst>
            <pc:docMk/>
            <pc:sldMk cId="1026927703" sldId="2147481047"/>
            <ac:spMk id="28" creationId="{166DE385-7006-6F8A-6CCC-C470BA155FCE}"/>
          </ac:spMkLst>
        </pc:spChg>
        <pc:spChg chg="del">
          <ac:chgData name="Zhihui ZH2 Tian" userId="S::tianzh2@lenovo.com::94ed89da-a0ca-4831-ab80-99fe6f0e0de7" providerId="AD" clId="Web-{8FC2F3C6-4425-B3F6-FCB4-DB04E336228C}" dt="2026-08-27T01:39:54.385" v="351"/>
          <ac:spMkLst>
            <pc:docMk/>
            <pc:sldMk cId="1026927703" sldId="2147481047"/>
            <ac:spMk id="29" creationId="{2D1A2FCA-EE4B-9B65-46CD-5CAF6D4C8BBF}"/>
          </ac:spMkLst>
        </pc:spChg>
        <pc:spChg chg="del">
          <ac:chgData name="Zhihui ZH2 Tian" userId="S::tianzh2@lenovo.com::94ed89da-a0ca-4831-ab80-99fe6f0e0de7" providerId="AD" clId="Web-{8FC2F3C6-4425-B3F6-FCB4-DB04E336228C}" dt="2026-08-27T01:39:54.385" v="350"/>
          <ac:spMkLst>
            <pc:docMk/>
            <pc:sldMk cId="1026927703" sldId="2147481047"/>
            <ac:spMk id="30" creationId="{F1B29CED-EBBE-4FB2-C929-5EFA67592766}"/>
          </ac:spMkLst>
        </pc:spChg>
        <pc:spChg chg="del">
          <ac:chgData name="Zhihui ZH2 Tian" userId="S::tianzh2@lenovo.com::94ed89da-a0ca-4831-ab80-99fe6f0e0de7" providerId="AD" clId="Web-{8FC2F3C6-4425-B3F6-FCB4-DB04E336228C}" dt="2026-08-27T01:39:54.385" v="349"/>
          <ac:spMkLst>
            <pc:docMk/>
            <pc:sldMk cId="1026927703" sldId="2147481047"/>
            <ac:spMk id="31" creationId="{FFBD967A-3E66-DB9C-F251-02637808FB60}"/>
          </ac:spMkLst>
        </pc:spChg>
        <pc:spChg chg="del mod">
          <ac:chgData name="Zhihui ZH2 Tian" userId="S::tianzh2@lenovo.com::94ed89da-a0ca-4831-ab80-99fe6f0e0de7" providerId="AD" clId="Web-{8FC2F3C6-4425-B3F6-FCB4-DB04E336228C}" dt="2026-08-27T01:40:34.822" v="373"/>
          <ac:spMkLst>
            <pc:docMk/>
            <pc:sldMk cId="1026927703" sldId="2147481047"/>
            <ac:spMk id="32" creationId="{5E2A9E5F-98D9-9734-86DE-61CA665671FF}"/>
          </ac:spMkLst>
        </pc:spChg>
        <pc:graphicFrameChg chg="add del mod modGraphic">
          <ac:chgData name="Zhihui ZH2 Tian" userId="S::tianzh2@lenovo.com::94ed89da-a0ca-4831-ab80-99fe6f0e0de7" providerId="AD" clId="Web-{8FC2F3C6-4425-B3F6-FCB4-DB04E336228C}" dt="2026-08-27T09:56:26.722" v="2715"/>
          <ac:graphicFrameMkLst>
            <pc:docMk/>
            <pc:sldMk cId="1026927703" sldId="2147481047"/>
            <ac:graphicFrameMk id="4" creationId="{6A007072-D834-B2CF-2F28-E783B654F9EE}"/>
          </ac:graphicFrameMkLst>
        </pc:graphicFrameChg>
        <pc:picChg chg="add mod modCrop">
          <ac:chgData name="Zhihui ZH2 Tian" userId="S::tianzh2@lenovo.com::94ed89da-a0ca-4831-ab80-99fe6f0e0de7" providerId="AD" clId="Web-{8FC2F3C6-4425-B3F6-FCB4-DB04E336228C}" dt="2026-08-27T11:05:03.270" v="3076" actId="14100"/>
          <ac:picMkLst>
            <pc:docMk/>
            <pc:sldMk cId="1026927703" sldId="2147481047"/>
            <ac:picMk id="2" creationId="{0D2F60C9-8CEE-28C0-6E24-DBB1104148A7}"/>
          </ac:picMkLst>
        </pc:picChg>
        <pc:picChg chg="add del mod">
          <ac:chgData name="Zhihui ZH2 Tian" userId="S::tianzh2@lenovo.com::94ed89da-a0ca-4831-ab80-99fe6f0e0de7" providerId="AD" clId="Web-{8FC2F3C6-4425-B3F6-FCB4-DB04E336228C}" dt="2026-08-27T10:05:32.991" v="2816"/>
          <ac:picMkLst>
            <pc:docMk/>
            <pc:sldMk cId="1026927703" sldId="2147481047"/>
            <ac:picMk id="6" creationId="{106A8304-52EE-F949-DD5D-03150AE613BF}"/>
          </ac:picMkLst>
        </pc:picChg>
        <pc:picChg chg="add mod modCrop">
          <ac:chgData name="Zhihui ZH2 Tian" userId="S::tianzh2@lenovo.com::94ed89da-a0ca-4831-ab80-99fe6f0e0de7" providerId="AD" clId="Web-{8FC2F3C6-4425-B3F6-FCB4-DB04E336228C}" dt="2026-08-27T11:05:04.645" v="3077" actId="1076"/>
          <ac:picMkLst>
            <pc:docMk/>
            <pc:sldMk cId="1026927703" sldId="2147481047"/>
            <ac:picMk id="7" creationId="{C8B494C5-3D8C-9627-E6C3-98A4DAF8D724}"/>
          </ac:picMkLst>
        </pc:picChg>
        <pc:picChg chg="del">
          <ac:chgData name="Zhihui ZH2 Tian" userId="S::tianzh2@lenovo.com::94ed89da-a0ca-4831-ab80-99fe6f0e0de7" providerId="AD" clId="Web-{8FC2F3C6-4425-B3F6-FCB4-DB04E336228C}" dt="2026-08-27T01:39:54.369" v="348"/>
          <ac:picMkLst>
            <pc:docMk/>
            <pc:sldMk cId="1026927703" sldId="2147481047"/>
            <ac:picMk id="35" creationId="{9F870E6B-39E7-851D-CCC3-02771E8F779D}"/>
          </ac:picMkLst>
        </pc:picChg>
        <pc:picChg chg="del">
          <ac:chgData name="Zhihui ZH2 Tian" userId="S::tianzh2@lenovo.com::94ed89da-a0ca-4831-ab80-99fe6f0e0de7" providerId="AD" clId="Web-{8FC2F3C6-4425-B3F6-FCB4-DB04E336228C}" dt="2026-08-27T01:39:54.369" v="347"/>
          <ac:picMkLst>
            <pc:docMk/>
            <pc:sldMk cId="1026927703" sldId="2147481047"/>
            <ac:picMk id="36" creationId="{107DAD32-67F6-F5F7-A41B-A671FE34DAB9}"/>
          </ac:picMkLst>
        </pc:picChg>
      </pc:sldChg>
      <pc:sldChg chg="addSp delSp modSp add replId">
        <pc:chgData name="Zhihui ZH2 Tian" userId="S::tianzh2@lenovo.com::94ed89da-a0ca-4831-ab80-99fe6f0e0de7" providerId="AD" clId="Web-{8FC2F3C6-4425-B3F6-FCB4-DB04E336228C}" dt="2026-08-28T02:01:07.489" v="3085" actId="20577"/>
        <pc:sldMkLst>
          <pc:docMk/>
          <pc:sldMk cId="3488843725" sldId="2147481048"/>
        </pc:sldMkLst>
        <pc:spChg chg="del">
          <ac:chgData name="Zhihui ZH2 Tian" userId="S::tianzh2@lenovo.com::94ed89da-a0ca-4831-ab80-99fe6f0e0de7" providerId="AD" clId="Web-{8FC2F3C6-4425-B3F6-FCB4-DB04E336228C}" dt="2026-08-27T01:45:25.419" v="390"/>
          <ac:spMkLst>
            <pc:docMk/>
            <pc:sldMk cId="3488843725" sldId="2147481048"/>
            <ac:spMk id="3" creationId="{51117595-33A7-8DAD-2CDE-5230DACB6864}"/>
          </ac:spMkLst>
        </pc:spChg>
        <pc:spChg chg="add mod">
          <ac:chgData name="Zhihui ZH2 Tian" userId="S::tianzh2@lenovo.com::94ed89da-a0ca-4831-ab80-99fe6f0e0de7" providerId="AD" clId="Web-{8FC2F3C6-4425-B3F6-FCB4-DB04E336228C}" dt="2026-08-27T06:13:57.934" v="1324" actId="20577"/>
          <ac:spMkLst>
            <pc:docMk/>
            <pc:sldMk cId="3488843725" sldId="2147481048"/>
            <ac:spMk id="6" creationId="{F9A9E6B0-009F-FFC5-ADE7-615FF19D6FB2}"/>
          </ac:spMkLst>
        </pc:spChg>
        <pc:spChg chg="add mod">
          <ac:chgData name="Zhihui ZH2 Tian" userId="S::tianzh2@lenovo.com::94ed89da-a0ca-4831-ab80-99fe6f0e0de7" providerId="AD" clId="Web-{8FC2F3C6-4425-B3F6-FCB4-DB04E336228C}" dt="2026-08-28T02:01:07.489" v="3085" actId="20577"/>
          <ac:spMkLst>
            <pc:docMk/>
            <pc:sldMk cId="3488843725" sldId="2147481048"/>
            <ac:spMk id="7" creationId="{5159220D-5A7F-67E7-C7B9-2DA9556FD0FC}"/>
          </ac:spMkLst>
        </pc:spChg>
        <pc:spChg chg="del">
          <ac:chgData name="Zhihui ZH2 Tian" userId="S::tianzh2@lenovo.com::94ed89da-a0ca-4831-ab80-99fe6f0e0de7" providerId="AD" clId="Web-{8FC2F3C6-4425-B3F6-FCB4-DB04E336228C}" dt="2026-08-27T01:45:27.591" v="395"/>
          <ac:spMkLst>
            <pc:docMk/>
            <pc:sldMk cId="3488843725" sldId="2147481048"/>
            <ac:spMk id="10" creationId="{CB9E85BF-5B6F-CB0F-561F-4C872A8E5EE3}"/>
          </ac:spMkLst>
        </pc:spChg>
        <pc:spChg chg="del">
          <ac:chgData name="Zhihui ZH2 Tian" userId="S::tianzh2@lenovo.com::94ed89da-a0ca-4831-ab80-99fe6f0e0de7" providerId="AD" clId="Web-{8FC2F3C6-4425-B3F6-FCB4-DB04E336228C}" dt="2026-08-27T01:45:27.591" v="393"/>
          <ac:spMkLst>
            <pc:docMk/>
            <pc:sldMk cId="3488843725" sldId="2147481048"/>
            <ac:spMk id="14" creationId="{2E93A8D5-2F71-DC6A-91B4-8A8334D678E8}"/>
          </ac:spMkLst>
        </pc:spChg>
        <pc:spChg chg="del">
          <ac:chgData name="Zhihui ZH2 Tian" userId="S::tianzh2@lenovo.com::94ed89da-a0ca-4831-ab80-99fe6f0e0de7" providerId="AD" clId="Web-{8FC2F3C6-4425-B3F6-FCB4-DB04E336228C}" dt="2026-08-27T01:45:27.591" v="392"/>
          <ac:spMkLst>
            <pc:docMk/>
            <pc:sldMk cId="3488843725" sldId="2147481048"/>
            <ac:spMk id="16" creationId="{8BB0CB6F-C4F8-8F77-352D-69B028D60979}"/>
          </ac:spMkLst>
        </pc:spChg>
        <pc:spChg chg="del">
          <ac:chgData name="Zhihui ZH2 Tian" userId="S::tianzh2@lenovo.com::94ed89da-a0ca-4831-ab80-99fe6f0e0de7" providerId="AD" clId="Web-{8FC2F3C6-4425-B3F6-FCB4-DB04E336228C}" dt="2026-08-27T01:45:27.591" v="391"/>
          <ac:spMkLst>
            <pc:docMk/>
            <pc:sldMk cId="3488843725" sldId="2147481048"/>
            <ac:spMk id="18" creationId="{C0121E9F-1D0C-AFDE-AF41-A4CA84281220}"/>
          </ac:spMkLst>
        </pc:spChg>
        <pc:spChg chg="del mod">
          <ac:chgData name="Zhihui ZH2 Tian" userId="S::tianzh2@lenovo.com::94ed89da-a0ca-4831-ab80-99fe6f0e0de7" providerId="AD" clId="Web-{8FC2F3C6-4425-B3F6-FCB4-DB04E336228C}" dt="2026-08-27T03:38:28.915" v="858"/>
          <ac:spMkLst>
            <pc:docMk/>
            <pc:sldMk cId="3488843725" sldId="2147481048"/>
            <ac:spMk id="21" creationId="{132880C2-3C3D-088E-5254-538FE53D12ED}"/>
          </ac:spMkLst>
        </pc:spChg>
        <pc:graphicFrameChg chg="add del mod modGraphic">
          <ac:chgData name="Zhihui ZH2 Tian" userId="S::tianzh2@lenovo.com::94ed89da-a0ca-4831-ab80-99fe6f0e0de7" providerId="AD" clId="Web-{8FC2F3C6-4425-B3F6-FCB4-DB04E336228C}" dt="2026-08-27T08:24:24.042" v="2000"/>
          <ac:graphicFrameMkLst>
            <pc:docMk/>
            <pc:sldMk cId="3488843725" sldId="2147481048"/>
            <ac:graphicFrameMk id="4" creationId="{82915E18-3660-E2E8-E20B-62DAB78F5AA7}"/>
          </ac:graphicFrameMkLst>
        </pc:graphicFrameChg>
        <pc:graphicFrameChg chg="add del mod">
          <ac:chgData name="Zhihui ZH2 Tian" userId="S::tianzh2@lenovo.com::94ed89da-a0ca-4831-ab80-99fe6f0e0de7" providerId="AD" clId="Web-{8FC2F3C6-4425-B3F6-FCB4-DB04E336228C}" dt="2026-08-27T08:42:54.312" v="2098"/>
          <ac:graphicFrameMkLst>
            <pc:docMk/>
            <pc:sldMk cId="3488843725" sldId="2147481048"/>
            <ac:graphicFrameMk id="10" creationId="{CC2CD489-1A91-2031-D2BC-3B1379400E86}"/>
          </ac:graphicFrameMkLst>
        </pc:graphicFrameChg>
        <pc:graphicFrameChg chg="add mod modGraphic">
          <ac:chgData name="Zhihui ZH2 Tian" userId="S::tianzh2@lenovo.com::94ed89da-a0ca-4831-ab80-99fe6f0e0de7" providerId="AD" clId="Web-{8FC2F3C6-4425-B3F6-FCB4-DB04E336228C}" dt="2026-08-27T09:21:54.436" v="2311" actId="1076"/>
          <ac:graphicFrameMkLst>
            <pc:docMk/>
            <pc:sldMk cId="3488843725" sldId="2147481048"/>
            <ac:graphicFrameMk id="14" creationId="{8C0EB058-E1E6-2C77-DE13-6FFC2522FE79}"/>
          </ac:graphicFrameMkLst>
        </pc:graphicFrameChg>
        <pc:picChg chg="add del mod modCrop">
          <ac:chgData name="Zhihui ZH2 Tian" userId="S::tianzh2@lenovo.com::94ed89da-a0ca-4831-ab80-99fe6f0e0de7" providerId="AD" clId="Web-{8FC2F3C6-4425-B3F6-FCB4-DB04E336228C}" dt="2026-08-27T02:39:06.561" v="413"/>
          <ac:picMkLst>
            <pc:docMk/>
            <pc:sldMk cId="3488843725" sldId="2147481048"/>
            <ac:picMk id="3" creationId="{FA6BAB11-BF6D-3EC8-2157-8DF74736DE79}"/>
          </ac:picMkLst>
        </pc:picChg>
        <pc:picChg chg="add del mod">
          <ac:chgData name="Zhihui ZH2 Tian" userId="S::tianzh2@lenovo.com::94ed89da-a0ca-4831-ab80-99fe6f0e0de7" providerId="AD" clId="Web-{8FC2F3C6-4425-B3F6-FCB4-DB04E336228C}" dt="2026-08-27T02:40:14.113" v="418"/>
          <ac:picMkLst>
            <pc:docMk/>
            <pc:sldMk cId="3488843725" sldId="2147481048"/>
            <ac:picMk id="4" creationId="{78D4C52C-DC5E-1FB5-F97E-71F77D1319E8}"/>
          </ac:picMkLst>
        </pc:picChg>
        <pc:picChg chg="add del mod modCrop">
          <ac:chgData name="Zhihui ZH2 Tian" userId="S::tianzh2@lenovo.com::94ed89da-a0ca-4831-ab80-99fe6f0e0de7" providerId="AD" clId="Web-{8FC2F3C6-4425-B3F6-FCB4-DB04E336228C}" dt="2026-08-27T08:26:30.093" v="2055"/>
          <ac:picMkLst>
            <pc:docMk/>
            <pc:sldMk cId="3488843725" sldId="2147481048"/>
            <ac:picMk id="5" creationId="{9CAC6A80-7512-DFE7-0E1F-7B77DBD6364D}"/>
          </ac:picMkLst>
        </pc:picChg>
        <pc:picChg chg="add del">
          <ac:chgData name="Zhihui ZH2 Tian" userId="S::tianzh2@lenovo.com::94ed89da-a0ca-4831-ab80-99fe6f0e0de7" providerId="AD" clId="Web-{8FC2F3C6-4425-B3F6-FCB4-DB04E336228C}" dt="2026-08-27T08:27:10.984" v="2057"/>
          <ac:picMkLst>
            <pc:docMk/>
            <pc:sldMk cId="3488843725" sldId="2147481048"/>
            <ac:picMk id="8" creationId="{84FF782B-B265-C7C4-2303-11FDAA8876F0}"/>
          </ac:picMkLst>
        </pc:picChg>
        <pc:picChg chg="add del mod">
          <ac:chgData name="Zhihui ZH2 Tian" userId="S::tianzh2@lenovo.com::94ed89da-a0ca-4831-ab80-99fe6f0e0de7" providerId="AD" clId="Web-{8FC2F3C6-4425-B3F6-FCB4-DB04E336228C}" dt="2026-08-27T09:03:48.228" v="2147"/>
          <ac:picMkLst>
            <pc:docMk/>
            <pc:sldMk cId="3488843725" sldId="2147481048"/>
            <ac:picMk id="11" creationId="{EB246FE7-ED90-317A-9AC0-9015C962CF32}"/>
          </ac:picMkLst>
        </pc:picChg>
        <pc:picChg chg="add mod">
          <ac:chgData name="Zhihui ZH2 Tian" userId="S::tianzh2@lenovo.com::94ed89da-a0ca-4831-ab80-99fe6f0e0de7" providerId="AD" clId="Web-{8FC2F3C6-4425-B3F6-FCB4-DB04E336228C}" dt="2026-08-27T09:20:01.119" v="2266" actId="1076"/>
          <ac:picMkLst>
            <pc:docMk/>
            <pc:sldMk cId="3488843725" sldId="2147481048"/>
            <ac:picMk id="12" creationId="{D862D669-EB84-B015-CF45-F51722C09461}"/>
          </ac:picMkLst>
        </pc:picChg>
        <pc:picChg chg="del">
          <ac:chgData name="Zhihui ZH2 Tian" userId="S::tianzh2@lenovo.com::94ed89da-a0ca-4831-ab80-99fe6f0e0de7" providerId="AD" clId="Web-{8FC2F3C6-4425-B3F6-FCB4-DB04E336228C}" dt="2026-08-27T01:45:27.591" v="394"/>
          <ac:picMkLst>
            <pc:docMk/>
            <pc:sldMk cId="3488843725" sldId="2147481048"/>
            <ac:picMk id="13" creationId="{7B6AE9F7-6B0D-A20F-D6C7-470607FF2FF2}"/>
          </ac:picMkLst>
        </pc:picChg>
        <pc:picChg chg="add mod modCrop">
          <ac:chgData name="Zhihui ZH2 Tian" userId="S::tianzh2@lenovo.com::94ed89da-a0ca-4831-ab80-99fe6f0e0de7" providerId="AD" clId="Web-{8FC2F3C6-4425-B3F6-FCB4-DB04E336228C}" dt="2026-08-27T09:20:01.182" v="2268" actId="1076"/>
          <ac:picMkLst>
            <pc:docMk/>
            <pc:sldMk cId="3488843725" sldId="2147481048"/>
            <ac:picMk id="15" creationId="{00A34A34-A77A-5C28-1416-2E5F02145E16}"/>
          </ac:picMkLst>
        </pc:picChg>
        <pc:picChg chg="add del mod">
          <ac:chgData name="Zhihui ZH2 Tian" userId="S::tianzh2@lenovo.com::94ed89da-a0ca-4831-ab80-99fe6f0e0de7" providerId="AD" clId="Web-{8FC2F3C6-4425-B3F6-FCB4-DB04E336228C}" dt="2026-08-27T02:38:59.983" v="409"/>
          <ac:picMkLst>
            <pc:docMk/>
            <pc:sldMk cId="3488843725" sldId="2147481048"/>
            <ac:picMk id="22" creationId="{DA677A8C-2175-C6E6-FE1F-CD8B1FAB432D}"/>
          </ac:picMkLst>
        </pc:picChg>
      </pc:sldChg>
      <pc:sldChg chg="addSp delSp modSp add replId">
        <pc:chgData name="Zhihui ZH2 Tian" userId="S::tianzh2@lenovo.com::94ed89da-a0ca-4831-ab80-99fe6f0e0de7" providerId="AD" clId="Web-{8FC2F3C6-4425-B3F6-FCB4-DB04E336228C}" dt="2026-08-28T01:53:38.743" v="3078"/>
        <pc:sldMkLst>
          <pc:docMk/>
          <pc:sldMk cId="3555208555" sldId="2147481049"/>
        </pc:sldMkLst>
        <pc:spChg chg="del mod">
          <ac:chgData name="Zhihui ZH2 Tian" userId="S::tianzh2@lenovo.com::94ed89da-a0ca-4831-ab80-99fe6f0e0de7" providerId="AD" clId="Web-{8FC2F3C6-4425-B3F6-FCB4-DB04E336228C}" dt="2026-08-28T01:53:38.743" v="3078"/>
          <ac:spMkLst>
            <pc:docMk/>
            <pc:sldMk cId="3555208555" sldId="2147481049"/>
            <ac:spMk id="7" creationId="{80DCB200-884D-7722-2190-8E8C9BF66338}"/>
          </ac:spMkLst>
        </pc:spChg>
        <pc:spChg chg="add mod">
          <ac:chgData name="Zhihui ZH2 Tian" userId="S::tianzh2@lenovo.com::94ed89da-a0ca-4831-ab80-99fe6f0e0de7" providerId="AD" clId="Web-{8FC2F3C6-4425-B3F6-FCB4-DB04E336228C}" dt="2026-08-27T09:34:04.272" v="2593" actId="20577"/>
          <ac:spMkLst>
            <pc:docMk/>
            <pc:sldMk cId="3555208555" sldId="2147481049"/>
            <ac:spMk id="8" creationId="{53F653E9-5D50-1DCD-5A91-16D3883C4575}"/>
          </ac:spMkLst>
        </pc:spChg>
        <pc:graphicFrameChg chg="mod modGraphic">
          <ac:chgData name="Zhihui ZH2 Tian" userId="S::tianzh2@lenovo.com::94ed89da-a0ca-4831-ab80-99fe6f0e0de7" providerId="AD" clId="Web-{8FC2F3C6-4425-B3F6-FCB4-DB04E336228C}" dt="2026-08-27T09:32:52.148" v="2552"/>
          <ac:graphicFrameMkLst>
            <pc:docMk/>
            <pc:sldMk cId="3555208555" sldId="2147481049"/>
            <ac:graphicFrameMk id="4" creationId="{22F1003C-BA98-1BB0-D153-862F3FE6013F}"/>
          </ac:graphicFrameMkLst>
        </pc:graphicFrameChg>
      </pc:sldChg>
    </pc:docChg>
  </pc:docChgLst>
  <pc:docChgLst>
    <pc:chgData name="Zhihui ZH2 Tian" userId="S::tianzh2@lenovo.com::94ed89da-a0ca-4831-ab80-99fe6f0e0de7" providerId="AD" clId="Web-{00000000-0000-0000-0000-000000000000}"/>
    <pc:docChg chg="addSld modSld">
      <pc:chgData name="Zhihui ZH2 Tian" userId="S::tianzh2@lenovo.com::94ed89da-a0ca-4831-ab80-99fe6f0e0de7" providerId="AD" clId="Web-{00000000-0000-0000-0000-000000000000}" dt="2026-08-28T11:33:34.751" v="734" actId="20577"/>
      <pc:docMkLst>
        <pc:docMk/>
      </pc:docMkLst>
      <pc:sldChg chg="addSp delSp modSp">
        <pc:chgData name="Zhihui ZH2 Tian" userId="S::tianzh2@lenovo.com::94ed89da-a0ca-4831-ab80-99fe6f0e0de7" providerId="AD" clId="Web-{00000000-0000-0000-0000-000000000000}" dt="2026-08-25T07:12:52.320" v="105" actId="20577"/>
        <pc:sldMkLst>
          <pc:docMk/>
          <pc:sldMk cId="996989470" sldId="2147481033"/>
        </pc:sldMkLst>
        <pc:spChg chg="mod">
          <ac:chgData name="Zhihui ZH2 Tian" userId="S::tianzh2@lenovo.com::94ed89da-a0ca-4831-ab80-99fe6f0e0de7" providerId="AD" clId="Web-{00000000-0000-0000-0000-000000000000}" dt="2026-08-25T07:12:52.320" v="105" actId="20577"/>
          <ac:spMkLst>
            <pc:docMk/>
            <pc:sldMk cId="996989470" sldId="2147481033"/>
            <ac:spMk id="4" creationId="{56809277-73C7-2878-27B0-3526D0ACAFD4}"/>
          </ac:spMkLst>
        </pc:spChg>
        <pc:grpChg chg="add mod">
          <ac:chgData name="Zhihui ZH2 Tian" userId="S::tianzh2@lenovo.com::94ed89da-a0ca-4831-ab80-99fe6f0e0de7" providerId="AD" clId="Web-{00000000-0000-0000-0000-000000000000}" dt="2026-08-25T07:07:16.982" v="28" actId="1076"/>
          <ac:grpSpMkLst>
            <pc:docMk/>
            <pc:sldMk cId="996989470" sldId="2147481033"/>
            <ac:grpSpMk id="8" creationId="{48C413B9-D581-9115-2978-61C1F17585F2}"/>
          </ac:grpSpMkLst>
        </pc:grpChg>
        <pc:picChg chg="add mod">
          <ac:chgData name="Zhihui ZH2 Tian" userId="S::tianzh2@lenovo.com::94ed89da-a0ca-4831-ab80-99fe6f0e0de7" providerId="AD" clId="Web-{00000000-0000-0000-0000-000000000000}" dt="2026-08-25T07:06:11.886" v="17" actId="14100"/>
          <ac:picMkLst>
            <pc:docMk/>
            <pc:sldMk cId="996989470" sldId="2147481033"/>
            <ac:picMk id="5" creationId="{A9F33C65-10B5-016C-4504-35111BCA8311}"/>
          </ac:picMkLst>
        </pc:picChg>
        <pc:picChg chg="add mod modCrop">
          <ac:chgData name="Zhihui ZH2 Tian" userId="S::tianzh2@lenovo.com::94ed89da-a0ca-4831-ab80-99fe6f0e0de7" providerId="AD" clId="Web-{00000000-0000-0000-0000-000000000000}" dt="2026-08-25T07:06:58.575" v="25"/>
          <ac:picMkLst>
            <pc:docMk/>
            <pc:sldMk cId="996989470" sldId="2147481033"/>
            <ac:picMk id="7" creationId="{65AC5A3F-4CDD-5872-AFCE-E70451F1F20B}"/>
          </ac:picMkLst>
        </pc:picChg>
        <pc:picChg chg="mod">
          <ac:chgData name="Zhihui ZH2 Tian" userId="S::tianzh2@lenovo.com::94ed89da-a0ca-4831-ab80-99fe6f0e0de7" providerId="AD" clId="Web-{00000000-0000-0000-0000-000000000000}" dt="2026-08-25T07:05:33.448" v="11" actId="14100"/>
          <ac:picMkLst>
            <pc:docMk/>
            <pc:sldMk cId="996989470" sldId="2147481033"/>
            <ac:picMk id="10" creationId="{44C8AAC4-0584-2326-2EE0-20D4046CD642}"/>
          </ac:picMkLst>
        </pc:picChg>
      </pc:sldChg>
      <pc:sldChg chg="addSp delSp modSp">
        <pc:chgData name="Zhihui ZH2 Tian" userId="S::tianzh2@lenovo.com::94ed89da-a0ca-4831-ab80-99fe6f0e0de7" providerId="AD" clId="Web-{00000000-0000-0000-0000-000000000000}" dt="2026-08-25T07:56:09.627" v="541" actId="20577"/>
        <pc:sldMkLst>
          <pc:docMk/>
          <pc:sldMk cId="1931673987" sldId="2147481036"/>
        </pc:sldMkLst>
        <pc:spChg chg="add mod">
          <ac:chgData name="Zhihui ZH2 Tian" userId="S::tianzh2@lenovo.com::94ed89da-a0ca-4831-ab80-99fe6f0e0de7" providerId="AD" clId="Web-{00000000-0000-0000-0000-000000000000}" dt="2026-08-25T07:39:41.344" v="423" actId="20577"/>
          <ac:spMkLst>
            <pc:docMk/>
            <pc:sldMk cId="1931673987" sldId="2147481036"/>
            <ac:spMk id="6" creationId="{2D028BC5-A29D-D646-9B2B-0DC1789FD3D5}"/>
          </ac:spMkLst>
        </pc:spChg>
        <pc:spChg chg="add mod">
          <ac:chgData name="Zhihui ZH2 Tian" userId="S::tianzh2@lenovo.com::94ed89da-a0ca-4831-ab80-99fe6f0e0de7" providerId="AD" clId="Web-{00000000-0000-0000-0000-000000000000}" dt="2026-08-25T07:56:09.627" v="541" actId="20577"/>
          <ac:spMkLst>
            <pc:docMk/>
            <pc:sldMk cId="1931673987" sldId="2147481036"/>
            <ac:spMk id="7" creationId="{796BDC5B-9911-10B3-68F0-78E01FDA7FBC}"/>
          </ac:spMkLst>
        </pc:spChg>
        <pc:picChg chg="add mod">
          <ac:chgData name="Zhihui ZH2 Tian" userId="S::tianzh2@lenovo.com::94ed89da-a0ca-4831-ab80-99fe6f0e0de7" providerId="AD" clId="Web-{00000000-0000-0000-0000-000000000000}" dt="2026-08-25T07:54:06.138" v="526" actId="1076"/>
          <ac:picMkLst>
            <pc:docMk/>
            <pc:sldMk cId="1931673987" sldId="2147481036"/>
            <ac:picMk id="8" creationId="{0FB5BCAA-293A-83C0-AD80-FA7255F2B105}"/>
          </ac:picMkLst>
        </pc:picChg>
      </pc:sldChg>
      <pc:sldChg chg="addSp delSp modSp">
        <pc:chgData name="Zhihui ZH2 Tian" userId="S::tianzh2@lenovo.com::94ed89da-a0ca-4831-ab80-99fe6f0e0de7" providerId="AD" clId="Web-{00000000-0000-0000-0000-000000000000}" dt="2026-08-25T07:22:51.748" v="266" actId="20577"/>
        <pc:sldMkLst>
          <pc:docMk/>
          <pc:sldMk cId="2858163089" sldId="2147481039"/>
        </pc:sldMkLst>
        <pc:spChg chg="mod">
          <ac:chgData name="Zhihui ZH2 Tian" userId="S::tianzh2@lenovo.com::94ed89da-a0ca-4831-ab80-99fe6f0e0de7" providerId="AD" clId="Web-{00000000-0000-0000-0000-000000000000}" dt="2026-08-25T07:22:51.748" v="266" actId="20577"/>
          <ac:spMkLst>
            <pc:docMk/>
            <pc:sldMk cId="2858163089" sldId="2147481039"/>
            <ac:spMk id="4" creationId="{7EFB5AF1-82DA-38D2-9AF6-93B3B83F990D}"/>
          </ac:spMkLst>
        </pc:spChg>
        <pc:spChg chg="add mod">
          <ac:chgData name="Zhihui ZH2 Tian" userId="S::tianzh2@lenovo.com::94ed89da-a0ca-4831-ab80-99fe6f0e0de7" providerId="AD" clId="Web-{00000000-0000-0000-0000-000000000000}" dt="2026-08-25T07:22:35.544" v="262" actId="20577"/>
          <ac:spMkLst>
            <pc:docMk/>
            <pc:sldMk cId="2858163089" sldId="2147481039"/>
            <ac:spMk id="5" creationId="{70BA350A-D096-3402-D67A-DBD4CD8B4BD1}"/>
          </ac:spMkLst>
        </pc:spChg>
        <pc:spChg chg="add mod">
          <ac:chgData name="Zhihui ZH2 Tian" userId="S::tianzh2@lenovo.com::94ed89da-a0ca-4831-ab80-99fe6f0e0de7" providerId="AD" clId="Web-{00000000-0000-0000-0000-000000000000}" dt="2026-08-25T07:22:31.747" v="261" actId="20577"/>
          <ac:spMkLst>
            <pc:docMk/>
            <pc:sldMk cId="2858163089" sldId="2147481039"/>
            <ac:spMk id="9" creationId="{54B4EE88-45A3-BB6D-C49D-316376FB393C}"/>
          </ac:spMkLst>
        </pc:spChg>
        <pc:picChg chg="mod">
          <ac:chgData name="Zhihui ZH2 Tian" userId="S::tianzh2@lenovo.com::94ed89da-a0ca-4831-ab80-99fe6f0e0de7" providerId="AD" clId="Web-{00000000-0000-0000-0000-000000000000}" dt="2026-08-25T07:20:05.774" v="232" actId="1076"/>
          <ac:picMkLst>
            <pc:docMk/>
            <pc:sldMk cId="2858163089" sldId="2147481039"/>
            <ac:picMk id="7" creationId="{2F36870F-9124-25D2-4714-64973668B903}"/>
          </ac:picMkLst>
        </pc:picChg>
        <pc:picChg chg="mod ord">
          <ac:chgData name="Zhihui ZH2 Tian" userId="S::tianzh2@lenovo.com::94ed89da-a0ca-4831-ab80-99fe6f0e0de7" providerId="AD" clId="Web-{00000000-0000-0000-0000-000000000000}" dt="2026-08-25T07:20:05.789" v="233" actId="1076"/>
          <ac:picMkLst>
            <pc:docMk/>
            <pc:sldMk cId="2858163089" sldId="2147481039"/>
            <ac:picMk id="8" creationId="{49E6D9D5-F351-1E26-E319-16CE2729D479}"/>
          </ac:picMkLst>
        </pc:picChg>
      </pc:sldChg>
      <pc:sldChg chg="add replId">
        <pc:chgData name="Zhihui ZH2 Tian" userId="S::tianzh2@lenovo.com::94ed89da-a0ca-4831-ab80-99fe6f0e0de7" providerId="AD" clId="Web-{00000000-0000-0000-0000-000000000000}" dt="2026-08-25T07:23:24.421" v="267"/>
        <pc:sldMkLst>
          <pc:docMk/>
          <pc:sldMk cId="571827063" sldId="2147481040"/>
        </pc:sldMkLst>
      </pc:sldChg>
      <pc:sldChg chg="modSp">
        <pc:chgData name="Zhihui ZH2 Tian" userId="S::tianzh2@lenovo.com::94ed89da-a0ca-4831-ab80-99fe6f0e0de7" providerId="AD" clId="Web-{00000000-0000-0000-0000-000000000000}" dt="2026-08-28T11:33:34.751" v="734" actId="20577"/>
        <pc:sldMkLst>
          <pc:docMk/>
          <pc:sldMk cId="808776147" sldId="2147481050"/>
        </pc:sldMkLst>
        <pc:spChg chg="mod">
          <ac:chgData name="Zhihui ZH2 Tian" userId="S::tianzh2@lenovo.com::94ed89da-a0ca-4831-ab80-99fe6f0e0de7" providerId="AD" clId="Web-{00000000-0000-0000-0000-000000000000}" dt="2026-08-28T11:33:34.751" v="734" actId="20577"/>
          <ac:spMkLst>
            <pc:docMk/>
            <pc:sldMk cId="808776147" sldId="2147481050"/>
            <ac:spMk id="3" creationId="{C3098FF2-3301-5690-E2C4-66423D3AD40B}"/>
          </ac:spMkLst>
        </pc:spChg>
      </pc:sldChg>
    </pc:docChg>
  </pc:docChgLst>
  <pc:docChgLst>
    <pc:chgData name="Zhihui ZH2 Tian" userId="S::tianzh2@lenovo.com::94ed89da-a0ca-4831-ab80-99fe6f0e0de7" providerId="AD" clId="Web-{AB7064AF-1A13-B689-56D1-8E5AC121163E}"/>
    <pc:docChg chg="addSld modSld">
      <pc:chgData name="Zhihui ZH2 Tian" userId="S::tianzh2@lenovo.com::94ed89da-a0ca-4831-ab80-99fe6f0e0de7" providerId="AD" clId="Web-{AB7064AF-1A13-B689-56D1-8E5AC121163E}" dt="2026-08-26T01:47:30.368" v="99" actId="20577"/>
      <pc:docMkLst>
        <pc:docMk/>
      </pc:docMkLst>
      <pc:sldChg chg="addSp delSp modSp add replId">
        <pc:chgData name="Zhihui ZH2 Tian" userId="S::tianzh2@lenovo.com::94ed89da-a0ca-4831-ab80-99fe6f0e0de7" providerId="AD" clId="Web-{AB7064AF-1A13-B689-56D1-8E5AC121163E}" dt="2026-08-26T01:47:30.368" v="99" actId="20577"/>
        <pc:sldMkLst>
          <pc:docMk/>
          <pc:sldMk cId="1037950037" sldId="2147481045"/>
        </pc:sldMkLst>
        <pc:spChg chg="mod">
          <ac:chgData name="Zhihui ZH2 Tian" userId="S::tianzh2@lenovo.com::94ed89da-a0ca-4831-ab80-99fe6f0e0de7" providerId="AD" clId="Web-{AB7064AF-1A13-B689-56D1-8E5AC121163E}" dt="2026-08-26T01:36:32.107" v="9" actId="20577"/>
          <ac:spMkLst>
            <pc:docMk/>
            <pc:sldMk cId="1037950037" sldId="2147481045"/>
            <ac:spMk id="2" creationId="{4AC51027-89A7-A011-986A-90FE4EC9A8FB}"/>
          </ac:spMkLst>
        </pc:spChg>
        <pc:spChg chg="add mod">
          <ac:chgData name="Zhihui ZH2 Tian" userId="S::tianzh2@lenovo.com::94ed89da-a0ca-4831-ab80-99fe6f0e0de7" providerId="AD" clId="Web-{AB7064AF-1A13-B689-56D1-8E5AC121163E}" dt="2026-08-26T01:47:30.368" v="99" actId="20577"/>
          <ac:spMkLst>
            <pc:docMk/>
            <pc:sldMk cId="1037950037" sldId="2147481045"/>
            <ac:spMk id="11" creationId="{A7A513F3-AE7D-9FEF-AB12-DD2C05A8C7F0}"/>
          </ac:spMkLst>
        </pc:spChg>
        <pc:picChg chg="add mod">
          <ac:chgData name="Zhihui ZH2 Tian" userId="S::tianzh2@lenovo.com::94ed89da-a0ca-4831-ab80-99fe6f0e0de7" providerId="AD" clId="Web-{AB7064AF-1A13-B689-56D1-8E5AC121163E}" dt="2026-08-26T01:46:32.975" v="84" actId="1076"/>
          <ac:picMkLst>
            <pc:docMk/>
            <pc:sldMk cId="1037950037" sldId="2147481045"/>
            <ac:picMk id="3" creationId="{C87A1D93-534C-169B-F23C-37CE19F9B8C2}"/>
          </ac:picMkLst>
        </pc:picChg>
        <pc:picChg chg="add mod">
          <ac:chgData name="Zhihui ZH2 Tian" userId="S::tianzh2@lenovo.com::94ed89da-a0ca-4831-ab80-99fe6f0e0de7" providerId="AD" clId="Web-{AB7064AF-1A13-B689-56D1-8E5AC121163E}" dt="2026-08-26T01:46:32.975" v="85" actId="1076"/>
          <ac:picMkLst>
            <pc:docMk/>
            <pc:sldMk cId="1037950037" sldId="2147481045"/>
            <ac:picMk id="6" creationId="{111B67B0-2C28-74D4-4758-1F507138144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汉仪旗黑-50S" panose="00020600040101010101" charset="-122"/>
              <a:ea typeface="汉仪旗黑-50S" panose="00020600040101010101" charset="-122"/>
              <a:cs typeface="汉仪旗黑-50S" panose="0002060004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DF4BBD-AED4-4538-958E-47FA915997A3}" type="datetimeFigureOut">
              <a:rPr lang="zh-CN" altLang="en-US" smtClean="0">
                <a:cs typeface="汉仪旗黑-50S" panose="00020600040101010101" charset="-122"/>
              </a:rPr>
              <a:t>2026/8/28</a:t>
            </a:fld>
            <a:endParaRPr lang="zh-CN" altLang="en-US">
              <a:cs typeface="汉仪旗黑-50S" panose="0002060004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汉仪旗黑-50S" panose="00020600040101010101" charset="-122"/>
              <a:ea typeface="汉仪旗黑-50S" panose="00020600040101010101" charset="-122"/>
              <a:cs typeface="汉仪旗黑-50S" panose="0002060004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42AE2A-F74D-46B0-BA34-2C9E1D7C70E1}" type="slidenum">
              <a:rPr lang="zh-CN" altLang="en-US" smtClean="0">
                <a:cs typeface="汉仪旗黑-50S" panose="00020600040101010101" charset="-122"/>
              </a:rPr>
              <a:t>‹#›</a:t>
            </a:fld>
            <a:endParaRPr lang="zh-CN" altLang="en-US">
              <a:cs typeface="汉仪旗黑-50S" panose="00020600040101010101"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旗黑-50S" panose="00020600040101010101" charset="-122"/>
                <a:ea typeface="汉仪旗黑-50S" panose="00020600040101010101" charset="-122"/>
                <a:cs typeface="汉仪旗黑-50S" panose="0002060004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旗黑-50S" panose="00020600040101010101" charset="-122"/>
                <a:ea typeface="汉仪旗黑-50S" panose="00020600040101010101" charset="-122"/>
                <a:cs typeface="汉仪旗黑-50S" panose="00020600040101010101" charset="-122"/>
              </a:defRPr>
            </a:lvl1pPr>
          </a:lstStyle>
          <a:p>
            <a:fld id="{25AF560D-CCA5-4258-A522-EAABB6870BBA}" type="datetimeFigureOut">
              <a:rPr lang="zh-CN" altLang="en-US" smtClean="0"/>
              <a:t>2026/8/28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旗黑-50S" panose="00020600040101010101" charset="-122"/>
                <a:ea typeface="汉仪旗黑-50S" panose="00020600040101010101" charset="-122"/>
                <a:cs typeface="汉仪旗黑-50S" panose="0002060004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旗黑-50S" panose="00020600040101010101" charset="-122"/>
                <a:ea typeface="汉仪旗黑-50S" panose="00020600040101010101" charset="-122"/>
                <a:cs typeface="汉仪旗黑-50S" panose="00020600040101010101" charset="-122"/>
              </a:defRPr>
            </a:lvl1pPr>
          </a:lstStyle>
          <a:p>
            <a:fld id="{200F122F-8FF9-47AD-AC95-6463B8E1568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汉仪旗黑-50S" panose="00020600040101010101" charset="-122"/>
        <a:ea typeface="汉仪旗黑-50S" panose="00020600040101010101" charset="-122"/>
        <a:cs typeface="汉仪旗黑-50S" panose="00020600040101010101" charset="-122"/>
      </a:defRPr>
    </a:lvl1pPr>
    <a:lvl2pPr marL="457200" algn="l" defTabSz="914400" rtl="0" eaLnBrk="1" latinLnBrk="0" hangingPunct="1">
      <a:defRPr sz="1200" kern="1200">
        <a:solidFill>
          <a:schemeClr val="tx1"/>
        </a:solidFill>
        <a:latin typeface="汉仪旗黑-50S" panose="00020600040101010101" charset="-122"/>
        <a:ea typeface="汉仪旗黑-50S" panose="00020600040101010101" charset="-122"/>
        <a:cs typeface="汉仪旗黑-50S" panose="00020600040101010101" charset="-122"/>
      </a:defRPr>
    </a:lvl2pPr>
    <a:lvl3pPr marL="914400" algn="l" defTabSz="914400" rtl="0" eaLnBrk="1" latinLnBrk="0" hangingPunct="1">
      <a:defRPr sz="1200" kern="1200">
        <a:solidFill>
          <a:schemeClr val="tx1"/>
        </a:solidFill>
        <a:latin typeface="汉仪旗黑-50S" panose="00020600040101010101" charset="-122"/>
        <a:ea typeface="汉仪旗黑-50S" panose="00020600040101010101" charset="-122"/>
        <a:cs typeface="汉仪旗黑-50S" panose="00020600040101010101" charset="-122"/>
      </a:defRPr>
    </a:lvl3pPr>
    <a:lvl4pPr marL="1371600" algn="l" defTabSz="914400" rtl="0" eaLnBrk="1" latinLnBrk="0" hangingPunct="1">
      <a:defRPr sz="1200" kern="1200">
        <a:solidFill>
          <a:schemeClr val="tx1"/>
        </a:solidFill>
        <a:latin typeface="汉仪旗黑-50S" panose="00020600040101010101" charset="-122"/>
        <a:ea typeface="汉仪旗黑-50S" panose="00020600040101010101" charset="-122"/>
        <a:cs typeface="汉仪旗黑-50S" panose="00020600040101010101" charset="-122"/>
      </a:defRPr>
    </a:lvl4pPr>
    <a:lvl5pPr marL="1828800" algn="l" defTabSz="914400" rtl="0" eaLnBrk="1" latinLnBrk="0" hangingPunct="1">
      <a:defRPr sz="1200" kern="1200">
        <a:solidFill>
          <a:schemeClr val="tx1"/>
        </a:solidFill>
        <a:latin typeface="汉仪旗黑-50S" panose="00020600040101010101" charset="-122"/>
        <a:ea typeface="汉仪旗黑-50S" panose="00020600040101010101" charset="-122"/>
        <a:cs typeface="汉仪旗黑-50S" panose="0002060004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00F122F-8FF9-47AD-AC95-6463B8E15684}" type="slidenum">
              <a:rPr lang="zh-CN" altLang="en-US" smtClean="0"/>
              <a:t>1</a:t>
            </a:fld>
            <a:endParaRPr lang="zh-CN" altLang="en-US"/>
          </a:p>
        </p:txBody>
      </p:sp>
    </p:spTree>
    <p:extLst>
      <p:ext uri="{BB962C8B-B14F-4D97-AF65-F5344CB8AC3E}">
        <p14:creationId xmlns:p14="http://schemas.microsoft.com/office/powerpoint/2010/main" val="3123928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200F122F-8FF9-47AD-AC95-6463B8E15684}" type="slidenum">
              <a:rPr lang="zh-CN" altLang="en-US" smtClean="0"/>
              <a:t>3</a:t>
            </a:fld>
            <a:endParaRPr lang="zh-CN" altLang="en-US"/>
          </a:p>
        </p:txBody>
      </p:sp>
    </p:spTree>
    <p:extLst>
      <p:ext uri="{BB962C8B-B14F-4D97-AF65-F5344CB8AC3E}">
        <p14:creationId xmlns:p14="http://schemas.microsoft.com/office/powerpoint/2010/main" val="2173096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00F122F-8FF9-47AD-AC95-6463B8E15684}" type="slidenum">
              <a:rPr lang="zh-CN" altLang="en-US" smtClean="0"/>
              <a:t>4</a:t>
            </a:fld>
            <a:endParaRPr lang="zh-CN" altLang="en-US"/>
          </a:p>
        </p:txBody>
      </p:sp>
    </p:spTree>
    <p:extLst>
      <p:ext uri="{BB962C8B-B14F-4D97-AF65-F5344CB8AC3E}">
        <p14:creationId xmlns:p14="http://schemas.microsoft.com/office/powerpoint/2010/main" val="3548529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00F122F-8FF9-47AD-AC95-6463B8E15684}" type="slidenum">
              <a:rPr lang="zh-CN" altLang="en-US" smtClean="0"/>
              <a:t>5</a:t>
            </a:fld>
            <a:endParaRPr lang="zh-CN" altLang="en-US"/>
          </a:p>
        </p:txBody>
      </p:sp>
    </p:spTree>
    <p:extLst>
      <p:ext uri="{BB962C8B-B14F-4D97-AF65-F5344CB8AC3E}">
        <p14:creationId xmlns:p14="http://schemas.microsoft.com/office/powerpoint/2010/main" val="1239668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DC236-122B-EF99-2939-D9032FE85E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D5133E-EC80-D997-9B33-B969A88CDD5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CDE748-9291-98EC-8454-11C51A5899F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4D23359-DADD-044B-598D-6D7590ED274F}"/>
              </a:ext>
            </a:extLst>
          </p:cNvPr>
          <p:cNvSpPr>
            <a:spLocks noGrp="1"/>
          </p:cNvSpPr>
          <p:nvPr>
            <p:ph type="sldNum" sz="quarter" idx="5"/>
          </p:nvPr>
        </p:nvSpPr>
        <p:spPr/>
        <p:txBody>
          <a:bodyPr/>
          <a:lstStyle/>
          <a:p>
            <a:fld id="{200F122F-8FF9-47AD-AC95-6463B8E15684}" type="slidenum">
              <a:rPr lang="zh-CN" altLang="en-US" smtClean="0"/>
              <a:t>6</a:t>
            </a:fld>
            <a:endParaRPr lang="zh-CN" altLang="en-US"/>
          </a:p>
        </p:txBody>
      </p:sp>
    </p:spTree>
    <p:extLst>
      <p:ext uri="{BB962C8B-B14F-4D97-AF65-F5344CB8AC3E}">
        <p14:creationId xmlns:p14="http://schemas.microsoft.com/office/powerpoint/2010/main" val="428129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3B98B-B54B-9F29-3F35-07550074F3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6B4813-7072-83F7-9B4F-8054B01C50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BE21A1-39C7-0F36-E745-9D70BE66498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19441A1-09C6-95DF-1D10-BB283863D209}"/>
              </a:ext>
            </a:extLst>
          </p:cNvPr>
          <p:cNvSpPr>
            <a:spLocks noGrp="1"/>
          </p:cNvSpPr>
          <p:nvPr>
            <p:ph type="sldNum" sz="quarter" idx="5"/>
          </p:nvPr>
        </p:nvSpPr>
        <p:spPr/>
        <p:txBody>
          <a:bodyPr/>
          <a:lstStyle/>
          <a:p>
            <a:fld id="{200F122F-8FF9-47AD-AC95-6463B8E15684}" type="slidenum">
              <a:rPr lang="zh-CN" altLang="en-US" smtClean="0"/>
              <a:t>7</a:t>
            </a:fld>
            <a:endParaRPr lang="zh-CN" altLang="en-US"/>
          </a:p>
        </p:txBody>
      </p:sp>
    </p:spTree>
    <p:extLst>
      <p:ext uri="{BB962C8B-B14F-4D97-AF65-F5344CB8AC3E}">
        <p14:creationId xmlns:p14="http://schemas.microsoft.com/office/powerpoint/2010/main" val="308721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200F122F-8FF9-47AD-AC95-6463B8E15684}" type="slidenum">
              <a:rPr lang="zh-CN" altLang="en-US" smtClean="0"/>
              <a:t>10</a:t>
            </a:fld>
            <a:endParaRPr lang="zh-CN" altLang="en-US"/>
          </a:p>
        </p:txBody>
      </p:sp>
    </p:spTree>
    <p:extLst>
      <p:ext uri="{BB962C8B-B14F-4D97-AF65-F5344CB8AC3E}">
        <p14:creationId xmlns:p14="http://schemas.microsoft.com/office/powerpoint/2010/main" val="2140376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BB8B5-DEA0-5F71-5E1E-E0117DA823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D0BB47-5414-357D-64AF-4626D17A29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DF34C2-7A9B-3C27-0CB6-0777BAE036C6}"/>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D00CBDC3-10F1-43AB-38B1-49066F4B910C}"/>
              </a:ext>
            </a:extLst>
          </p:cNvPr>
          <p:cNvSpPr>
            <a:spLocks noGrp="1"/>
          </p:cNvSpPr>
          <p:nvPr>
            <p:ph type="sldNum" sz="quarter" idx="5"/>
          </p:nvPr>
        </p:nvSpPr>
        <p:spPr/>
        <p:txBody>
          <a:bodyPr/>
          <a:lstStyle/>
          <a:p>
            <a:fld id="{200F122F-8FF9-47AD-AC95-6463B8E15684}" type="slidenum">
              <a:rPr lang="zh-CN" altLang="en-US" smtClean="0"/>
              <a:t>17</a:t>
            </a:fld>
            <a:endParaRPr lang="zh-CN" altLang="en-US"/>
          </a:p>
        </p:txBody>
      </p:sp>
    </p:spTree>
    <p:extLst>
      <p:ext uri="{BB962C8B-B14F-4D97-AF65-F5344CB8AC3E}">
        <p14:creationId xmlns:p14="http://schemas.microsoft.com/office/powerpoint/2010/main" val="3961740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microsoft.com/office/2007/relationships/hdphoto" Target="../media/hdphoto1.wdp"/><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0.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0203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48">
            <a:extLst>
              <a:ext uri="{FF2B5EF4-FFF2-40B4-BE49-F238E27FC236}">
                <a16:creationId xmlns:a16="http://schemas.microsoft.com/office/drawing/2014/main" id="{C478BDE3-6009-DB2C-31B8-EA57E38A7489}"/>
              </a:ext>
            </a:extLst>
          </p:cNvPr>
          <p:cNvSpPr txBox="1"/>
          <p:nvPr userDrawn="1"/>
        </p:nvSpPr>
        <p:spPr>
          <a:xfrm>
            <a:off x="545965" y="4916836"/>
            <a:ext cx="1799762" cy="115416"/>
          </a:xfrm>
          <a:prstGeom prst="rect">
            <a:avLst/>
          </a:prstGeom>
          <a:noFill/>
        </p:spPr>
        <p:txBody>
          <a:bodyPr wrap="square" lIns="0" tIns="0" rIns="0" bIns="0" rtlCol="0">
            <a:spAutoFit/>
          </a:bodyPr>
          <a:lstStyle/>
          <a:p>
            <a:r>
              <a:rPr lang="en-US" sz="750">
                <a:solidFill>
                  <a:schemeClr val="bg1">
                    <a:lumMod val="95000"/>
                  </a:schemeClr>
                </a:solidFill>
                <a:latin typeface="Arial" pitchFamily="34" charset="0"/>
                <a:cs typeface="Arial" pitchFamily="34" charset="0"/>
              </a:rPr>
              <a:t>202</a:t>
            </a:r>
            <a:r>
              <a:rPr lang="en-US" altLang="zh-CN" sz="750">
                <a:solidFill>
                  <a:schemeClr val="bg1">
                    <a:lumMod val="95000"/>
                  </a:schemeClr>
                </a:solidFill>
                <a:latin typeface="Arial" pitchFamily="34" charset="0"/>
                <a:cs typeface="Arial" pitchFamily="34" charset="0"/>
              </a:rPr>
              <a:t>5</a:t>
            </a:r>
            <a:r>
              <a:rPr lang="en-US" sz="750">
                <a:solidFill>
                  <a:schemeClr val="bg1">
                    <a:lumMod val="95000"/>
                  </a:schemeClr>
                </a:solidFill>
                <a:latin typeface="Arial" pitchFamily="34" charset="0"/>
                <a:cs typeface="Arial" pitchFamily="34" charset="0"/>
              </a:rPr>
              <a:t> Lenovo Internal. All rights reserved.</a:t>
            </a:r>
          </a:p>
        </p:txBody>
      </p:sp>
      <p:sp>
        <p:nvSpPr>
          <p:cNvPr id="5" name="图形 4">
            <a:extLst>
              <a:ext uri="{FF2B5EF4-FFF2-40B4-BE49-F238E27FC236}">
                <a16:creationId xmlns:a16="http://schemas.microsoft.com/office/drawing/2014/main" id="{B2E7A252-0A96-2CDE-8792-567178F1175F}"/>
              </a:ext>
            </a:extLst>
          </p:cNvPr>
          <p:cNvSpPr/>
          <p:nvPr userDrawn="1"/>
        </p:nvSpPr>
        <p:spPr>
          <a:xfrm>
            <a:off x="133142" y="4916836"/>
            <a:ext cx="361637" cy="115416"/>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pic>
        <p:nvPicPr>
          <p:cNvPr id="6" name="图片 5" descr="徽标, 图标&#10;&#10;描述已自动生成">
            <a:extLst>
              <a:ext uri="{FF2B5EF4-FFF2-40B4-BE49-F238E27FC236}">
                <a16:creationId xmlns:a16="http://schemas.microsoft.com/office/drawing/2014/main" id="{88FF1F51-E848-B698-C0EF-1E4F7DAD94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702277" y="4880556"/>
            <a:ext cx="361637" cy="213366"/>
          </a:xfrm>
          <a:prstGeom prst="rect">
            <a:avLst/>
          </a:prstGeom>
        </p:spPr>
      </p:pic>
    </p:spTree>
    <p:extLst>
      <p:ext uri="{BB962C8B-B14F-4D97-AF65-F5344CB8AC3E}">
        <p14:creationId xmlns:p14="http://schemas.microsoft.com/office/powerpoint/2010/main" val="3168665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文本占位符 10">
            <a:extLst>
              <a:ext uri="{FF2B5EF4-FFF2-40B4-BE49-F238E27FC236}">
                <a16:creationId xmlns:a16="http://schemas.microsoft.com/office/drawing/2014/main" id="{EE5A8E6A-E228-6DEA-C426-543E0C0E3740}"/>
              </a:ext>
            </a:extLst>
          </p:cNvPr>
          <p:cNvSpPr>
            <a:spLocks noGrp="1"/>
          </p:cNvSpPr>
          <p:nvPr>
            <p:ph type="body" sz="quarter" idx="10" hasCustomPrompt="1"/>
          </p:nvPr>
        </p:nvSpPr>
        <p:spPr>
          <a:xfrm>
            <a:off x="334963" y="205741"/>
            <a:ext cx="8397557" cy="403860"/>
          </a:xfrm>
          <a:prstGeom prst="rect">
            <a:avLst/>
          </a:prstGeom>
        </p:spPr>
        <p:txBody>
          <a:bodyPr wrap="square" lIns="0" tIns="0" rIns="0" bIns="0" anchor="t" anchorCtr="0"/>
          <a:lstStyle>
            <a:lvl1pPr marL="0" indent="0">
              <a:buNone/>
              <a:defRPr lang="zh-CN" altLang="en-US" sz="2000" b="1" i="0" cap="none" spc="0" baseline="0" dirty="0" smtClean="0">
                <a:gradFill>
                  <a:gsLst>
                    <a:gs pos="0">
                      <a:srgbClr val="81C4FF"/>
                    </a:gs>
                    <a:gs pos="100000">
                      <a:srgbClr val="858AFF"/>
                    </a:gs>
                  </a:gsLst>
                  <a:lin ang="16800000" scaled="0"/>
                </a:gradFill>
                <a:latin typeface="Gotham Black" pitchFamily="2" charset="0"/>
              </a:defRPr>
            </a:lvl1pPr>
          </a:lstStyle>
          <a:p>
            <a:pPr marL="60" lvl="0" indent="-342900" defTabSz="1218987">
              <a:lnSpc>
                <a:spcPts val="3200"/>
              </a:lnSpc>
              <a:spcBef>
                <a:spcPct val="0"/>
              </a:spcBef>
              <a:tabLst>
                <a:tab pos="1218987" algn="l"/>
              </a:tabLst>
            </a:pPr>
            <a:r>
              <a:rPr kumimoji="1" lang="en-US" altLang="zh-CN"/>
              <a:t>Click to edit master title</a:t>
            </a:r>
          </a:p>
        </p:txBody>
      </p:sp>
      <p:sp>
        <p:nvSpPr>
          <p:cNvPr id="4" name="TextBox 48">
            <a:extLst>
              <a:ext uri="{FF2B5EF4-FFF2-40B4-BE49-F238E27FC236}">
                <a16:creationId xmlns:a16="http://schemas.microsoft.com/office/drawing/2014/main" id="{96CBCF85-7CBB-B19E-A0C2-52DF1C34D736}"/>
              </a:ext>
            </a:extLst>
          </p:cNvPr>
          <p:cNvSpPr txBox="1"/>
          <p:nvPr userDrawn="1"/>
        </p:nvSpPr>
        <p:spPr>
          <a:xfrm>
            <a:off x="545965" y="4916836"/>
            <a:ext cx="1799762" cy="115416"/>
          </a:xfrm>
          <a:prstGeom prst="rect">
            <a:avLst/>
          </a:prstGeom>
          <a:noFill/>
        </p:spPr>
        <p:txBody>
          <a:bodyPr wrap="square" lIns="0" tIns="0" rIns="0" bIns="0" rtlCol="0">
            <a:spAutoFit/>
          </a:bodyPr>
          <a:lstStyle/>
          <a:p>
            <a:r>
              <a:rPr lang="en-US" sz="750">
                <a:solidFill>
                  <a:schemeClr val="bg1">
                    <a:lumMod val="95000"/>
                  </a:schemeClr>
                </a:solidFill>
                <a:latin typeface="Arial" pitchFamily="34" charset="0"/>
                <a:cs typeface="Arial" pitchFamily="34" charset="0"/>
              </a:rPr>
              <a:t>202</a:t>
            </a:r>
            <a:r>
              <a:rPr lang="en-US" altLang="zh-CN" sz="750">
                <a:solidFill>
                  <a:schemeClr val="bg1">
                    <a:lumMod val="95000"/>
                  </a:schemeClr>
                </a:solidFill>
                <a:latin typeface="Arial" pitchFamily="34" charset="0"/>
                <a:cs typeface="Arial" pitchFamily="34" charset="0"/>
              </a:rPr>
              <a:t>5</a:t>
            </a:r>
            <a:r>
              <a:rPr lang="en-US" sz="750">
                <a:solidFill>
                  <a:schemeClr val="bg1">
                    <a:lumMod val="95000"/>
                  </a:schemeClr>
                </a:solidFill>
                <a:latin typeface="Arial" pitchFamily="34" charset="0"/>
                <a:cs typeface="Arial" pitchFamily="34" charset="0"/>
              </a:rPr>
              <a:t> Lenovo Internal. All rights reserved.</a:t>
            </a:r>
          </a:p>
        </p:txBody>
      </p:sp>
      <p:sp>
        <p:nvSpPr>
          <p:cNvPr id="5" name="图形 4">
            <a:extLst>
              <a:ext uri="{FF2B5EF4-FFF2-40B4-BE49-F238E27FC236}">
                <a16:creationId xmlns:a16="http://schemas.microsoft.com/office/drawing/2014/main" id="{EDBD212E-44C9-7E7E-55FF-0A3217CF4D46}"/>
              </a:ext>
            </a:extLst>
          </p:cNvPr>
          <p:cNvSpPr/>
          <p:nvPr userDrawn="1"/>
        </p:nvSpPr>
        <p:spPr>
          <a:xfrm>
            <a:off x="133142" y="4916836"/>
            <a:ext cx="361637" cy="115416"/>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pic>
        <p:nvPicPr>
          <p:cNvPr id="6" name="图片 5" descr="徽标, 图标&#10;&#10;描述已自动生成">
            <a:extLst>
              <a:ext uri="{FF2B5EF4-FFF2-40B4-BE49-F238E27FC236}">
                <a16:creationId xmlns:a16="http://schemas.microsoft.com/office/drawing/2014/main" id="{7DFDFA01-2371-5B24-41F8-4526790FE4E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702277" y="4880556"/>
            <a:ext cx="361637" cy="213366"/>
          </a:xfrm>
          <a:prstGeom prst="rect">
            <a:avLst/>
          </a:prstGeom>
        </p:spPr>
      </p:pic>
    </p:spTree>
    <p:extLst>
      <p:ext uri="{BB962C8B-B14F-4D97-AF65-F5344CB8AC3E}">
        <p14:creationId xmlns:p14="http://schemas.microsoft.com/office/powerpoint/2010/main" val="2177644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文本占位符 10">
            <a:extLst>
              <a:ext uri="{FF2B5EF4-FFF2-40B4-BE49-F238E27FC236}">
                <a16:creationId xmlns:a16="http://schemas.microsoft.com/office/drawing/2014/main" id="{F2FD4FB4-3047-738D-4AA7-C8469217434A}"/>
              </a:ext>
            </a:extLst>
          </p:cNvPr>
          <p:cNvSpPr>
            <a:spLocks noGrp="1"/>
          </p:cNvSpPr>
          <p:nvPr>
            <p:ph type="body" sz="quarter" idx="10" hasCustomPrompt="1"/>
          </p:nvPr>
        </p:nvSpPr>
        <p:spPr>
          <a:xfrm>
            <a:off x="334963" y="205741"/>
            <a:ext cx="8397557" cy="403860"/>
          </a:xfrm>
          <a:prstGeom prst="rect">
            <a:avLst/>
          </a:prstGeom>
        </p:spPr>
        <p:txBody>
          <a:bodyPr wrap="square" lIns="0" tIns="0" rIns="0" bIns="0" anchor="t" anchorCtr="0"/>
          <a:lstStyle>
            <a:lvl1pPr marL="0" indent="0">
              <a:buNone/>
              <a:defRPr lang="zh-CN" altLang="en-US" sz="2000" b="1" i="0" cap="none" spc="0" baseline="0" dirty="0" smtClean="0">
                <a:gradFill>
                  <a:gsLst>
                    <a:gs pos="0">
                      <a:srgbClr val="81C4FF"/>
                    </a:gs>
                    <a:gs pos="100000">
                      <a:srgbClr val="858AFF"/>
                    </a:gs>
                  </a:gsLst>
                  <a:lin ang="16800000" scaled="0"/>
                </a:gradFill>
                <a:effectLst>
                  <a:outerShdw blurRad="63500" sx="102000" sy="102000" algn="ctr" rotWithShape="0">
                    <a:prstClr val="black">
                      <a:alpha val="40000"/>
                    </a:prstClr>
                  </a:outerShdw>
                </a:effectLst>
                <a:latin typeface="Gotham Black" pitchFamily="2" charset="0"/>
              </a:defRPr>
            </a:lvl1pPr>
          </a:lstStyle>
          <a:p>
            <a:pPr marL="60" lvl="0" indent="-342900" defTabSz="1218987">
              <a:lnSpc>
                <a:spcPts val="3200"/>
              </a:lnSpc>
              <a:spcBef>
                <a:spcPct val="0"/>
              </a:spcBef>
              <a:tabLst>
                <a:tab pos="1218987" algn="l"/>
              </a:tabLst>
            </a:pPr>
            <a:r>
              <a:rPr kumimoji="1" lang="en-US" altLang="zh-CN"/>
              <a:t>Click to edit master title</a:t>
            </a:r>
          </a:p>
        </p:txBody>
      </p:sp>
      <p:sp>
        <p:nvSpPr>
          <p:cNvPr id="4" name="TextBox 48">
            <a:extLst>
              <a:ext uri="{FF2B5EF4-FFF2-40B4-BE49-F238E27FC236}">
                <a16:creationId xmlns:a16="http://schemas.microsoft.com/office/drawing/2014/main" id="{64D77DEB-6127-B2AC-1C66-E230A643A3A5}"/>
              </a:ext>
            </a:extLst>
          </p:cNvPr>
          <p:cNvSpPr txBox="1"/>
          <p:nvPr userDrawn="1"/>
        </p:nvSpPr>
        <p:spPr>
          <a:xfrm>
            <a:off x="545965" y="4916836"/>
            <a:ext cx="1799762" cy="115416"/>
          </a:xfrm>
          <a:prstGeom prst="rect">
            <a:avLst/>
          </a:prstGeom>
          <a:noFill/>
        </p:spPr>
        <p:txBody>
          <a:bodyPr wrap="square" lIns="0" tIns="0" rIns="0" bIns="0" rtlCol="0">
            <a:spAutoFit/>
          </a:bodyPr>
          <a:lstStyle/>
          <a:p>
            <a:r>
              <a:rPr lang="en-US" sz="750">
                <a:solidFill>
                  <a:schemeClr val="bg1">
                    <a:lumMod val="95000"/>
                  </a:schemeClr>
                </a:solidFill>
                <a:latin typeface="Arial" pitchFamily="34" charset="0"/>
                <a:cs typeface="Arial" pitchFamily="34" charset="0"/>
              </a:rPr>
              <a:t>202</a:t>
            </a:r>
            <a:r>
              <a:rPr lang="en-US" altLang="zh-CN" sz="750">
                <a:solidFill>
                  <a:schemeClr val="bg1">
                    <a:lumMod val="95000"/>
                  </a:schemeClr>
                </a:solidFill>
                <a:latin typeface="Arial" pitchFamily="34" charset="0"/>
                <a:cs typeface="Arial" pitchFamily="34" charset="0"/>
              </a:rPr>
              <a:t>5</a:t>
            </a:r>
            <a:r>
              <a:rPr lang="en-US" sz="750">
                <a:solidFill>
                  <a:schemeClr val="bg1">
                    <a:lumMod val="95000"/>
                  </a:schemeClr>
                </a:solidFill>
                <a:latin typeface="Arial" pitchFamily="34" charset="0"/>
                <a:cs typeface="Arial" pitchFamily="34" charset="0"/>
              </a:rPr>
              <a:t> Lenovo Internal. All rights reserved.</a:t>
            </a:r>
          </a:p>
        </p:txBody>
      </p:sp>
      <p:sp>
        <p:nvSpPr>
          <p:cNvPr id="5" name="图形 4">
            <a:extLst>
              <a:ext uri="{FF2B5EF4-FFF2-40B4-BE49-F238E27FC236}">
                <a16:creationId xmlns:a16="http://schemas.microsoft.com/office/drawing/2014/main" id="{C80D5DAF-200D-3965-53CE-4A46C4C2E7AC}"/>
              </a:ext>
            </a:extLst>
          </p:cNvPr>
          <p:cNvSpPr/>
          <p:nvPr userDrawn="1"/>
        </p:nvSpPr>
        <p:spPr>
          <a:xfrm>
            <a:off x="133142" y="4916836"/>
            <a:ext cx="361637" cy="115416"/>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pic>
        <p:nvPicPr>
          <p:cNvPr id="6" name="图片 5" descr="徽标, 图标&#10;&#10;描述已自动生成">
            <a:extLst>
              <a:ext uri="{FF2B5EF4-FFF2-40B4-BE49-F238E27FC236}">
                <a16:creationId xmlns:a16="http://schemas.microsoft.com/office/drawing/2014/main" id="{C3D7E23A-9212-737B-ED4E-AE16AE49B20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702277" y="4880556"/>
            <a:ext cx="361637" cy="213366"/>
          </a:xfrm>
          <a:prstGeom prst="rect">
            <a:avLst/>
          </a:prstGeom>
        </p:spPr>
      </p:pic>
    </p:spTree>
    <p:extLst>
      <p:ext uri="{BB962C8B-B14F-4D97-AF65-F5344CB8AC3E}">
        <p14:creationId xmlns:p14="http://schemas.microsoft.com/office/powerpoint/2010/main" val="240408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bg>
      <p:bgPr>
        <a:solidFill>
          <a:schemeClr val="tx1"/>
        </a:solidFill>
        <a:effectLst/>
      </p:bgPr>
    </p:bg>
    <p:spTree>
      <p:nvGrpSpPr>
        <p:cNvPr id="1" name=""/>
        <p:cNvGrpSpPr/>
        <p:nvPr/>
      </p:nvGrpSpPr>
      <p:grpSpPr>
        <a:xfrm>
          <a:off x="0" y="0"/>
          <a:ext cx="0" cy="0"/>
          <a:chOff x="0" y="0"/>
          <a:chExt cx="0" cy="0"/>
        </a:xfrm>
      </p:grpSpPr>
      <p:sp>
        <p:nvSpPr>
          <p:cNvPr id="3" name="文本占位符 10">
            <a:extLst>
              <a:ext uri="{FF2B5EF4-FFF2-40B4-BE49-F238E27FC236}">
                <a16:creationId xmlns:a16="http://schemas.microsoft.com/office/drawing/2014/main" id="{F2FD4FB4-3047-738D-4AA7-C8469217434A}"/>
              </a:ext>
            </a:extLst>
          </p:cNvPr>
          <p:cNvSpPr>
            <a:spLocks noGrp="1"/>
          </p:cNvSpPr>
          <p:nvPr>
            <p:ph type="body" sz="quarter" idx="10" hasCustomPrompt="1"/>
          </p:nvPr>
        </p:nvSpPr>
        <p:spPr>
          <a:xfrm>
            <a:off x="334963" y="205741"/>
            <a:ext cx="8397557" cy="403860"/>
          </a:xfrm>
          <a:prstGeom prst="rect">
            <a:avLst/>
          </a:prstGeom>
        </p:spPr>
        <p:txBody>
          <a:bodyPr wrap="square" lIns="0" tIns="0" rIns="0" bIns="0" anchor="t" anchorCtr="0"/>
          <a:lstStyle>
            <a:lvl1pPr marL="0" indent="0">
              <a:buNone/>
              <a:defRPr lang="zh-CN" altLang="en-US" sz="2000" b="1" i="0" cap="none" spc="0" baseline="0" dirty="0" smtClean="0">
                <a:gradFill>
                  <a:gsLst>
                    <a:gs pos="0">
                      <a:srgbClr val="81C4FF"/>
                    </a:gs>
                    <a:gs pos="100000">
                      <a:srgbClr val="858AFF"/>
                    </a:gs>
                  </a:gsLst>
                  <a:lin ang="16800000" scaled="0"/>
                </a:gradFill>
                <a:latin typeface="Gotham Black" pitchFamily="2" charset="0"/>
              </a:defRPr>
            </a:lvl1pPr>
          </a:lstStyle>
          <a:p>
            <a:pPr marL="60" lvl="0" indent="-342900" defTabSz="1218987">
              <a:lnSpc>
                <a:spcPts val="3200"/>
              </a:lnSpc>
              <a:spcBef>
                <a:spcPct val="0"/>
              </a:spcBef>
              <a:tabLst>
                <a:tab pos="1218987" algn="l"/>
              </a:tabLst>
            </a:pPr>
            <a:r>
              <a:rPr kumimoji="1" lang="en-US" altLang="zh-CN"/>
              <a:t>Click to edit master title</a:t>
            </a:r>
          </a:p>
        </p:txBody>
      </p:sp>
      <p:sp>
        <p:nvSpPr>
          <p:cNvPr id="4" name="TextBox 48">
            <a:extLst>
              <a:ext uri="{FF2B5EF4-FFF2-40B4-BE49-F238E27FC236}">
                <a16:creationId xmlns:a16="http://schemas.microsoft.com/office/drawing/2014/main" id="{64D77DEB-6127-B2AC-1C66-E230A643A3A5}"/>
              </a:ext>
            </a:extLst>
          </p:cNvPr>
          <p:cNvSpPr txBox="1"/>
          <p:nvPr userDrawn="1"/>
        </p:nvSpPr>
        <p:spPr>
          <a:xfrm>
            <a:off x="545965" y="4916836"/>
            <a:ext cx="1799762" cy="115416"/>
          </a:xfrm>
          <a:prstGeom prst="rect">
            <a:avLst/>
          </a:prstGeom>
          <a:noFill/>
        </p:spPr>
        <p:txBody>
          <a:bodyPr wrap="square" lIns="0" tIns="0" rIns="0" bIns="0" rtlCol="0">
            <a:spAutoFit/>
          </a:bodyPr>
          <a:lstStyle/>
          <a:p>
            <a:r>
              <a:rPr lang="en-US" sz="750">
                <a:solidFill>
                  <a:schemeClr val="bg1">
                    <a:lumMod val="95000"/>
                  </a:schemeClr>
                </a:solidFill>
                <a:latin typeface="Arial" pitchFamily="34" charset="0"/>
                <a:cs typeface="Arial" pitchFamily="34" charset="0"/>
              </a:rPr>
              <a:t>202</a:t>
            </a:r>
            <a:r>
              <a:rPr lang="en-US" altLang="zh-CN" sz="750">
                <a:solidFill>
                  <a:schemeClr val="bg1">
                    <a:lumMod val="95000"/>
                  </a:schemeClr>
                </a:solidFill>
                <a:latin typeface="Arial" pitchFamily="34" charset="0"/>
                <a:cs typeface="Arial" pitchFamily="34" charset="0"/>
              </a:rPr>
              <a:t>5</a:t>
            </a:r>
            <a:r>
              <a:rPr lang="en-US" sz="750">
                <a:solidFill>
                  <a:schemeClr val="bg1">
                    <a:lumMod val="95000"/>
                  </a:schemeClr>
                </a:solidFill>
                <a:latin typeface="Arial" pitchFamily="34" charset="0"/>
                <a:cs typeface="Arial" pitchFamily="34" charset="0"/>
              </a:rPr>
              <a:t> Lenovo Internal. All rights reserved.</a:t>
            </a:r>
          </a:p>
        </p:txBody>
      </p:sp>
      <p:sp>
        <p:nvSpPr>
          <p:cNvPr id="5" name="图形 4">
            <a:extLst>
              <a:ext uri="{FF2B5EF4-FFF2-40B4-BE49-F238E27FC236}">
                <a16:creationId xmlns:a16="http://schemas.microsoft.com/office/drawing/2014/main" id="{C80D5DAF-200D-3965-53CE-4A46C4C2E7AC}"/>
              </a:ext>
            </a:extLst>
          </p:cNvPr>
          <p:cNvSpPr/>
          <p:nvPr userDrawn="1"/>
        </p:nvSpPr>
        <p:spPr>
          <a:xfrm>
            <a:off x="133142" y="4916836"/>
            <a:ext cx="361637" cy="115416"/>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pic>
        <p:nvPicPr>
          <p:cNvPr id="6" name="图片 5" descr="徽标, 图标&#10;&#10;描述已自动生成">
            <a:extLst>
              <a:ext uri="{FF2B5EF4-FFF2-40B4-BE49-F238E27FC236}">
                <a16:creationId xmlns:a16="http://schemas.microsoft.com/office/drawing/2014/main" id="{C3D7E23A-9212-737B-ED4E-AE16AE49B20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02277" y="4880556"/>
            <a:ext cx="361637" cy="213366"/>
          </a:xfrm>
          <a:prstGeom prst="rect">
            <a:avLst/>
          </a:prstGeom>
        </p:spPr>
      </p:pic>
    </p:spTree>
    <p:extLst>
      <p:ext uri="{BB962C8B-B14F-4D97-AF65-F5344CB8AC3E}">
        <p14:creationId xmlns:p14="http://schemas.microsoft.com/office/powerpoint/2010/main" val="2264031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_Deep">
    <p:bg>
      <p:bgPr>
        <a:gradFill>
          <a:gsLst>
            <a:gs pos="0">
              <a:srgbClr val="7050FB"/>
            </a:gs>
            <a:gs pos="100000">
              <a:srgbClr val="1765D3"/>
            </a:gs>
          </a:gsLst>
          <a:lin ang="10800000" scaled="1"/>
        </a:gradFill>
        <a:effectLst/>
      </p:bgPr>
    </p:bg>
    <p:spTree>
      <p:nvGrpSpPr>
        <p:cNvPr id="1" name=""/>
        <p:cNvGrpSpPr/>
        <p:nvPr/>
      </p:nvGrpSpPr>
      <p:grpSpPr>
        <a:xfrm>
          <a:off x="0" y="0"/>
          <a:ext cx="0" cy="0"/>
          <a:chOff x="0" y="0"/>
          <a:chExt cx="0" cy="0"/>
        </a:xfrm>
      </p:grpSpPr>
      <p:sp>
        <p:nvSpPr>
          <p:cNvPr id="29" name="图形 4">
            <a:extLst>
              <a:ext uri="{FF2B5EF4-FFF2-40B4-BE49-F238E27FC236}">
                <a16:creationId xmlns:a16="http://schemas.microsoft.com/office/drawing/2014/main" id="{BD1645C1-307F-1311-A6D2-75EE174775AA}"/>
              </a:ext>
            </a:extLst>
          </p:cNvPr>
          <p:cNvSpPr/>
          <p:nvPr userDrawn="1"/>
        </p:nvSpPr>
        <p:spPr>
          <a:xfrm>
            <a:off x="8359866" y="170300"/>
            <a:ext cx="596897" cy="190499"/>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sp>
        <p:nvSpPr>
          <p:cNvPr id="46" name="任意形状 45">
            <a:extLst>
              <a:ext uri="{FF2B5EF4-FFF2-40B4-BE49-F238E27FC236}">
                <a16:creationId xmlns:a16="http://schemas.microsoft.com/office/drawing/2014/main" id="{BB420771-3402-7C01-B8D8-5496AA23AA10}"/>
              </a:ext>
            </a:extLst>
          </p:cNvPr>
          <p:cNvSpPr/>
          <p:nvPr/>
        </p:nvSpPr>
        <p:spPr>
          <a:xfrm>
            <a:off x="4732021" y="12858"/>
            <a:ext cx="2546033" cy="5130641"/>
          </a:xfrm>
          <a:custGeom>
            <a:avLst/>
            <a:gdLst>
              <a:gd name="connsiteX0" fmla="*/ 0 w 2546033"/>
              <a:gd name="connsiteY0" fmla="*/ 0 h 5130641"/>
              <a:gd name="connsiteX1" fmla="*/ 2546033 w 2546033"/>
              <a:gd name="connsiteY1" fmla="*/ 0 h 5130641"/>
              <a:gd name="connsiteX2" fmla="*/ 2546033 w 2546033"/>
              <a:gd name="connsiteY2" fmla="*/ 5130641 h 5130641"/>
              <a:gd name="connsiteX3" fmla="*/ 0 w 2546033"/>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2546033" h="5130641">
                <a:moveTo>
                  <a:pt x="0" y="0"/>
                </a:moveTo>
                <a:lnTo>
                  <a:pt x="2546033" y="0"/>
                </a:lnTo>
                <a:lnTo>
                  <a:pt x="2546033" y="5130641"/>
                </a:lnTo>
                <a:lnTo>
                  <a:pt x="0" y="5130641"/>
                </a:lnTo>
                <a:close/>
              </a:path>
            </a:pathLst>
          </a:custGeom>
          <a:solidFill>
            <a:srgbClr val="FFFFFF">
              <a:alpha val="5000"/>
            </a:srgbClr>
          </a:solidFill>
          <a:ln w="12859" cap="flat">
            <a:noFill/>
            <a:prstDash val="solid"/>
            <a:miter/>
          </a:ln>
        </p:spPr>
        <p:txBody>
          <a:bodyPr rtlCol="0" anchor="ctr"/>
          <a:lstStyle/>
          <a:p>
            <a:endParaRPr lang="zh-CN" altLang="en-US"/>
          </a:p>
        </p:txBody>
      </p:sp>
      <p:sp>
        <p:nvSpPr>
          <p:cNvPr id="47" name="任意形状 46">
            <a:extLst>
              <a:ext uri="{FF2B5EF4-FFF2-40B4-BE49-F238E27FC236}">
                <a16:creationId xmlns:a16="http://schemas.microsoft.com/office/drawing/2014/main" id="{14B4560F-2CD8-6E70-0427-145D41FB9683}"/>
              </a:ext>
            </a:extLst>
          </p:cNvPr>
          <p:cNvSpPr/>
          <p:nvPr/>
        </p:nvSpPr>
        <p:spPr>
          <a:xfrm>
            <a:off x="4732021" y="3433286"/>
            <a:ext cx="3034665" cy="1710213"/>
          </a:xfrm>
          <a:custGeom>
            <a:avLst/>
            <a:gdLst>
              <a:gd name="connsiteX0" fmla="*/ 0 w 3034665"/>
              <a:gd name="connsiteY0" fmla="*/ 0 h 1710213"/>
              <a:gd name="connsiteX1" fmla="*/ 3034666 w 3034665"/>
              <a:gd name="connsiteY1" fmla="*/ 0 h 1710213"/>
              <a:gd name="connsiteX2" fmla="*/ 3034666 w 3034665"/>
              <a:gd name="connsiteY2" fmla="*/ 1710214 h 1710213"/>
              <a:gd name="connsiteX3" fmla="*/ 0 w 3034665"/>
              <a:gd name="connsiteY3" fmla="*/ 1710214 h 1710213"/>
            </a:gdLst>
            <a:ahLst/>
            <a:cxnLst>
              <a:cxn ang="0">
                <a:pos x="connsiteX0" y="connsiteY0"/>
              </a:cxn>
              <a:cxn ang="0">
                <a:pos x="connsiteX1" y="connsiteY1"/>
              </a:cxn>
              <a:cxn ang="0">
                <a:pos x="connsiteX2" y="connsiteY2"/>
              </a:cxn>
              <a:cxn ang="0">
                <a:pos x="connsiteX3" y="connsiteY3"/>
              </a:cxn>
            </a:cxnLst>
            <a:rect l="l" t="t" r="r" b="b"/>
            <a:pathLst>
              <a:path w="3034665" h="1710213">
                <a:moveTo>
                  <a:pt x="0" y="0"/>
                </a:moveTo>
                <a:lnTo>
                  <a:pt x="3034666" y="0"/>
                </a:lnTo>
                <a:lnTo>
                  <a:pt x="3034666" y="1710214"/>
                </a:lnTo>
                <a:lnTo>
                  <a:pt x="0" y="1710214"/>
                </a:lnTo>
                <a:close/>
              </a:path>
            </a:pathLst>
          </a:custGeom>
          <a:solidFill>
            <a:srgbClr val="FFFFFF">
              <a:alpha val="5000"/>
            </a:srgbClr>
          </a:solidFill>
          <a:ln w="12859" cap="flat">
            <a:noFill/>
            <a:prstDash val="solid"/>
            <a:miter/>
          </a:ln>
        </p:spPr>
        <p:txBody>
          <a:bodyPr rtlCol="0" anchor="ctr"/>
          <a:lstStyle/>
          <a:p>
            <a:endParaRPr lang="zh-CN" altLang="en-US"/>
          </a:p>
        </p:txBody>
      </p:sp>
      <p:sp>
        <p:nvSpPr>
          <p:cNvPr id="51" name="任意形状 50">
            <a:extLst>
              <a:ext uri="{FF2B5EF4-FFF2-40B4-BE49-F238E27FC236}">
                <a16:creationId xmlns:a16="http://schemas.microsoft.com/office/drawing/2014/main" id="{1D7A1B7B-4A61-84E4-4A01-6002F5BB3C74}"/>
              </a:ext>
            </a:extLst>
          </p:cNvPr>
          <p:cNvSpPr/>
          <p:nvPr/>
        </p:nvSpPr>
        <p:spPr>
          <a:xfrm rot="5400000" flipV="1">
            <a:off x="411480" y="-405050"/>
            <a:ext cx="3420428" cy="4243387"/>
          </a:xfrm>
          <a:custGeom>
            <a:avLst/>
            <a:gdLst>
              <a:gd name="connsiteX0" fmla="*/ 1710214 w 3420428"/>
              <a:gd name="connsiteY0" fmla="*/ 0 h 4243387"/>
              <a:gd name="connsiteX1" fmla="*/ 3420429 w 3420428"/>
              <a:gd name="connsiteY1" fmla="*/ 1710214 h 4243387"/>
              <a:gd name="connsiteX2" fmla="*/ 3420429 w 3420428"/>
              <a:gd name="connsiteY2" fmla="*/ 4243388 h 4243387"/>
              <a:gd name="connsiteX3" fmla="*/ 3420429 w 3420428"/>
              <a:gd name="connsiteY3" fmla="*/ 4243388 h 4243387"/>
              <a:gd name="connsiteX4" fmla="*/ 0 w 3420428"/>
              <a:gd name="connsiteY4" fmla="*/ 4243388 h 4243387"/>
              <a:gd name="connsiteX5" fmla="*/ 0 w 3420428"/>
              <a:gd name="connsiteY5" fmla="*/ 1710214 h 4243387"/>
              <a:gd name="connsiteX6" fmla="*/ 1710214 w 3420428"/>
              <a:gd name="connsiteY6" fmla="*/ 0 h 4243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0428" h="4243387">
                <a:moveTo>
                  <a:pt x="1710214" y="0"/>
                </a:moveTo>
                <a:cubicBezTo>
                  <a:pt x="2654740" y="0"/>
                  <a:pt x="3420429" y="765689"/>
                  <a:pt x="3420429" y="1710214"/>
                </a:cubicBezTo>
                <a:lnTo>
                  <a:pt x="3420429" y="4243388"/>
                </a:lnTo>
                <a:lnTo>
                  <a:pt x="3420429" y="4243388"/>
                </a:lnTo>
                <a:lnTo>
                  <a:pt x="0" y="4243388"/>
                </a:lnTo>
                <a:lnTo>
                  <a:pt x="0" y="1710214"/>
                </a:lnTo>
                <a:cubicBezTo>
                  <a:pt x="0" y="765689"/>
                  <a:pt x="765689" y="0"/>
                  <a:pt x="1710214" y="0"/>
                </a:cubicBezTo>
                <a:close/>
              </a:path>
            </a:pathLst>
          </a:custGeom>
          <a:solidFill>
            <a:srgbClr val="FFFFFF">
              <a:alpha val="5000"/>
            </a:srgbClr>
          </a:solidFill>
          <a:ln w="12859" cap="flat">
            <a:noFill/>
            <a:prstDash val="solid"/>
            <a:miter/>
          </a:ln>
        </p:spPr>
        <p:txBody>
          <a:bodyPr rtlCol="0" anchor="ctr"/>
          <a:lstStyle/>
          <a:p>
            <a:endParaRPr lang="zh-CN" altLang="en-US"/>
          </a:p>
        </p:txBody>
      </p:sp>
      <p:sp>
        <p:nvSpPr>
          <p:cNvPr id="52" name="任意形状 51">
            <a:extLst>
              <a:ext uri="{FF2B5EF4-FFF2-40B4-BE49-F238E27FC236}">
                <a16:creationId xmlns:a16="http://schemas.microsoft.com/office/drawing/2014/main" id="{334F323B-E236-080F-7455-5EC49758F154}"/>
              </a:ext>
            </a:extLst>
          </p:cNvPr>
          <p:cNvSpPr/>
          <p:nvPr/>
        </p:nvSpPr>
        <p:spPr>
          <a:xfrm rot="5400000">
            <a:off x="411480" y="1305163"/>
            <a:ext cx="3420428" cy="4243387"/>
          </a:xfrm>
          <a:custGeom>
            <a:avLst/>
            <a:gdLst>
              <a:gd name="connsiteX0" fmla="*/ 1710214 w 3420428"/>
              <a:gd name="connsiteY0" fmla="*/ 0 h 4243387"/>
              <a:gd name="connsiteX1" fmla="*/ 3420429 w 3420428"/>
              <a:gd name="connsiteY1" fmla="*/ 1710214 h 4243387"/>
              <a:gd name="connsiteX2" fmla="*/ 3420429 w 3420428"/>
              <a:gd name="connsiteY2" fmla="*/ 4243388 h 4243387"/>
              <a:gd name="connsiteX3" fmla="*/ 3420429 w 3420428"/>
              <a:gd name="connsiteY3" fmla="*/ 4243388 h 4243387"/>
              <a:gd name="connsiteX4" fmla="*/ 0 w 3420428"/>
              <a:gd name="connsiteY4" fmla="*/ 4243388 h 4243387"/>
              <a:gd name="connsiteX5" fmla="*/ 0 w 3420428"/>
              <a:gd name="connsiteY5" fmla="*/ 1710214 h 4243387"/>
              <a:gd name="connsiteX6" fmla="*/ 1710214 w 3420428"/>
              <a:gd name="connsiteY6" fmla="*/ 0 h 4243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0428" h="4243387">
                <a:moveTo>
                  <a:pt x="1710214" y="0"/>
                </a:moveTo>
                <a:cubicBezTo>
                  <a:pt x="2654740" y="0"/>
                  <a:pt x="3420429" y="765689"/>
                  <a:pt x="3420429" y="1710214"/>
                </a:cubicBezTo>
                <a:lnTo>
                  <a:pt x="3420429" y="4243388"/>
                </a:lnTo>
                <a:lnTo>
                  <a:pt x="3420429" y="4243388"/>
                </a:lnTo>
                <a:lnTo>
                  <a:pt x="0" y="4243388"/>
                </a:lnTo>
                <a:lnTo>
                  <a:pt x="0" y="1710214"/>
                </a:lnTo>
                <a:cubicBezTo>
                  <a:pt x="0" y="765689"/>
                  <a:pt x="765689" y="0"/>
                  <a:pt x="1710214" y="0"/>
                </a:cubicBezTo>
                <a:close/>
              </a:path>
            </a:pathLst>
          </a:custGeom>
          <a:solidFill>
            <a:srgbClr val="FFFFFF">
              <a:alpha val="5000"/>
            </a:srgbClr>
          </a:solidFill>
          <a:ln w="12859" cap="flat">
            <a:noFill/>
            <a:prstDash val="solid"/>
            <a:miter/>
          </a:ln>
        </p:spPr>
        <p:txBody>
          <a:bodyPr rtlCol="0" anchor="ctr"/>
          <a:lstStyle/>
          <a:p>
            <a:endParaRPr lang="zh-CN" altLang="en-US"/>
          </a:p>
        </p:txBody>
      </p:sp>
      <p:sp>
        <p:nvSpPr>
          <p:cNvPr id="55" name="任意形状 54">
            <a:extLst>
              <a:ext uri="{FF2B5EF4-FFF2-40B4-BE49-F238E27FC236}">
                <a16:creationId xmlns:a16="http://schemas.microsoft.com/office/drawing/2014/main" id="{581EF35A-9277-36D6-C215-E908F0B275CE}"/>
              </a:ext>
            </a:extLst>
          </p:cNvPr>
          <p:cNvSpPr/>
          <p:nvPr/>
        </p:nvSpPr>
        <p:spPr>
          <a:xfrm>
            <a:off x="7766688" y="294527"/>
            <a:ext cx="1377313" cy="4541588"/>
          </a:xfrm>
          <a:custGeom>
            <a:avLst/>
            <a:gdLst>
              <a:gd name="connsiteX0" fmla="*/ 1377313 w 1377313"/>
              <a:gd name="connsiteY0" fmla="*/ 0 h 4541588"/>
              <a:gd name="connsiteX1" fmla="*/ 1377313 w 1377313"/>
              <a:gd name="connsiteY1" fmla="*/ 4541588 h 4541588"/>
              <a:gd name="connsiteX2" fmla="*/ 1345902 w 1377313"/>
              <a:gd name="connsiteY2" fmla="*/ 4526494 h 4541588"/>
              <a:gd name="connsiteX3" fmla="*/ 0 w 1377313"/>
              <a:gd name="connsiteY3" fmla="*/ 2270794 h 4541588"/>
              <a:gd name="connsiteX4" fmla="*/ 1345902 w 1377313"/>
              <a:gd name="connsiteY4" fmla="*/ 15093 h 4541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13" h="4541588">
                <a:moveTo>
                  <a:pt x="1377313" y="0"/>
                </a:moveTo>
                <a:lnTo>
                  <a:pt x="1377313" y="4541588"/>
                </a:lnTo>
                <a:lnTo>
                  <a:pt x="1345902" y="4526494"/>
                </a:lnTo>
                <a:cubicBezTo>
                  <a:pt x="544222" y="4092084"/>
                  <a:pt x="0" y="3244835"/>
                  <a:pt x="0" y="2270794"/>
                </a:cubicBezTo>
                <a:cubicBezTo>
                  <a:pt x="0" y="1296752"/>
                  <a:pt x="544222" y="449503"/>
                  <a:pt x="1345902" y="15093"/>
                </a:cubicBezTo>
                <a:close/>
              </a:path>
            </a:pathLst>
          </a:custGeom>
          <a:solidFill>
            <a:srgbClr val="FFFFFF">
              <a:alpha val="5000"/>
            </a:srgbClr>
          </a:solidFill>
          <a:ln w="12859" cap="flat">
            <a:noFill/>
            <a:prstDash val="solid"/>
            <a:miter/>
          </a:ln>
        </p:spPr>
        <p:txBody>
          <a:bodyPr rtlCol="0" anchor="ctr"/>
          <a:lstStyle/>
          <a:p>
            <a:endParaRPr lang="zh-CN" altLang="en-US"/>
          </a:p>
        </p:txBody>
      </p:sp>
      <p:sp>
        <p:nvSpPr>
          <p:cNvPr id="2" name="TextBox 48">
            <a:extLst>
              <a:ext uri="{FF2B5EF4-FFF2-40B4-BE49-F238E27FC236}">
                <a16:creationId xmlns:a16="http://schemas.microsoft.com/office/drawing/2014/main" id="{1D9B070D-BB28-EDFC-0CAB-D9BC50E8BE14}"/>
              </a:ext>
            </a:extLst>
          </p:cNvPr>
          <p:cNvSpPr txBox="1"/>
          <p:nvPr userDrawn="1"/>
        </p:nvSpPr>
        <p:spPr>
          <a:xfrm>
            <a:off x="426455" y="4906378"/>
            <a:ext cx="3086904" cy="115416"/>
          </a:xfrm>
          <a:prstGeom prst="rect">
            <a:avLst/>
          </a:prstGeom>
          <a:noFill/>
        </p:spPr>
        <p:txBody>
          <a:bodyPr wrap="square" lIns="0" tIns="0" rIns="0" bIns="0" rtlCol="0">
            <a:spAutoFit/>
          </a:bodyPr>
          <a:lstStyle>
            <a:defPPr>
              <a:defRPr lang="en-US"/>
            </a:defPPr>
            <a:lvl1pPr>
              <a:defRPr sz="750">
                <a:solidFill>
                  <a:schemeClr val="accent3">
                    <a:lumMod val="40000"/>
                    <a:lumOff val="60000"/>
                  </a:schemeClr>
                </a:solidFill>
                <a:latin typeface="Arial" pitchFamily="34" charset="0"/>
                <a:cs typeface="Arial" pitchFamily="34" charset="0"/>
              </a:defRPr>
            </a:lvl1pPr>
          </a:lstStyle>
          <a:p>
            <a:pPr lvl="0"/>
            <a:r>
              <a:rPr lang="en-US">
                <a:solidFill>
                  <a:schemeClr val="accent5">
                    <a:lumMod val="40000"/>
                    <a:lumOff val="60000"/>
                  </a:schemeClr>
                </a:solidFill>
              </a:rPr>
              <a:t>2025 Lenovo Internal. All rights reserved.</a:t>
            </a:r>
          </a:p>
        </p:txBody>
      </p:sp>
    </p:spTree>
    <p:extLst>
      <p:ext uri="{BB962C8B-B14F-4D97-AF65-F5344CB8AC3E}">
        <p14:creationId xmlns:p14="http://schemas.microsoft.com/office/powerpoint/2010/main" val="395088557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_Pale">
    <p:bg>
      <p:bgPr>
        <a:gradFill flip="none" rotWithShape="1">
          <a:gsLst>
            <a:gs pos="0">
              <a:srgbClr val="91B0DA"/>
            </a:gs>
            <a:gs pos="99000">
              <a:srgbClr val="B1B3F2"/>
            </a:gs>
          </a:gsLst>
          <a:lin ang="10800000" scaled="1"/>
          <a:tileRect/>
        </a:gradFill>
        <a:effectLst/>
      </p:bgPr>
    </p:bg>
    <p:spTree>
      <p:nvGrpSpPr>
        <p:cNvPr id="1" name=""/>
        <p:cNvGrpSpPr/>
        <p:nvPr/>
      </p:nvGrpSpPr>
      <p:grpSpPr>
        <a:xfrm>
          <a:off x="0" y="0"/>
          <a:ext cx="0" cy="0"/>
          <a:chOff x="0" y="0"/>
          <a:chExt cx="0" cy="0"/>
        </a:xfrm>
      </p:grpSpPr>
      <p:sp>
        <p:nvSpPr>
          <p:cNvPr id="45" name="任意形状 44">
            <a:extLst>
              <a:ext uri="{FF2B5EF4-FFF2-40B4-BE49-F238E27FC236}">
                <a16:creationId xmlns:a16="http://schemas.microsoft.com/office/drawing/2014/main" id="{4A9D9A67-2022-B94C-5ACB-AB9D8BF268ED}"/>
              </a:ext>
            </a:extLst>
          </p:cNvPr>
          <p:cNvSpPr/>
          <p:nvPr userDrawn="1"/>
        </p:nvSpPr>
        <p:spPr>
          <a:xfrm>
            <a:off x="4732021" y="12858"/>
            <a:ext cx="2546033" cy="5130641"/>
          </a:xfrm>
          <a:custGeom>
            <a:avLst/>
            <a:gdLst>
              <a:gd name="connsiteX0" fmla="*/ 0 w 2546033"/>
              <a:gd name="connsiteY0" fmla="*/ 0 h 5130641"/>
              <a:gd name="connsiteX1" fmla="*/ 2546033 w 2546033"/>
              <a:gd name="connsiteY1" fmla="*/ 0 h 5130641"/>
              <a:gd name="connsiteX2" fmla="*/ 2546033 w 2546033"/>
              <a:gd name="connsiteY2" fmla="*/ 5130641 h 5130641"/>
              <a:gd name="connsiteX3" fmla="*/ 0 w 2546033"/>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2546033" h="5130641">
                <a:moveTo>
                  <a:pt x="0" y="0"/>
                </a:moveTo>
                <a:lnTo>
                  <a:pt x="2546033" y="0"/>
                </a:lnTo>
                <a:lnTo>
                  <a:pt x="2546033" y="5130641"/>
                </a:lnTo>
                <a:lnTo>
                  <a:pt x="0" y="5130641"/>
                </a:lnTo>
                <a:close/>
              </a:path>
            </a:pathLst>
          </a:custGeom>
          <a:solidFill>
            <a:srgbClr val="FFFFFF">
              <a:alpha val="5000"/>
            </a:srgbClr>
          </a:solidFill>
          <a:ln w="12859" cap="flat">
            <a:noFill/>
            <a:prstDash val="solid"/>
            <a:miter/>
          </a:ln>
        </p:spPr>
        <p:txBody>
          <a:bodyPr rtlCol="0" anchor="ctr"/>
          <a:lstStyle/>
          <a:p>
            <a:endParaRPr lang="zh-CN" altLang="en-US"/>
          </a:p>
        </p:txBody>
      </p:sp>
      <p:sp>
        <p:nvSpPr>
          <p:cNvPr id="46" name="任意形状 45">
            <a:extLst>
              <a:ext uri="{FF2B5EF4-FFF2-40B4-BE49-F238E27FC236}">
                <a16:creationId xmlns:a16="http://schemas.microsoft.com/office/drawing/2014/main" id="{A58482D8-001F-32F1-5324-0D26D5716F6D}"/>
              </a:ext>
            </a:extLst>
          </p:cNvPr>
          <p:cNvSpPr/>
          <p:nvPr userDrawn="1"/>
        </p:nvSpPr>
        <p:spPr>
          <a:xfrm>
            <a:off x="4732021" y="3433286"/>
            <a:ext cx="3034665" cy="1710213"/>
          </a:xfrm>
          <a:custGeom>
            <a:avLst/>
            <a:gdLst>
              <a:gd name="connsiteX0" fmla="*/ 0 w 3034665"/>
              <a:gd name="connsiteY0" fmla="*/ 0 h 1710213"/>
              <a:gd name="connsiteX1" fmla="*/ 3034666 w 3034665"/>
              <a:gd name="connsiteY1" fmla="*/ 0 h 1710213"/>
              <a:gd name="connsiteX2" fmla="*/ 3034666 w 3034665"/>
              <a:gd name="connsiteY2" fmla="*/ 1710214 h 1710213"/>
              <a:gd name="connsiteX3" fmla="*/ 0 w 3034665"/>
              <a:gd name="connsiteY3" fmla="*/ 1710214 h 1710213"/>
            </a:gdLst>
            <a:ahLst/>
            <a:cxnLst>
              <a:cxn ang="0">
                <a:pos x="connsiteX0" y="connsiteY0"/>
              </a:cxn>
              <a:cxn ang="0">
                <a:pos x="connsiteX1" y="connsiteY1"/>
              </a:cxn>
              <a:cxn ang="0">
                <a:pos x="connsiteX2" y="connsiteY2"/>
              </a:cxn>
              <a:cxn ang="0">
                <a:pos x="connsiteX3" y="connsiteY3"/>
              </a:cxn>
            </a:cxnLst>
            <a:rect l="l" t="t" r="r" b="b"/>
            <a:pathLst>
              <a:path w="3034665" h="1710213">
                <a:moveTo>
                  <a:pt x="0" y="0"/>
                </a:moveTo>
                <a:lnTo>
                  <a:pt x="3034666" y="0"/>
                </a:lnTo>
                <a:lnTo>
                  <a:pt x="3034666" y="1710214"/>
                </a:lnTo>
                <a:lnTo>
                  <a:pt x="0" y="1710214"/>
                </a:lnTo>
                <a:close/>
              </a:path>
            </a:pathLst>
          </a:custGeom>
          <a:solidFill>
            <a:srgbClr val="FFFFFF">
              <a:alpha val="10000"/>
            </a:srgbClr>
          </a:solidFill>
          <a:ln w="12859" cap="flat">
            <a:noFill/>
            <a:prstDash val="solid"/>
            <a:miter/>
          </a:ln>
        </p:spPr>
        <p:txBody>
          <a:bodyPr rtlCol="0" anchor="ctr"/>
          <a:lstStyle/>
          <a:p>
            <a:endParaRPr lang="zh-CN" altLang="en-US"/>
          </a:p>
        </p:txBody>
      </p:sp>
      <p:sp>
        <p:nvSpPr>
          <p:cNvPr id="47" name="任意形状 46">
            <a:extLst>
              <a:ext uri="{FF2B5EF4-FFF2-40B4-BE49-F238E27FC236}">
                <a16:creationId xmlns:a16="http://schemas.microsoft.com/office/drawing/2014/main" id="{B30FE041-4AC2-EE02-D85F-273383E91868}"/>
              </a:ext>
            </a:extLst>
          </p:cNvPr>
          <p:cNvSpPr/>
          <p:nvPr userDrawn="1"/>
        </p:nvSpPr>
        <p:spPr>
          <a:xfrm rot="5400000" flipV="1">
            <a:off x="411480" y="-405050"/>
            <a:ext cx="3420428" cy="4243387"/>
          </a:xfrm>
          <a:custGeom>
            <a:avLst/>
            <a:gdLst>
              <a:gd name="connsiteX0" fmla="*/ 1710214 w 3420428"/>
              <a:gd name="connsiteY0" fmla="*/ 0 h 4243387"/>
              <a:gd name="connsiteX1" fmla="*/ 3420429 w 3420428"/>
              <a:gd name="connsiteY1" fmla="*/ 1710214 h 4243387"/>
              <a:gd name="connsiteX2" fmla="*/ 3420429 w 3420428"/>
              <a:gd name="connsiteY2" fmla="*/ 4243388 h 4243387"/>
              <a:gd name="connsiteX3" fmla="*/ 3420429 w 3420428"/>
              <a:gd name="connsiteY3" fmla="*/ 4243388 h 4243387"/>
              <a:gd name="connsiteX4" fmla="*/ 0 w 3420428"/>
              <a:gd name="connsiteY4" fmla="*/ 4243388 h 4243387"/>
              <a:gd name="connsiteX5" fmla="*/ 0 w 3420428"/>
              <a:gd name="connsiteY5" fmla="*/ 1710214 h 4243387"/>
              <a:gd name="connsiteX6" fmla="*/ 1710214 w 3420428"/>
              <a:gd name="connsiteY6" fmla="*/ 0 h 4243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0428" h="4243387">
                <a:moveTo>
                  <a:pt x="1710214" y="0"/>
                </a:moveTo>
                <a:cubicBezTo>
                  <a:pt x="2654740" y="0"/>
                  <a:pt x="3420429" y="765689"/>
                  <a:pt x="3420429" y="1710214"/>
                </a:cubicBezTo>
                <a:lnTo>
                  <a:pt x="3420429" y="4243388"/>
                </a:lnTo>
                <a:lnTo>
                  <a:pt x="3420429" y="4243388"/>
                </a:lnTo>
                <a:lnTo>
                  <a:pt x="0" y="4243388"/>
                </a:lnTo>
                <a:lnTo>
                  <a:pt x="0" y="1710214"/>
                </a:lnTo>
                <a:cubicBezTo>
                  <a:pt x="0" y="765689"/>
                  <a:pt x="765689" y="0"/>
                  <a:pt x="1710214" y="0"/>
                </a:cubicBezTo>
                <a:close/>
              </a:path>
            </a:pathLst>
          </a:custGeom>
          <a:solidFill>
            <a:srgbClr val="FFFFFF">
              <a:alpha val="10000"/>
            </a:srgbClr>
          </a:solidFill>
          <a:ln w="12859" cap="flat">
            <a:noFill/>
            <a:prstDash val="solid"/>
            <a:miter/>
          </a:ln>
        </p:spPr>
        <p:txBody>
          <a:bodyPr rtlCol="0" anchor="ctr"/>
          <a:lstStyle/>
          <a:p>
            <a:endParaRPr lang="zh-CN" altLang="en-US"/>
          </a:p>
        </p:txBody>
      </p:sp>
      <p:sp>
        <p:nvSpPr>
          <p:cNvPr id="48" name="任意形状 47">
            <a:extLst>
              <a:ext uri="{FF2B5EF4-FFF2-40B4-BE49-F238E27FC236}">
                <a16:creationId xmlns:a16="http://schemas.microsoft.com/office/drawing/2014/main" id="{A345BEF7-3AC3-5FDC-16D6-A077A4DAD0BD}"/>
              </a:ext>
            </a:extLst>
          </p:cNvPr>
          <p:cNvSpPr/>
          <p:nvPr userDrawn="1"/>
        </p:nvSpPr>
        <p:spPr>
          <a:xfrm rot="5400000">
            <a:off x="411480" y="1305163"/>
            <a:ext cx="3420428" cy="4243387"/>
          </a:xfrm>
          <a:custGeom>
            <a:avLst/>
            <a:gdLst>
              <a:gd name="connsiteX0" fmla="*/ 1710214 w 3420428"/>
              <a:gd name="connsiteY0" fmla="*/ 0 h 4243387"/>
              <a:gd name="connsiteX1" fmla="*/ 3420429 w 3420428"/>
              <a:gd name="connsiteY1" fmla="*/ 1710214 h 4243387"/>
              <a:gd name="connsiteX2" fmla="*/ 3420429 w 3420428"/>
              <a:gd name="connsiteY2" fmla="*/ 4243388 h 4243387"/>
              <a:gd name="connsiteX3" fmla="*/ 3420429 w 3420428"/>
              <a:gd name="connsiteY3" fmla="*/ 4243388 h 4243387"/>
              <a:gd name="connsiteX4" fmla="*/ 0 w 3420428"/>
              <a:gd name="connsiteY4" fmla="*/ 4243388 h 4243387"/>
              <a:gd name="connsiteX5" fmla="*/ 0 w 3420428"/>
              <a:gd name="connsiteY5" fmla="*/ 1710214 h 4243387"/>
              <a:gd name="connsiteX6" fmla="*/ 1710214 w 3420428"/>
              <a:gd name="connsiteY6" fmla="*/ 0 h 4243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0428" h="4243387">
                <a:moveTo>
                  <a:pt x="1710214" y="0"/>
                </a:moveTo>
                <a:cubicBezTo>
                  <a:pt x="2654740" y="0"/>
                  <a:pt x="3420429" y="765689"/>
                  <a:pt x="3420429" y="1710214"/>
                </a:cubicBezTo>
                <a:lnTo>
                  <a:pt x="3420429" y="4243388"/>
                </a:lnTo>
                <a:lnTo>
                  <a:pt x="3420429" y="4243388"/>
                </a:lnTo>
                <a:lnTo>
                  <a:pt x="0" y="4243388"/>
                </a:lnTo>
                <a:lnTo>
                  <a:pt x="0" y="1710214"/>
                </a:lnTo>
                <a:cubicBezTo>
                  <a:pt x="0" y="765689"/>
                  <a:pt x="765689" y="0"/>
                  <a:pt x="1710214" y="0"/>
                </a:cubicBezTo>
                <a:close/>
              </a:path>
            </a:pathLst>
          </a:custGeom>
          <a:solidFill>
            <a:srgbClr val="FFFFFF">
              <a:alpha val="5000"/>
            </a:srgbClr>
          </a:solidFill>
          <a:ln w="12859" cap="flat">
            <a:noFill/>
            <a:prstDash val="solid"/>
            <a:miter/>
          </a:ln>
        </p:spPr>
        <p:txBody>
          <a:bodyPr rtlCol="0" anchor="ctr"/>
          <a:lstStyle/>
          <a:p>
            <a:endParaRPr lang="zh-CN" altLang="en-US"/>
          </a:p>
        </p:txBody>
      </p:sp>
      <p:sp>
        <p:nvSpPr>
          <p:cNvPr id="49" name="任意形状 48">
            <a:extLst>
              <a:ext uri="{FF2B5EF4-FFF2-40B4-BE49-F238E27FC236}">
                <a16:creationId xmlns:a16="http://schemas.microsoft.com/office/drawing/2014/main" id="{CF353321-7BE3-BB28-0DDB-8FD77D5FFCAA}"/>
              </a:ext>
            </a:extLst>
          </p:cNvPr>
          <p:cNvSpPr/>
          <p:nvPr userDrawn="1"/>
        </p:nvSpPr>
        <p:spPr>
          <a:xfrm>
            <a:off x="7766688" y="294527"/>
            <a:ext cx="1377313" cy="4541588"/>
          </a:xfrm>
          <a:custGeom>
            <a:avLst/>
            <a:gdLst>
              <a:gd name="connsiteX0" fmla="*/ 1377313 w 1377313"/>
              <a:gd name="connsiteY0" fmla="*/ 0 h 4541588"/>
              <a:gd name="connsiteX1" fmla="*/ 1377313 w 1377313"/>
              <a:gd name="connsiteY1" fmla="*/ 4541588 h 4541588"/>
              <a:gd name="connsiteX2" fmla="*/ 1345902 w 1377313"/>
              <a:gd name="connsiteY2" fmla="*/ 4526494 h 4541588"/>
              <a:gd name="connsiteX3" fmla="*/ 0 w 1377313"/>
              <a:gd name="connsiteY3" fmla="*/ 2270794 h 4541588"/>
              <a:gd name="connsiteX4" fmla="*/ 1345902 w 1377313"/>
              <a:gd name="connsiteY4" fmla="*/ 15093 h 4541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13" h="4541588">
                <a:moveTo>
                  <a:pt x="1377313" y="0"/>
                </a:moveTo>
                <a:lnTo>
                  <a:pt x="1377313" y="4541588"/>
                </a:lnTo>
                <a:lnTo>
                  <a:pt x="1345902" y="4526494"/>
                </a:lnTo>
                <a:cubicBezTo>
                  <a:pt x="544222" y="4092084"/>
                  <a:pt x="0" y="3244835"/>
                  <a:pt x="0" y="2270794"/>
                </a:cubicBezTo>
                <a:cubicBezTo>
                  <a:pt x="0" y="1296752"/>
                  <a:pt x="544222" y="449503"/>
                  <a:pt x="1345902" y="15093"/>
                </a:cubicBezTo>
                <a:close/>
              </a:path>
            </a:pathLst>
          </a:custGeom>
          <a:solidFill>
            <a:srgbClr val="FFFFFF">
              <a:alpha val="10000"/>
            </a:srgbClr>
          </a:solidFill>
          <a:ln w="12859" cap="flat">
            <a:noFill/>
            <a:prstDash val="solid"/>
            <a:miter/>
          </a:ln>
        </p:spPr>
        <p:txBody>
          <a:bodyPr rtlCol="0" anchor="ctr"/>
          <a:lstStyle/>
          <a:p>
            <a:endParaRPr lang="zh-CN" altLang="en-US"/>
          </a:p>
        </p:txBody>
      </p:sp>
      <p:sp>
        <p:nvSpPr>
          <p:cNvPr id="7" name="TextBox 48">
            <a:extLst>
              <a:ext uri="{FF2B5EF4-FFF2-40B4-BE49-F238E27FC236}">
                <a16:creationId xmlns:a16="http://schemas.microsoft.com/office/drawing/2014/main" id="{39B77226-0A3B-146E-DC74-05E3B562C7E0}"/>
              </a:ext>
            </a:extLst>
          </p:cNvPr>
          <p:cNvSpPr txBox="1"/>
          <p:nvPr userDrawn="1"/>
        </p:nvSpPr>
        <p:spPr>
          <a:xfrm>
            <a:off x="426455" y="4906378"/>
            <a:ext cx="3086904" cy="115416"/>
          </a:xfrm>
          <a:prstGeom prst="rect">
            <a:avLst/>
          </a:prstGeom>
          <a:noFill/>
        </p:spPr>
        <p:txBody>
          <a:bodyPr wrap="square" lIns="0" tIns="0" rIns="0" bIns="0" rtlCol="0">
            <a:spAutoFit/>
          </a:bodyPr>
          <a:lstStyle/>
          <a:p>
            <a:r>
              <a:rPr lang="en-US" sz="750">
                <a:solidFill>
                  <a:schemeClr val="bg1">
                    <a:lumMod val="95000"/>
                  </a:schemeClr>
                </a:solidFill>
                <a:latin typeface="Arial" pitchFamily="34" charset="0"/>
                <a:cs typeface="Arial" pitchFamily="34" charset="0"/>
              </a:rPr>
              <a:t>2025 Lenovo Internal. All rights reserved.</a:t>
            </a:r>
          </a:p>
        </p:txBody>
      </p:sp>
      <p:sp>
        <p:nvSpPr>
          <p:cNvPr id="17" name="图形 4">
            <a:extLst>
              <a:ext uri="{FF2B5EF4-FFF2-40B4-BE49-F238E27FC236}">
                <a16:creationId xmlns:a16="http://schemas.microsoft.com/office/drawing/2014/main" id="{2911B5D9-026F-0AF5-37CC-9D4CD6DF156F}"/>
              </a:ext>
            </a:extLst>
          </p:cNvPr>
          <p:cNvSpPr/>
          <p:nvPr userDrawn="1"/>
        </p:nvSpPr>
        <p:spPr>
          <a:xfrm>
            <a:off x="8359866" y="170300"/>
            <a:ext cx="596897" cy="190499"/>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spTree>
    <p:extLst>
      <p:ext uri="{BB962C8B-B14F-4D97-AF65-F5344CB8AC3E}">
        <p14:creationId xmlns:p14="http://schemas.microsoft.com/office/powerpoint/2010/main" val="25556746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_Pale">
    <p:bg>
      <p:bgPr>
        <a:gradFill flip="none" rotWithShape="1">
          <a:gsLst>
            <a:gs pos="0">
              <a:srgbClr val="9ABBEA"/>
            </a:gs>
            <a:gs pos="99000">
              <a:srgbClr val="B6B8FD"/>
            </a:gs>
          </a:gsLst>
          <a:lin ang="10800000" scaled="1"/>
          <a:tileRect/>
        </a:gradFill>
        <a:effectLst/>
      </p:bgPr>
    </p:bg>
    <p:spTree>
      <p:nvGrpSpPr>
        <p:cNvPr id="1" name=""/>
        <p:cNvGrpSpPr/>
        <p:nvPr/>
      </p:nvGrpSpPr>
      <p:grpSpPr>
        <a:xfrm>
          <a:off x="0" y="0"/>
          <a:ext cx="0" cy="0"/>
          <a:chOff x="0" y="0"/>
          <a:chExt cx="0" cy="0"/>
        </a:xfrm>
      </p:grpSpPr>
      <p:sp>
        <p:nvSpPr>
          <p:cNvPr id="54" name="任意形状 53">
            <a:extLst>
              <a:ext uri="{FF2B5EF4-FFF2-40B4-BE49-F238E27FC236}">
                <a16:creationId xmlns:a16="http://schemas.microsoft.com/office/drawing/2014/main" id="{E487E7F3-D2C0-9C93-9FC4-E955A99BCE0D}"/>
              </a:ext>
            </a:extLst>
          </p:cNvPr>
          <p:cNvSpPr/>
          <p:nvPr/>
        </p:nvSpPr>
        <p:spPr>
          <a:xfrm>
            <a:off x="-12098" y="12858"/>
            <a:ext cx="2546033" cy="5130641"/>
          </a:xfrm>
          <a:custGeom>
            <a:avLst/>
            <a:gdLst>
              <a:gd name="connsiteX0" fmla="*/ 0 w 2546033"/>
              <a:gd name="connsiteY0" fmla="*/ 0 h 5130641"/>
              <a:gd name="connsiteX1" fmla="*/ 2546033 w 2546033"/>
              <a:gd name="connsiteY1" fmla="*/ 0 h 5130641"/>
              <a:gd name="connsiteX2" fmla="*/ 2546033 w 2546033"/>
              <a:gd name="connsiteY2" fmla="*/ 5130641 h 5130641"/>
              <a:gd name="connsiteX3" fmla="*/ 0 w 2546033"/>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2546033" h="5130641">
                <a:moveTo>
                  <a:pt x="0" y="0"/>
                </a:moveTo>
                <a:lnTo>
                  <a:pt x="2546033" y="0"/>
                </a:lnTo>
                <a:lnTo>
                  <a:pt x="2546033" y="5130641"/>
                </a:lnTo>
                <a:lnTo>
                  <a:pt x="0" y="5130641"/>
                </a:lnTo>
                <a:close/>
              </a:path>
            </a:pathLst>
          </a:custGeom>
          <a:solidFill>
            <a:srgbClr val="FFFFFF">
              <a:alpha val="5000"/>
            </a:srgbClr>
          </a:solidFill>
          <a:ln w="12859" cap="flat">
            <a:noFill/>
            <a:prstDash val="solid"/>
            <a:miter/>
          </a:ln>
        </p:spPr>
        <p:txBody>
          <a:bodyPr rtlCol="0" anchor="ctr"/>
          <a:lstStyle/>
          <a:p>
            <a:endParaRPr lang="zh-CN" altLang="en-US"/>
          </a:p>
        </p:txBody>
      </p:sp>
      <p:sp>
        <p:nvSpPr>
          <p:cNvPr id="55" name="任意形状 54">
            <a:extLst>
              <a:ext uri="{FF2B5EF4-FFF2-40B4-BE49-F238E27FC236}">
                <a16:creationId xmlns:a16="http://schemas.microsoft.com/office/drawing/2014/main" id="{86E447EB-0A0F-F0FE-A80B-D99D87B37E96}"/>
              </a:ext>
            </a:extLst>
          </p:cNvPr>
          <p:cNvSpPr/>
          <p:nvPr/>
        </p:nvSpPr>
        <p:spPr>
          <a:xfrm>
            <a:off x="-12098" y="3433286"/>
            <a:ext cx="3034665" cy="1710213"/>
          </a:xfrm>
          <a:custGeom>
            <a:avLst/>
            <a:gdLst>
              <a:gd name="connsiteX0" fmla="*/ 0 w 3034665"/>
              <a:gd name="connsiteY0" fmla="*/ 0 h 1710213"/>
              <a:gd name="connsiteX1" fmla="*/ 3034666 w 3034665"/>
              <a:gd name="connsiteY1" fmla="*/ 0 h 1710213"/>
              <a:gd name="connsiteX2" fmla="*/ 3034666 w 3034665"/>
              <a:gd name="connsiteY2" fmla="*/ 1710214 h 1710213"/>
              <a:gd name="connsiteX3" fmla="*/ 0 w 3034665"/>
              <a:gd name="connsiteY3" fmla="*/ 1710214 h 1710213"/>
            </a:gdLst>
            <a:ahLst/>
            <a:cxnLst>
              <a:cxn ang="0">
                <a:pos x="connsiteX0" y="connsiteY0"/>
              </a:cxn>
              <a:cxn ang="0">
                <a:pos x="connsiteX1" y="connsiteY1"/>
              </a:cxn>
              <a:cxn ang="0">
                <a:pos x="connsiteX2" y="connsiteY2"/>
              </a:cxn>
              <a:cxn ang="0">
                <a:pos x="connsiteX3" y="connsiteY3"/>
              </a:cxn>
            </a:cxnLst>
            <a:rect l="l" t="t" r="r" b="b"/>
            <a:pathLst>
              <a:path w="3034665" h="1710213">
                <a:moveTo>
                  <a:pt x="0" y="0"/>
                </a:moveTo>
                <a:lnTo>
                  <a:pt x="3034666" y="0"/>
                </a:lnTo>
                <a:lnTo>
                  <a:pt x="3034666" y="1710214"/>
                </a:lnTo>
                <a:lnTo>
                  <a:pt x="0" y="1710214"/>
                </a:lnTo>
                <a:close/>
              </a:path>
            </a:pathLst>
          </a:custGeom>
          <a:solidFill>
            <a:srgbClr val="FFFFFF">
              <a:alpha val="10000"/>
            </a:srgbClr>
          </a:solidFill>
          <a:ln w="12859" cap="flat">
            <a:noFill/>
            <a:prstDash val="solid"/>
            <a:miter/>
          </a:ln>
        </p:spPr>
        <p:txBody>
          <a:bodyPr rtlCol="0" anchor="ctr"/>
          <a:lstStyle/>
          <a:p>
            <a:endParaRPr lang="zh-CN" altLang="en-US"/>
          </a:p>
        </p:txBody>
      </p:sp>
      <p:sp>
        <p:nvSpPr>
          <p:cNvPr id="57" name="任意形状 56">
            <a:extLst>
              <a:ext uri="{FF2B5EF4-FFF2-40B4-BE49-F238E27FC236}">
                <a16:creationId xmlns:a16="http://schemas.microsoft.com/office/drawing/2014/main" id="{FFB12A81-D1E3-7F13-59CF-6C1CDD5F8E44}"/>
              </a:ext>
            </a:extLst>
          </p:cNvPr>
          <p:cNvSpPr/>
          <p:nvPr userDrawn="1"/>
        </p:nvSpPr>
        <p:spPr>
          <a:xfrm>
            <a:off x="5594319" y="12858"/>
            <a:ext cx="1671638" cy="5130641"/>
          </a:xfrm>
          <a:custGeom>
            <a:avLst/>
            <a:gdLst>
              <a:gd name="connsiteX0" fmla="*/ 0 w 1671638"/>
              <a:gd name="connsiteY0" fmla="*/ 0 h 5130641"/>
              <a:gd name="connsiteX1" fmla="*/ 1671638 w 1671638"/>
              <a:gd name="connsiteY1" fmla="*/ 0 h 5130641"/>
              <a:gd name="connsiteX2" fmla="*/ 1671638 w 1671638"/>
              <a:gd name="connsiteY2" fmla="*/ 5130641 h 5130641"/>
              <a:gd name="connsiteX3" fmla="*/ 0 w 1671638"/>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1671638" h="5130641">
                <a:moveTo>
                  <a:pt x="0" y="0"/>
                </a:moveTo>
                <a:lnTo>
                  <a:pt x="1671638" y="0"/>
                </a:lnTo>
                <a:lnTo>
                  <a:pt x="1671638" y="5130641"/>
                </a:lnTo>
                <a:lnTo>
                  <a:pt x="0" y="5130641"/>
                </a:lnTo>
                <a:close/>
              </a:path>
            </a:pathLst>
          </a:custGeom>
          <a:solidFill>
            <a:srgbClr val="FFFFFF">
              <a:alpha val="10000"/>
            </a:srgbClr>
          </a:solidFill>
          <a:ln w="12859" cap="flat">
            <a:noFill/>
            <a:prstDash val="solid"/>
            <a:miter/>
          </a:ln>
        </p:spPr>
        <p:txBody>
          <a:bodyPr rtlCol="0" anchor="ctr"/>
          <a:lstStyle/>
          <a:p>
            <a:endParaRPr lang="zh-CN" altLang="en-US"/>
          </a:p>
        </p:txBody>
      </p:sp>
      <p:sp>
        <p:nvSpPr>
          <p:cNvPr id="61" name="任意形状 60">
            <a:extLst>
              <a:ext uri="{FF2B5EF4-FFF2-40B4-BE49-F238E27FC236}">
                <a16:creationId xmlns:a16="http://schemas.microsoft.com/office/drawing/2014/main" id="{54492E97-FF40-8041-4753-A2616486397F}"/>
              </a:ext>
            </a:extLst>
          </p:cNvPr>
          <p:cNvSpPr/>
          <p:nvPr/>
        </p:nvSpPr>
        <p:spPr>
          <a:xfrm>
            <a:off x="3022568" y="0"/>
            <a:ext cx="2571750" cy="5130641"/>
          </a:xfrm>
          <a:custGeom>
            <a:avLst/>
            <a:gdLst>
              <a:gd name="connsiteX0" fmla="*/ 2571751 w 2571750"/>
              <a:gd name="connsiteY0" fmla="*/ 5130641 h 5130641"/>
              <a:gd name="connsiteX1" fmla="*/ 2571751 w 2571750"/>
              <a:gd name="connsiteY1" fmla="*/ 0 h 5130641"/>
              <a:gd name="connsiteX2" fmla="*/ 0 w 2571750"/>
              <a:gd name="connsiteY2" fmla="*/ 2565321 h 5130641"/>
              <a:gd name="connsiteX3" fmla="*/ 2571751 w 2571750"/>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2571750" h="5130641">
                <a:moveTo>
                  <a:pt x="2571751" y="5130641"/>
                </a:moveTo>
                <a:cubicBezTo>
                  <a:pt x="2571751" y="3844750"/>
                  <a:pt x="2571751" y="1403423"/>
                  <a:pt x="2571751" y="0"/>
                </a:cubicBezTo>
                <a:cubicBezTo>
                  <a:pt x="1151412" y="0"/>
                  <a:pt x="0" y="1148533"/>
                  <a:pt x="0" y="2565321"/>
                </a:cubicBezTo>
                <a:cubicBezTo>
                  <a:pt x="0" y="3982108"/>
                  <a:pt x="1151412" y="5130641"/>
                  <a:pt x="2571751" y="5130641"/>
                </a:cubicBezTo>
                <a:close/>
              </a:path>
            </a:pathLst>
          </a:custGeom>
          <a:solidFill>
            <a:srgbClr val="FFFFFF">
              <a:alpha val="5000"/>
            </a:srgbClr>
          </a:solidFill>
          <a:ln w="12859" cap="flat">
            <a:noFill/>
            <a:prstDash val="solid"/>
            <a:miter/>
          </a:ln>
        </p:spPr>
        <p:txBody>
          <a:bodyPr rtlCol="0" anchor="ctr"/>
          <a:lstStyle/>
          <a:p>
            <a:endParaRPr lang="zh-CN" altLang="en-US"/>
          </a:p>
        </p:txBody>
      </p:sp>
      <p:sp>
        <p:nvSpPr>
          <p:cNvPr id="7" name="TextBox 48">
            <a:extLst>
              <a:ext uri="{FF2B5EF4-FFF2-40B4-BE49-F238E27FC236}">
                <a16:creationId xmlns:a16="http://schemas.microsoft.com/office/drawing/2014/main" id="{39B77226-0A3B-146E-DC74-05E3B562C7E0}"/>
              </a:ext>
            </a:extLst>
          </p:cNvPr>
          <p:cNvSpPr txBox="1"/>
          <p:nvPr userDrawn="1"/>
        </p:nvSpPr>
        <p:spPr>
          <a:xfrm>
            <a:off x="571603" y="4904310"/>
            <a:ext cx="1799762" cy="115416"/>
          </a:xfrm>
          <a:prstGeom prst="rect">
            <a:avLst/>
          </a:prstGeom>
          <a:noFill/>
        </p:spPr>
        <p:txBody>
          <a:bodyPr wrap="square" lIns="0" tIns="0" rIns="0" bIns="0" rtlCol="0">
            <a:spAutoFit/>
          </a:bodyPr>
          <a:lstStyle/>
          <a:p>
            <a:r>
              <a:rPr lang="en-US" sz="750">
                <a:solidFill>
                  <a:schemeClr val="bg1">
                    <a:lumMod val="95000"/>
                  </a:schemeClr>
                </a:solidFill>
                <a:latin typeface="Arial" pitchFamily="34" charset="0"/>
                <a:cs typeface="Arial" pitchFamily="34" charset="0"/>
              </a:rPr>
              <a:t>2025 Lenovo Internal. All rights reserved.</a:t>
            </a:r>
          </a:p>
        </p:txBody>
      </p:sp>
      <p:sp>
        <p:nvSpPr>
          <p:cNvPr id="6" name="图形 4">
            <a:extLst>
              <a:ext uri="{FF2B5EF4-FFF2-40B4-BE49-F238E27FC236}">
                <a16:creationId xmlns:a16="http://schemas.microsoft.com/office/drawing/2014/main" id="{AF81CDBD-1207-500C-C9E3-97C9FDF66EC0}"/>
              </a:ext>
            </a:extLst>
          </p:cNvPr>
          <p:cNvSpPr/>
          <p:nvPr/>
        </p:nvSpPr>
        <p:spPr>
          <a:xfrm>
            <a:off x="158780" y="4904310"/>
            <a:ext cx="361637" cy="115416"/>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pic>
        <p:nvPicPr>
          <p:cNvPr id="2" name="图片 1" descr="图片包含 室内, 桌子, 花, 笔记本&#10;&#10;描述已自动生成">
            <a:extLst>
              <a:ext uri="{FF2B5EF4-FFF2-40B4-BE49-F238E27FC236}">
                <a16:creationId xmlns:a16="http://schemas.microsoft.com/office/drawing/2014/main" id="{DBF5DCD7-73F8-384C-42D3-583A3A0F117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a:ext>
            </a:extLst>
          </a:blip>
          <a:srcRect/>
          <a:stretch/>
        </p:blipFill>
        <p:spPr>
          <a:xfrm>
            <a:off x="5556738" y="0"/>
            <a:ext cx="3587262" cy="5143500"/>
          </a:xfrm>
          <a:prstGeom prst="rect">
            <a:avLst/>
          </a:prstGeom>
        </p:spPr>
      </p:pic>
      <p:pic>
        <p:nvPicPr>
          <p:cNvPr id="3" name="图片 2" descr="徽标, 图标&#10;&#10;描述已自动生成">
            <a:extLst>
              <a:ext uri="{FF2B5EF4-FFF2-40B4-BE49-F238E27FC236}">
                <a16:creationId xmlns:a16="http://schemas.microsoft.com/office/drawing/2014/main" id="{145478BD-41DE-DAD2-F07D-92D0397C71F5}"/>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476808" y="4763325"/>
            <a:ext cx="575136" cy="339330"/>
          </a:xfrm>
          <a:prstGeom prst="rect">
            <a:avLst/>
          </a:prstGeom>
        </p:spPr>
      </p:pic>
    </p:spTree>
    <p:extLst>
      <p:ext uri="{BB962C8B-B14F-4D97-AF65-F5344CB8AC3E}">
        <p14:creationId xmlns:p14="http://schemas.microsoft.com/office/powerpoint/2010/main" val="419872388"/>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_Deep">
    <p:bg>
      <p:bgPr>
        <a:gradFill flip="none" rotWithShape="1">
          <a:gsLst>
            <a:gs pos="0">
              <a:srgbClr val="714FFC"/>
            </a:gs>
            <a:gs pos="100000">
              <a:srgbClr val="3E70C4"/>
            </a:gs>
          </a:gsLst>
          <a:lin ang="10800000" scaled="1"/>
          <a:tileRect/>
        </a:gradFill>
        <a:effectLst/>
      </p:bgPr>
    </p:bg>
    <p:spTree>
      <p:nvGrpSpPr>
        <p:cNvPr id="1" name=""/>
        <p:cNvGrpSpPr/>
        <p:nvPr/>
      </p:nvGrpSpPr>
      <p:grpSpPr>
        <a:xfrm>
          <a:off x="0" y="0"/>
          <a:ext cx="0" cy="0"/>
          <a:chOff x="0" y="0"/>
          <a:chExt cx="0" cy="0"/>
        </a:xfrm>
      </p:grpSpPr>
      <p:sp>
        <p:nvSpPr>
          <p:cNvPr id="24" name="任意形状 23">
            <a:extLst>
              <a:ext uri="{FF2B5EF4-FFF2-40B4-BE49-F238E27FC236}">
                <a16:creationId xmlns:a16="http://schemas.microsoft.com/office/drawing/2014/main" id="{FCD29209-AF60-2470-8110-72F7A41DA954}"/>
              </a:ext>
            </a:extLst>
          </p:cNvPr>
          <p:cNvSpPr/>
          <p:nvPr/>
        </p:nvSpPr>
        <p:spPr>
          <a:xfrm>
            <a:off x="-12098" y="12858"/>
            <a:ext cx="2546033" cy="5130641"/>
          </a:xfrm>
          <a:custGeom>
            <a:avLst/>
            <a:gdLst>
              <a:gd name="connsiteX0" fmla="*/ 0 w 2546033"/>
              <a:gd name="connsiteY0" fmla="*/ 0 h 5130641"/>
              <a:gd name="connsiteX1" fmla="*/ 2546033 w 2546033"/>
              <a:gd name="connsiteY1" fmla="*/ 0 h 5130641"/>
              <a:gd name="connsiteX2" fmla="*/ 2546033 w 2546033"/>
              <a:gd name="connsiteY2" fmla="*/ 5130641 h 5130641"/>
              <a:gd name="connsiteX3" fmla="*/ 0 w 2546033"/>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2546033" h="5130641">
                <a:moveTo>
                  <a:pt x="0" y="0"/>
                </a:moveTo>
                <a:lnTo>
                  <a:pt x="2546033" y="0"/>
                </a:lnTo>
                <a:lnTo>
                  <a:pt x="2546033" y="5130641"/>
                </a:lnTo>
                <a:lnTo>
                  <a:pt x="0" y="5130641"/>
                </a:lnTo>
                <a:close/>
              </a:path>
            </a:pathLst>
          </a:custGeom>
          <a:solidFill>
            <a:srgbClr val="FFFFFF">
              <a:alpha val="5000"/>
            </a:srgbClr>
          </a:solidFill>
          <a:ln w="12859" cap="flat">
            <a:noFill/>
            <a:prstDash val="solid"/>
            <a:miter/>
          </a:ln>
        </p:spPr>
        <p:txBody>
          <a:bodyPr rtlCol="0" anchor="ctr"/>
          <a:lstStyle/>
          <a:p>
            <a:endParaRPr lang="zh-CN" altLang="en-US"/>
          </a:p>
        </p:txBody>
      </p:sp>
      <p:sp>
        <p:nvSpPr>
          <p:cNvPr id="25" name="任意形状 24">
            <a:extLst>
              <a:ext uri="{FF2B5EF4-FFF2-40B4-BE49-F238E27FC236}">
                <a16:creationId xmlns:a16="http://schemas.microsoft.com/office/drawing/2014/main" id="{44C30B59-2830-3EA0-60B6-38EB5CF3D939}"/>
              </a:ext>
            </a:extLst>
          </p:cNvPr>
          <p:cNvSpPr/>
          <p:nvPr/>
        </p:nvSpPr>
        <p:spPr>
          <a:xfrm>
            <a:off x="-12098" y="3433286"/>
            <a:ext cx="3034665" cy="1710213"/>
          </a:xfrm>
          <a:custGeom>
            <a:avLst/>
            <a:gdLst>
              <a:gd name="connsiteX0" fmla="*/ 0 w 3034665"/>
              <a:gd name="connsiteY0" fmla="*/ 0 h 1710213"/>
              <a:gd name="connsiteX1" fmla="*/ 3034666 w 3034665"/>
              <a:gd name="connsiteY1" fmla="*/ 0 h 1710213"/>
              <a:gd name="connsiteX2" fmla="*/ 3034666 w 3034665"/>
              <a:gd name="connsiteY2" fmla="*/ 1710214 h 1710213"/>
              <a:gd name="connsiteX3" fmla="*/ 0 w 3034665"/>
              <a:gd name="connsiteY3" fmla="*/ 1710214 h 1710213"/>
            </a:gdLst>
            <a:ahLst/>
            <a:cxnLst>
              <a:cxn ang="0">
                <a:pos x="connsiteX0" y="connsiteY0"/>
              </a:cxn>
              <a:cxn ang="0">
                <a:pos x="connsiteX1" y="connsiteY1"/>
              </a:cxn>
              <a:cxn ang="0">
                <a:pos x="connsiteX2" y="connsiteY2"/>
              </a:cxn>
              <a:cxn ang="0">
                <a:pos x="connsiteX3" y="connsiteY3"/>
              </a:cxn>
            </a:cxnLst>
            <a:rect l="l" t="t" r="r" b="b"/>
            <a:pathLst>
              <a:path w="3034665" h="1710213">
                <a:moveTo>
                  <a:pt x="0" y="0"/>
                </a:moveTo>
                <a:lnTo>
                  <a:pt x="3034666" y="0"/>
                </a:lnTo>
                <a:lnTo>
                  <a:pt x="3034666" y="1710214"/>
                </a:lnTo>
                <a:lnTo>
                  <a:pt x="0" y="1710214"/>
                </a:lnTo>
                <a:close/>
              </a:path>
            </a:pathLst>
          </a:custGeom>
          <a:solidFill>
            <a:srgbClr val="FFFFFF">
              <a:alpha val="5000"/>
            </a:srgbClr>
          </a:solidFill>
          <a:ln w="12859" cap="flat">
            <a:noFill/>
            <a:prstDash val="solid"/>
            <a:miter/>
          </a:ln>
        </p:spPr>
        <p:txBody>
          <a:bodyPr rtlCol="0" anchor="ctr"/>
          <a:lstStyle/>
          <a:p>
            <a:endParaRPr lang="zh-CN" altLang="en-US"/>
          </a:p>
        </p:txBody>
      </p:sp>
      <p:sp>
        <p:nvSpPr>
          <p:cNvPr id="26" name="任意形状 25">
            <a:extLst>
              <a:ext uri="{FF2B5EF4-FFF2-40B4-BE49-F238E27FC236}">
                <a16:creationId xmlns:a16="http://schemas.microsoft.com/office/drawing/2014/main" id="{AC4EC7B4-BFBE-1EEA-465D-9BFB9E7247BF}"/>
              </a:ext>
            </a:extLst>
          </p:cNvPr>
          <p:cNvSpPr/>
          <p:nvPr userDrawn="1"/>
        </p:nvSpPr>
        <p:spPr>
          <a:xfrm>
            <a:off x="5594319" y="12858"/>
            <a:ext cx="1671638" cy="5130641"/>
          </a:xfrm>
          <a:custGeom>
            <a:avLst/>
            <a:gdLst>
              <a:gd name="connsiteX0" fmla="*/ 0 w 1671638"/>
              <a:gd name="connsiteY0" fmla="*/ 0 h 5130641"/>
              <a:gd name="connsiteX1" fmla="*/ 1671638 w 1671638"/>
              <a:gd name="connsiteY1" fmla="*/ 0 h 5130641"/>
              <a:gd name="connsiteX2" fmla="*/ 1671638 w 1671638"/>
              <a:gd name="connsiteY2" fmla="*/ 5130641 h 5130641"/>
              <a:gd name="connsiteX3" fmla="*/ 0 w 1671638"/>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1671638" h="5130641">
                <a:moveTo>
                  <a:pt x="0" y="0"/>
                </a:moveTo>
                <a:lnTo>
                  <a:pt x="1671638" y="0"/>
                </a:lnTo>
                <a:lnTo>
                  <a:pt x="1671638" y="5130641"/>
                </a:lnTo>
                <a:lnTo>
                  <a:pt x="0" y="5130641"/>
                </a:lnTo>
                <a:close/>
              </a:path>
            </a:pathLst>
          </a:custGeom>
          <a:solidFill>
            <a:srgbClr val="FFFFFF">
              <a:alpha val="10000"/>
            </a:srgbClr>
          </a:solidFill>
          <a:ln w="12859" cap="flat">
            <a:noFill/>
            <a:prstDash val="solid"/>
            <a:miter/>
          </a:ln>
        </p:spPr>
        <p:txBody>
          <a:bodyPr rtlCol="0" anchor="ctr"/>
          <a:lstStyle/>
          <a:p>
            <a:endParaRPr lang="zh-CN" altLang="en-US"/>
          </a:p>
        </p:txBody>
      </p:sp>
      <p:sp>
        <p:nvSpPr>
          <p:cNvPr id="27" name="任意形状 26">
            <a:extLst>
              <a:ext uri="{FF2B5EF4-FFF2-40B4-BE49-F238E27FC236}">
                <a16:creationId xmlns:a16="http://schemas.microsoft.com/office/drawing/2014/main" id="{891793F3-39D3-1F5C-CED6-75CF8A42CAA7}"/>
              </a:ext>
            </a:extLst>
          </p:cNvPr>
          <p:cNvSpPr/>
          <p:nvPr/>
        </p:nvSpPr>
        <p:spPr>
          <a:xfrm>
            <a:off x="3022568" y="0"/>
            <a:ext cx="2571750" cy="5130641"/>
          </a:xfrm>
          <a:custGeom>
            <a:avLst/>
            <a:gdLst>
              <a:gd name="connsiteX0" fmla="*/ 2571751 w 2571750"/>
              <a:gd name="connsiteY0" fmla="*/ 5130641 h 5130641"/>
              <a:gd name="connsiteX1" fmla="*/ 2571751 w 2571750"/>
              <a:gd name="connsiteY1" fmla="*/ 0 h 5130641"/>
              <a:gd name="connsiteX2" fmla="*/ 0 w 2571750"/>
              <a:gd name="connsiteY2" fmla="*/ 2565321 h 5130641"/>
              <a:gd name="connsiteX3" fmla="*/ 2571751 w 2571750"/>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2571750" h="5130641">
                <a:moveTo>
                  <a:pt x="2571751" y="5130641"/>
                </a:moveTo>
                <a:cubicBezTo>
                  <a:pt x="2571751" y="3844750"/>
                  <a:pt x="2571751" y="1403423"/>
                  <a:pt x="2571751" y="0"/>
                </a:cubicBezTo>
                <a:cubicBezTo>
                  <a:pt x="1151412" y="0"/>
                  <a:pt x="0" y="1148533"/>
                  <a:pt x="0" y="2565321"/>
                </a:cubicBezTo>
                <a:cubicBezTo>
                  <a:pt x="0" y="3982108"/>
                  <a:pt x="1151412" y="5130641"/>
                  <a:pt x="2571751" y="5130641"/>
                </a:cubicBezTo>
                <a:close/>
              </a:path>
            </a:pathLst>
          </a:custGeom>
          <a:solidFill>
            <a:srgbClr val="FFFFFF">
              <a:alpha val="5000"/>
            </a:srgbClr>
          </a:solidFill>
          <a:ln w="12859" cap="flat">
            <a:noFill/>
            <a:prstDash val="solid"/>
            <a:miter/>
          </a:ln>
        </p:spPr>
        <p:txBody>
          <a:bodyPr rtlCol="0" anchor="ctr"/>
          <a:lstStyle/>
          <a:p>
            <a:endParaRPr lang="zh-CN" altLang="en-US"/>
          </a:p>
        </p:txBody>
      </p:sp>
      <p:pic>
        <p:nvPicPr>
          <p:cNvPr id="33" name="图片 32" descr="图片包含 室内, 桌子, 花, 笔记本&#10;&#10;描述已自动生成">
            <a:extLst>
              <a:ext uri="{FF2B5EF4-FFF2-40B4-BE49-F238E27FC236}">
                <a16:creationId xmlns:a16="http://schemas.microsoft.com/office/drawing/2014/main" id="{DDEDC4AA-253A-703F-853A-341755892E8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556738" y="0"/>
            <a:ext cx="3587262" cy="5143500"/>
          </a:xfrm>
          <a:prstGeom prst="rect">
            <a:avLst/>
          </a:prstGeom>
        </p:spPr>
      </p:pic>
      <p:grpSp>
        <p:nvGrpSpPr>
          <p:cNvPr id="28" name="图形 26">
            <a:extLst>
              <a:ext uri="{FF2B5EF4-FFF2-40B4-BE49-F238E27FC236}">
                <a16:creationId xmlns:a16="http://schemas.microsoft.com/office/drawing/2014/main" id="{9A637310-1C0B-D2F7-2028-94DFE7685E1E}"/>
              </a:ext>
            </a:extLst>
          </p:cNvPr>
          <p:cNvGrpSpPr/>
          <p:nvPr userDrawn="1"/>
        </p:nvGrpSpPr>
        <p:grpSpPr>
          <a:xfrm>
            <a:off x="-67448" y="-7076661"/>
            <a:ext cx="5143509" cy="5143500"/>
            <a:chOff x="2000250" y="0"/>
            <a:chExt cx="5143509" cy="5143500"/>
          </a:xfrm>
        </p:grpSpPr>
        <p:sp>
          <p:nvSpPr>
            <p:cNvPr id="29" name="任意形状 28">
              <a:extLst>
                <a:ext uri="{FF2B5EF4-FFF2-40B4-BE49-F238E27FC236}">
                  <a16:creationId xmlns:a16="http://schemas.microsoft.com/office/drawing/2014/main" id="{0A8DC0DE-735A-0080-0C82-69584D12A4EF}"/>
                </a:ext>
              </a:extLst>
            </p:cNvPr>
            <p:cNvSpPr/>
            <p:nvPr/>
          </p:nvSpPr>
          <p:spPr>
            <a:xfrm>
              <a:off x="2000250" y="0"/>
              <a:ext cx="4755450" cy="5143500"/>
            </a:xfrm>
            <a:custGeom>
              <a:avLst/>
              <a:gdLst>
                <a:gd name="connsiteX0" fmla="*/ 6212 w 4755450"/>
                <a:gd name="connsiteY0" fmla="*/ 0 h 5143500"/>
                <a:gd name="connsiteX1" fmla="*/ 4755451 w 4755450"/>
                <a:gd name="connsiteY1" fmla="*/ 3165085 h 5143500"/>
                <a:gd name="connsiteX2" fmla="*/ 0 w 4755450"/>
                <a:gd name="connsiteY2" fmla="*/ 5143500 h 5143500"/>
                <a:gd name="connsiteX3" fmla="*/ 0 w 4755450"/>
                <a:gd name="connsiteY3" fmla="*/ 50 h 5143500"/>
              </a:gdLst>
              <a:ahLst/>
              <a:cxnLst>
                <a:cxn ang="0">
                  <a:pos x="connsiteX0" y="connsiteY0"/>
                </a:cxn>
                <a:cxn ang="0">
                  <a:pos x="connsiteX1" y="connsiteY1"/>
                </a:cxn>
                <a:cxn ang="0">
                  <a:pos x="connsiteX2" y="connsiteY2"/>
                </a:cxn>
                <a:cxn ang="0">
                  <a:pos x="connsiteX3" y="connsiteY3"/>
                </a:cxn>
              </a:cxnLst>
              <a:rect l="l" t="t" r="r" b="b"/>
              <a:pathLst>
                <a:path w="4755450" h="5143500">
                  <a:moveTo>
                    <a:pt x="6212" y="0"/>
                  </a:moveTo>
                  <a:cubicBezTo>
                    <a:pt x="2145812" y="0"/>
                    <a:pt x="3980282" y="1306419"/>
                    <a:pt x="4755451" y="3165085"/>
                  </a:cubicBezTo>
                  <a:lnTo>
                    <a:pt x="0" y="5143500"/>
                  </a:lnTo>
                  <a:lnTo>
                    <a:pt x="0" y="50"/>
                  </a:lnTo>
                  <a:close/>
                </a:path>
              </a:pathLst>
            </a:custGeom>
            <a:solidFill>
              <a:srgbClr val="000000">
                <a:alpha val="3000"/>
              </a:srgbClr>
            </a:solidFill>
            <a:ln w="6212" cap="flat">
              <a:noFill/>
              <a:prstDash val="solid"/>
              <a:miter/>
            </a:ln>
          </p:spPr>
          <p:txBody>
            <a:bodyPr rtlCol="0" anchor="ctr"/>
            <a:lstStyle/>
            <a:p>
              <a:endParaRPr lang="zh-CN" altLang="en-US"/>
            </a:p>
          </p:txBody>
        </p:sp>
        <p:sp>
          <p:nvSpPr>
            <p:cNvPr id="30" name="任意形状 29">
              <a:extLst>
                <a:ext uri="{FF2B5EF4-FFF2-40B4-BE49-F238E27FC236}">
                  <a16:creationId xmlns:a16="http://schemas.microsoft.com/office/drawing/2014/main" id="{0B9E7D64-6083-007C-9D3E-879AF272BD42}"/>
                </a:ext>
              </a:extLst>
            </p:cNvPr>
            <p:cNvSpPr/>
            <p:nvPr/>
          </p:nvSpPr>
          <p:spPr>
            <a:xfrm>
              <a:off x="2000250" y="3165086"/>
              <a:ext cx="5143509" cy="1978413"/>
            </a:xfrm>
            <a:custGeom>
              <a:avLst/>
              <a:gdLst>
                <a:gd name="connsiteX0" fmla="*/ 4755452 w 5143509"/>
                <a:gd name="connsiteY0" fmla="*/ 0 h 1978413"/>
                <a:gd name="connsiteX1" fmla="*/ 5143510 w 5143509"/>
                <a:gd name="connsiteY1" fmla="*/ 1723593 h 1978413"/>
                <a:gd name="connsiteX2" fmla="*/ 5143500 w 5143509"/>
                <a:gd name="connsiteY2" fmla="*/ 1978414 h 1978413"/>
                <a:gd name="connsiteX3" fmla="*/ 0 w 5143509"/>
                <a:gd name="connsiteY3" fmla="*/ 1978414 h 1978413"/>
              </a:gdLst>
              <a:ahLst/>
              <a:cxnLst>
                <a:cxn ang="0">
                  <a:pos x="connsiteX0" y="connsiteY0"/>
                </a:cxn>
                <a:cxn ang="0">
                  <a:pos x="connsiteX1" y="connsiteY1"/>
                </a:cxn>
                <a:cxn ang="0">
                  <a:pos x="connsiteX2" y="connsiteY2"/>
                </a:cxn>
                <a:cxn ang="0">
                  <a:pos x="connsiteX3" y="connsiteY3"/>
                </a:cxn>
              </a:cxnLst>
              <a:rect l="l" t="t" r="r" b="b"/>
              <a:pathLst>
                <a:path w="5143509" h="1978413">
                  <a:moveTo>
                    <a:pt x="4755452" y="0"/>
                  </a:moveTo>
                  <a:cubicBezTo>
                    <a:pt x="4978493" y="534799"/>
                    <a:pt x="5113834" y="1115318"/>
                    <a:pt x="5143510" y="1723593"/>
                  </a:cubicBezTo>
                  <a:lnTo>
                    <a:pt x="5143500" y="1978414"/>
                  </a:lnTo>
                  <a:lnTo>
                    <a:pt x="0" y="1978414"/>
                  </a:lnTo>
                  <a:close/>
                </a:path>
              </a:pathLst>
            </a:custGeom>
            <a:solidFill>
              <a:srgbClr val="FFFFFF">
                <a:alpha val="2000"/>
              </a:srgbClr>
            </a:solidFill>
            <a:ln w="6212" cap="flat">
              <a:noFill/>
              <a:prstDash val="solid"/>
              <a:miter/>
            </a:ln>
          </p:spPr>
          <p:txBody>
            <a:bodyPr rtlCol="0" anchor="ctr"/>
            <a:lstStyle/>
            <a:p>
              <a:endParaRPr lang="zh-CN" altLang="en-US"/>
            </a:p>
          </p:txBody>
        </p:sp>
        <p:sp>
          <p:nvSpPr>
            <p:cNvPr id="31" name="任意形状 30">
              <a:extLst>
                <a:ext uri="{FF2B5EF4-FFF2-40B4-BE49-F238E27FC236}">
                  <a16:creationId xmlns:a16="http://schemas.microsoft.com/office/drawing/2014/main" id="{F949D93D-3CF7-261D-0D20-1D7FEE7A7EFE}"/>
                </a:ext>
              </a:extLst>
            </p:cNvPr>
            <p:cNvSpPr/>
            <p:nvPr/>
          </p:nvSpPr>
          <p:spPr>
            <a:xfrm>
              <a:off x="2000250" y="0"/>
              <a:ext cx="5143500" cy="5143500"/>
            </a:xfrm>
            <a:custGeom>
              <a:avLst/>
              <a:gdLst>
                <a:gd name="connsiteX0" fmla="*/ 5143500 w 5143500"/>
                <a:gd name="connsiteY0" fmla="*/ 0 h 5143500"/>
                <a:gd name="connsiteX1" fmla="*/ 5143500 w 5143500"/>
                <a:gd name="connsiteY1" fmla="*/ 5143500 h 5143500"/>
                <a:gd name="connsiteX2" fmla="*/ 0 w 5143500"/>
                <a:gd name="connsiteY2" fmla="*/ 0 h 5143500"/>
                <a:gd name="connsiteX3" fmla="*/ 5143500 w 5143500"/>
                <a:gd name="connsiteY3" fmla="*/ 0 h 5143500"/>
              </a:gdLst>
              <a:ahLst/>
              <a:cxnLst>
                <a:cxn ang="0">
                  <a:pos x="connsiteX0" y="connsiteY0"/>
                </a:cxn>
                <a:cxn ang="0">
                  <a:pos x="connsiteX1" y="connsiteY1"/>
                </a:cxn>
                <a:cxn ang="0">
                  <a:pos x="connsiteX2" y="connsiteY2"/>
                </a:cxn>
                <a:cxn ang="0">
                  <a:pos x="connsiteX3" y="connsiteY3"/>
                </a:cxn>
              </a:cxnLst>
              <a:rect l="l" t="t" r="r" b="b"/>
              <a:pathLst>
                <a:path w="5143500" h="5143500">
                  <a:moveTo>
                    <a:pt x="5143500" y="0"/>
                  </a:moveTo>
                  <a:lnTo>
                    <a:pt x="5143500" y="5143500"/>
                  </a:lnTo>
                  <a:cubicBezTo>
                    <a:pt x="5143500" y="2302823"/>
                    <a:pt x="2840677" y="0"/>
                    <a:pt x="0" y="0"/>
                  </a:cubicBezTo>
                  <a:lnTo>
                    <a:pt x="5143500" y="0"/>
                  </a:lnTo>
                  <a:close/>
                </a:path>
              </a:pathLst>
            </a:custGeom>
            <a:solidFill>
              <a:srgbClr val="D8D8D8">
                <a:alpha val="10000"/>
              </a:srgbClr>
            </a:solidFill>
            <a:ln w="6212" cap="flat">
              <a:noFill/>
              <a:prstDash val="solid"/>
              <a:miter/>
            </a:ln>
          </p:spPr>
          <p:txBody>
            <a:bodyPr rtlCol="0" anchor="ctr"/>
            <a:lstStyle/>
            <a:p>
              <a:endParaRPr lang="zh-CN" altLang="en-US"/>
            </a:p>
          </p:txBody>
        </p:sp>
      </p:grpSp>
      <p:sp>
        <p:nvSpPr>
          <p:cNvPr id="7" name="TextBox 48">
            <a:extLst>
              <a:ext uri="{FF2B5EF4-FFF2-40B4-BE49-F238E27FC236}">
                <a16:creationId xmlns:a16="http://schemas.microsoft.com/office/drawing/2014/main" id="{39B77226-0A3B-146E-DC74-05E3B562C7E0}"/>
              </a:ext>
            </a:extLst>
          </p:cNvPr>
          <p:cNvSpPr txBox="1"/>
          <p:nvPr userDrawn="1"/>
        </p:nvSpPr>
        <p:spPr>
          <a:xfrm>
            <a:off x="571603" y="4904310"/>
            <a:ext cx="1799762" cy="115416"/>
          </a:xfrm>
          <a:prstGeom prst="rect">
            <a:avLst/>
          </a:prstGeom>
          <a:noFill/>
        </p:spPr>
        <p:txBody>
          <a:bodyPr wrap="square" lIns="0" tIns="0" rIns="0" bIns="0" rtlCol="0">
            <a:spAutoFit/>
          </a:bodyPr>
          <a:lstStyle/>
          <a:p>
            <a:r>
              <a:rPr lang="en-US" sz="750">
                <a:solidFill>
                  <a:schemeClr val="bg1">
                    <a:lumMod val="95000"/>
                  </a:schemeClr>
                </a:solidFill>
                <a:latin typeface="Arial" pitchFamily="34" charset="0"/>
                <a:cs typeface="Arial" pitchFamily="34" charset="0"/>
              </a:rPr>
              <a:t>2025 Lenovo Internal. All rights reserved.</a:t>
            </a:r>
          </a:p>
        </p:txBody>
      </p:sp>
      <p:sp>
        <p:nvSpPr>
          <p:cNvPr id="6" name="图形 4">
            <a:extLst>
              <a:ext uri="{FF2B5EF4-FFF2-40B4-BE49-F238E27FC236}">
                <a16:creationId xmlns:a16="http://schemas.microsoft.com/office/drawing/2014/main" id="{AF81CDBD-1207-500C-C9E3-97C9FDF66EC0}"/>
              </a:ext>
            </a:extLst>
          </p:cNvPr>
          <p:cNvSpPr/>
          <p:nvPr/>
        </p:nvSpPr>
        <p:spPr>
          <a:xfrm>
            <a:off x="158780" y="4904310"/>
            <a:ext cx="361637" cy="115416"/>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pic>
        <p:nvPicPr>
          <p:cNvPr id="14" name="图片 13" descr="徽标, 图标&#10;&#10;描述已自动生成">
            <a:extLst>
              <a:ext uri="{FF2B5EF4-FFF2-40B4-BE49-F238E27FC236}">
                <a16:creationId xmlns:a16="http://schemas.microsoft.com/office/drawing/2014/main" id="{0A3B8913-75BD-8D33-0C7E-C50E40CD8E8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476808" y="4763325"/>
            <a:ext cx="575136" cy="339330"/>
          </a:xfrm>
          <a:prstGeom prst="rect">
            <a:avLst/>
          </a:prstGeom>
        </p:spPr>
      </p:pic>
    </p:spTree>
    <p:extLst>
      <p:ext uri="{BB962C8B-B14F-4D97-AF65-F5344CB8AC3E}">
        <p14:creationId xmlns:p14="http://schemas.microsoft.com/office/powerpoint/2010/main" val="1566900186"/>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_Pale">
    <p:bg>
      <p:bgPr>
        <a:gradFill flip="none" rotWithShape="1">
          <a:gsLst>
            <a:gs pos="0">
              <a:srgbClr val="91B0DA"/>
            </a:gs>
            <a:gs pos="99000">
              <a:srgbClr val="B1B3F2"/>
            </a:gs>
          </a:gsLst>
          <a:lin ang="10800000" scaled="1"/>
          <a:tileRect/>
        </a:gradFill>
        <a:effectLst/>
      </p:bgPr>
    </p:bg>
    <p:spTree>
      <p:nvGrpSpPr>
        <p:cNvPr id="1" name=""/>
        <p:cNvGrpSpPr/>
        <p:nvPr/>
      </p:nvGrpSpPr>
      <p:grpSpPr>
        <a:xfrm>
          <a:off x="0" y="0"/>
          <a:ext cx="0" cy="0"/>
          <a:chOff x="0" y="0"/>
          <a:chExt cx="0" cy="0"/>
        </a:xfrm>
      </p:grpSpPr>
      <p:sp>
        <p:nvSpPr>
          <p:cNvPr id="7" name="TextBox 48">
            <a:extLst>
              <a:ext uri="{FF2B5EF4-FFF2-40B4-BE49-F238E27FC236}">
                <a16:creationId xmlns:a16="http://schemas.microsoft.com/office/drawing/2014/main" id="{39B77226-0A3B-146E-DC74-05E3B562C7E0}"/>
              </a:ext>
            </a:extLst>
          </p:cNvPr>
          <p:cNvSpPr txBox="1"/>
          <p:nvPr userDrawn="1"/>
        </p:nvSpPr>
        <p:spPr>
          <a:xfrm>
            <a:off x="571603" y="4904310"/>
            <a:ext cx="1799762" cy="115416"/>
          </a:xfrm>
          <a:prstGeom prst="rect">
            <a:avLst/>
          </a:prstGeom>
          <a:noFill/>
        </p:spPr>
        <p:txBody>
          <a:bodyPr wrap="square" lIns="0" tIns="0" rIns="0" bIns="0" rtlCol="0">
            <a:spAutoFit/>
          </a:bodyPr>
          <a:lstStyle/>
          <a:p>
            <a:r>
              <a:rPr lang="en-US" sz="750">
                <a:solidFill>
                  <a:schemeClr val="bg1">
                    <a:lumMod val="95000"/>
                  </a:schemeClr>
                </a:solidFill>
                <a:latin typeface="Arial" pitchFamily="34" charset="0"/>
                <a:cs typeface="Arial" pitchFamily="34" charset="0"/>
              </a:rPr>
              <a:t>2025 Lenovo Internal. All rights reserved.</a:t>
            </a:r>
          </a:p>
        </p:txBody>
      </p:sp>
      <p:sp>
        <p:nvSpPr>
          <p:cNvPr id="6" name="图形 4">
            <a:extLst>
              <a:ext uri="{FF2B5EF4-FFF2-40B4-BE49-F238E27FC236}">
                <a16:creationId xmlns:a16="http://schemas.microsoft.com/office/drawing/2014/main" id="{AF81CDBD-1207-500C-C9E3-97C9FDF66EC0}"/>
              </a:ext>
            </a:extLst>
          </p:cNvPr>
          <p:cNvSpPr/>
          <p:nvPr/>
        </p:nvSpPr>
        <p:spPr>
          <a:xfrm>
            <a:off x="158780" y="4904310"/>
            <a:ext cx="361637" cy="115416"/>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pic>
        <p:nvPicPr>
          <p:cNvPr id="12" name="图片 11" descr="徽标, 图标&#10;&#10;描述已自动生成">
            <a:extLst>
              <a:ext uri="{FF2B5EF4-FFF2-40B4-BE49-F238E27FC236}">
                <a16:creationId xmlns:a16="http://schemas.microsoft.com/office/drawing/2014/main" id="{947C9CD1-6DC6-94C4-C92A-2BCF35435E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476808" y="4763325"/>
            <a:ext cx="575136" cy="339330"/>
          </a:xfrm>
          <a:prstGeom prst="rect">
            <a:avLst/>
          </a:prstGeom>
        </p:spPr>
      </p:pic>
      <p:sp>
        <p:nvSpPr>
          <p:cNvPr id="5" name="文本占位符 10">
            <a:extLst>
              <a:ext uri="{FF2B5EF4-FFF2-40B4-BE49-F238E27FC236}">
                <a16:creationId xmlns:a16="http://schemas.microsoft.com/office/drawing/2014/main" id="{8F1E6423-7A67-084A-BEE5-C860AA3E0CEF}"/>
              </a:ext>
            </a:extLst>
          </p:cNvPr>
          <p:cNvSpPr>
            <a:spLocks noGrp="1"/>
          </p:cNvSpPr>
          <p:nvPr>
            <p:ph type="body" sz="quarter" idx="10" hasCustomPrompt="1"/>
          </p:nvPr>
        </p:nvSpPr>
        <p:spPr>
          <a:xfrm>
            <a:off x="334963" y="205741"/>
            <a:ext cx="8397557" cy="403860"/>
          </a:xfrm>
          <a:prstGeom prst="rect">
            <a:avLst/>
          </a:prstGeom>
        </p:spPr>
        <p:txBody>
          <a:bodyPr wrap="square" lIns="0" tIns="0" rIns="0" bIns="0" anchor="t" anchorCtr="0"/>
          <a:lstStyle>
            <a:lvl1pPr marL="0" indent="0">
              <a:buNone/>
              <a:defRPr lang="zh-CN" altLang="en-US" sz="2400" b="1" cap="none" spc="0" baseline="0" dirty="0" smtClean="0">
                <a:solidFill>
                  <a:srgbClr val="002060"/>
                </a:solidFill>
              </a:defRPr>
            </a:lvl1pPr>
          </a:lstStyle>
          <a:p>
            <a:pPr marL="60" lvl="0" indent="-342900" defTabSz="1218987">
              <a:lnSpc>
                <a:spcPts val="3200"/>
              </a:lnSpc>
              <a:spcBef>
                <a:spcPct val="0"/>
              </a:spcBef>
              <a:tabLst>
                <a:tab pos="1218987" algn="l"/>
              </a:tabLst>
            </a:pPr>
            <a:r>
              <a:rPr kumimoji="1" lang="en-US" altLang="zh-CN"/>
              <a:t>Click to edit master title</a:t>
            </a:r>
          </a:p>
        </p:txBody>
      </p:sp>
    </p:spTree>
    <p:extLst>
      <p:ext uri="{BB962C8B-B14F-4D97-AF65-F5344CB8AC3E}">
        <p14:creationId xmlns:p14="http://schemas.microsoft.com/office/powerpoint/2010/main" val="1679178125"/>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_Deep">
    <p:bg>
      <p:bgPr>
        <a:gradFill flip="none" rotWithShape="1">
          <a:gsLst>
            <a:gs pos="0">
              <a:srgbClr val="714FFC"/>
            </a:gs>
            <a:gs pos="100000">
              <a:srgbClr val="3E70C4"/>
            </a:gs>
          </a:gsLst>
          <a:lin ang="10800000" scaled="1"/>
          <a:tileRect/>
        </a:gradFill>
        <a:effectLst/>
      </p:bgPr>
    </p:bg>
    <p:spTree>
      <p:nvGrpSpPr>
        <p:cNvPr id="1" name=""/>
        <p:cNvGrpSpPr/>
        <p:nvPr/>
      </p:nvGrpSpPr>
      <p:grpSpPr>
        <a:xfrm>
          <a:off x="0" y="0"/>
          <a:ext cx="0" cy="0"/>
          <a:chOff x="0" y="0"/>
          <a:chExt cx="0" cy="0"/>
        </a:xfrm>
      </p:grpSpPr>
      <p:grpSp>
        <p:nvGrpSpPr>
          <p:cNvPr id="28" name="图形 26">
            <a:extLst>
              <a:ext uri="{FF2B5EF4-FFF2-40B4-BE49-F238E27FC236}">
                <a16:creationId xmlns:a16="http://schemas.microsoft.com/office/drawing/2014/main" id="{9A637310-1C0B-D2F7-2028-94DFE7685E1E}"/>
              </a:ext>
            </a:extLst>
          </p:cNvPr>
          <p:cNvGrpSpPr/>
          <p:nvPr userDrawn="1"/>
        </p:nvGrpSpPr>
        <p:grpSpPr>
          <a:xfrm>
            <a:off x="-67448" y="-7076661"/>
            <a:ext cx="5143509" cy="5143500"/>
            <a:chOff x="2000250" y="0"/>
            <a:chExt cx="5143509" cy="5143500"/>
          </a:xfrm>
        </p:grpSpPr>
        <p:sp>
          <p:nvSpPr>
            <p:cNvPr id="29" name="任意形状 28">
              <a:extLst>
                <a:ext uri="{FF2B5EF4-FFF2-40B4-BE49-F238E27FC236}">
                  <a16:creationId xmlns:a16="http://schemas.microsoft.com/office/drawing/2014/main" id="{0A8DC0DE-735A-0080-0C82-69584D12A4EF}"/>
                </a:ext>
              </a:extLst>
            </p:cNvPr>
            <p:cNvSpPr/>
            <p:nvPr/>
          </p:nvSpPr>
          <p:spPr>
            <a:xfrm>
              <a:off x="2000250" y="0"/>
              <a:ext cx="4755450" cy="5143500"/>
            </a:xfrm>
            <a:custGeom>
              <a:avLst/>
              <a:gdLst>
                <a:gd name="connsiteX0" fmla="*/ 6212 w 4755450"/>
                <a:gd name="connsiteY0" fmla="*/ 0 h 5143500"/>
                <a:gd name="connsiteX1" fmla="*/ 4755451 w 4755450"/>
                <a:gd name="connsiteY1" fmla="*/ 3165085 h 5143500"/>
                <a:gd name="connsiteX2" fmla="*/ 0 w 4755450"/>
                <a:gd name="connsiteY2" fmla="*/ 5143500 h 5143500"/>
                <a:gd name="connsiteX3" fmla="*/ 0 w 4755450"/>
                <a:gd name="connsiteY3" fmla="*/ 50 h 5143500"/>
              </a:gdLst>
              <a:ahLst/>
              <a:cxnLst>
                <a:cxn ang="0">
                  <a:pos x="connsiteX0" y="connsiteY0"/>
                </a:cxn>
                <a:cxn ang="0">
                  <a:pos x="connsiteX1" y="connsiteY1"/>
                </a:cxn>
                <a:cxn ang="0">
                  <a:pos x="connsiteX2" y="connsiteY2"/>
                </a:cxn>
                <a:cxn ang="0">
                  <a:pos x="connsiteX3" y="connsiteY3"/>
                </a:cxn>
              </a:cxnLst>
              <a:rect l="l" t="t" r="r" b="b"/>
              <a:pathLst>
                <a:path w="4755450" h="5143500">
                  <a:moveTo>
                    <a:pt x="6212" y="0"/>
                  </a:moveTo>
                  <a:cubicBezTo>
                    <a:pt x="2145812" y="0"/>
                    <a:pt x="3980282" y="1306419"/>
                    <a:pt x="4755451" y="3165085"/>
                  </a:cubicBezTo>
                  <a:lnTo>
                    <a:pt x="0" y="5143500"/>
                  </a:lnTo>
                  <a:lnTo>
                    <a:pt x="0" y="50"/>
                  </a:lnTo>
                  <a:close/>
                </a:path>
              </a:pathLst>
            </a:custGeom>
            <a:solidFill>
              <a:srgbClr val="000000">
                <a:alpha val="3000"/>
              </a:srgbClr>
            </a:solidFill>
            <a:ln w="6212" cap="flat">
              <a:noFill/>
              <a:prstDash val="solid"/>
              <a:miter/>
            </a:ln>
          </p:spPr>
          <p:txBody>
            <a:bodyPr rtlCol="0" anchor="ctr"/>
            <a:lstStyle/>
            <a:p>
              <a:endParaRPr lang="zh-CN" altLang="en-US"/>
            </a:p>
          </p:txBody>
        </p:sp>
        <p:sp>
          <p:nvSpPr>
            <p:cNvPr id="30" name="任意形状 29">
              <a:extLst>
                <a:ext uri="{FF2B5EF4-FFF2-40B4-BE49-F238E27FC236}">
                  <a16:creationId xmlns:a16="http://schemas.microsoft.com/office/drawing/2014/main" id="{0B9E7D64-6083-007C-9D3E-879AF272BD42}"/>
                </a:ext>
              </a:extLst>
            </p:cNvPr>
            <p:cNvSpPr/>
            <p:nvPr/>
          </p:nvSpPr>
          <p:spPr>
            <a:xfrm>
              <a:off x="2000250" y="3165086"/>
              <a:ext cx="5143509" cy="1978413"/>
            </a:xfrm>
            <a:custGeom>
              <a:avLst/>
              <a:gdLst>
                <a:gd name="connsiteX0" fmla="*/ 4755452 w 5143509"/>
                <a:gd name="connsiteY0" fmla="*/ 0 h 1978413"/>
                <a:gd name="connsiteX1" fmla="*/ 5143510 w 5143509"/>
                <a:gd name="connsiteY1" fmla="*/ 1723593 h 1978413"/>
                <a:gd name="connsiteX2" fmla="*/ 5143500 w 5143509"/>
                <a:gd name="connsiteY2" fmla="*/ 1978414 h 1978413"/>
                <a:gd name="connsiteX3" fmla="*/ 0 w 5143509"/>
                <a:gd name="connsiteY3" fmla="*/ 1978414 h 1978413"/>
              </a:gdLst>
              <a:ahLst/>
              <a:cxnLst>
                <a:cxn ang="0">
                  <a:pos x="connsiteX0" y="connsiteY0"/>
                </a:cxn>
                <a:cxn ang="0">
                  <a:pos x="connsiteX1" y="connsiteY1"/>
                </a:cxn>
                <a:cxn ang="0">
                  <a:pos x="connsiteX2" y="connsiteY2"/>
                </a:cxn>
                <a:cxn ang="0">
                  <a:pos x="connsiteX3" y="connsiteY3"/>
                </a:cxn>
              </a:cxnLst>
              <a:rect l="l" t="t" r="r" b="b"/>
              <a:pathLst>
                <a:path w="5143509" h="1978413">
                  <a:moveTo>
                    <a:pt x="4755452" y="0"/>
                  </a:moveTo>
                  <a:cubicBezTo>
                    <a:pt x="4978493" y="534799"/>
                    <a:pt x="5113834" y="1115318"/>
                    <a:pt x="5143510" y="1723593"/>
                  </a:cubicBezTo>
                  <a:lnTo>
                    <a:pt x="5143500" y="1978414"/>
                  </a:lnTo>
                  <a:lnTo>
                    <a:pt x="0" y="1978414"/>
                  </a:lnTo>
                  <a:close/>
                </a:path>
              </a:pathLst>
            </a:custGeom>
            <a:solidFill>
              <a:srgbClr val="FFFFFF">
                <a:alpha val="2000"/>
              </a:srgbClr>
            </a:solidFill>
            <a:ln w="6212" cap="flat">
              <a:noFill/>
              <a:prstDash val="solid"/>
              <a:miter/>
            </a:ln>
          </p:spPr>
          <p:txBody>
            <a:bodyPr rtlCol="0" anchor="ctr"/>
            <a:lstStyle/>
            <a:p>
              <a:endParaRPr lang="zh-CN" altLang="en-US"/>
            </a:p>
          </p:txBody>
        </p:sp>
        <p:sp>
          <p:nvSpPr>
            <p:cNvPr id="31" name="任意形状 30">
              <a:extLst>
                <a:ext uri="{FF2B5EF4-FFF2-40B4-BE49-F238E27FC236}">
                  <a16:creationId xmlns:a16="http://schemas.microsoft.com/office/drawing/2014/main" id="{F949D93D-3CF7-261D-0D20-1D7FEE7A7EFE}"/>
                </a:ext>
              </a:extLst>
            </p:cNvPr>
            <p:cNvSpPr/>
            <p:nvPr/>
          </p:nvSpPr>
          <p:spPr>
            <a:xfrm>
              <a:off x="2000250" y="0"/>
              <a:ext cx="5143500" cy="5143500"/>
            </a:xfrm>
            <a:custGeom>
              <a:avLst/>
              <a:gdLst>
                <a:gd name="connsiteX0" fmla="*/ 5143500 w 5143500"/>
                <a:gd name="connsiteY0" fmla="*/ 0 h 5143500"/>
                <a:gd name="connsiteX1" fmla="*/ 5143500 w 5143500"/>
                <a:gd name="connsiteY1" fmla="*/ 5143500 h 5143500"/>
                <a:gd name="connsiteX2" fmla="*/ 0 w 5143500"/>
                <a:gd name="connsiteY2" fmla="*/ 0 h 5143500"/>
                <a:gd name="connsiteX3" fmla="*/ 5143500 w 5143500"/>
                <a:gd name="connsiteY3" fmla="*/ 0 h 5143500"/>
              </a:gdLst>
              <a:ahLst/>
              <a:cxnLst>
                <a:cxn ang="0">
                  <a:pos x="connsiteX0" y="connsiteY0"/>
                </a:cxn>
                <a:cxn ang="0">
                  <a:pos x="connsiteX1" y="connsiteY1"/>
                </a:cxn>
                <a:cxn ang="0">
                  <a:pos x="connsiteX2" y="connsiteY2"/>
                </a:cxn>
                <a:cxn ang="0">
                  <a:pos x="connsiteX3" y="connsiteY3"/>
                </a:cxn>
              </a:cxnLst>
              <a:rect l="l" t="t" r="r" b="b"/>
              <a:pathLst>
                <a:path w="5143500" h="5143500">
                  <a:moveTo>
                    <a:pt x="5143500" y="0"/>
                  </a:moveTo>
                  <a:lnTo>
                    <a:pt x="5143500" y="5143500"/>
                  </a:lnTo>
                  <a:cubicBezTo>
                    <a:pt x="5143500" y="2302823"/>
                    <a:pt x="2840677" y="0"/>
                    <a:pt x="0" y="0"/>
                  </a:cubicBezTo>
                  <a:lnTo>
                    <a:pt x="5143500" y="0"/>
                  </a:lnTo>
                  <a:close/>
                </a:path>
              </a:pathLst>
            </a:custGeom>
            <a:solidFill>
              <a:srgbClr val="D8D8D8">
                <a:alpha val="10000"/>
              </a:srgbClr>
            </a:solidFill>
            <a:ln w="6212" cap="flat">
              <a:noFill/>
              <a:prstDash val="solid"/>
              <a:miter/>
            </a:ln>
          </p:spPr>
          <p:txBody>
            <a:bodyPr rtlCol="0" anchor="ctr"/>
            <a:lstStyle/>
            <a:p>
              <a:endParaRPr lang="zh-CN" altLang="en-US"/>
            </a:p>
          </p:txBody>
        </p:sp>
      </p:grpSp>
      <p:sp>
        <p:nvSpPr>
          <p:cNvPr id="7" name="TextBox 48">
            <a:extLst>
              <a:ext uri="{FF2B5EF4-FFF2-40B4-BE49-F238E27FC236}">
                <a16:creationId xmlns:a16="http://schemas.microsoft.com/office/drawing/2014/main" id="{39B77226-0A3B-146E-DC74-05E3B562C7E0}"/>
              </a:ext>
            </a:extLst>
          </p:cNvPr>
          <p:cNvSpPr txBox="1"/>
          <p:nvPr userDrawn="1"/>
        </p:nvSpPr>
        <p:spPr>
          <a:xfrm>
            <a:off x="571603" y="4904310"/>
            <a:ext cx="1799762" cy="115416"/>
          </a:xfrm>
          <a:prstGeom prst="rect">
            <a:avLst/>
          </a:prstGeom>
          <a:noFill/>
        </p:spPr>
        <p:txBody>
          <a:bodyPr wrap="square" lIns="0" tIns="0" rIns="0" bIns="0" rtlCol="0">
            <a:spAutoFit/>
          </a:bodyPr>
          <a:lstStyle/>
          <a:p>
            <a:r>
              <a:rPr lang="en-US" sz="750">
                <a:solidFill>
                  <a:schemeClr val="bg1">
                    <a:lumMod val="95000"/>
                  </a:schemeClr>
                </a:solidFill>
                <a:latin typeface="Arial" pitchFamily="34" charset="0"/>
                <a:cs typeface="Arial" pitchFamily="34" charset="0"/>
              </a:rPr>
              <a:t>2025 Lenovo Internal. All rights reserved.</a:t>
            </a:r>
          </a:p>
        </p:txBody>
      </p:sp>
      <p:sp>
        <p:nvSpPr>
          <p:cNvPr id="6" name="图形 4">
            <a:extLst>
              <a:ext uri="{FF2B5EF4-FFF2-40B4-BE49-F238E27FC236}">
                <a16:creationId xmlns:a16="http://schemas.microsoft.com/office/drawing/2014/main" id="{AF81CDBD-1207-500C-C9E3-97C9FDF66EC0}"/>
              </a:ext>
            </a:extLst>
          </p:cNvPr>
          <p:cNvSpPr/>
          <p:nvPr/>
        </p:nvSpPr>
        <p:spPr>
          <a:xfrm>
            <a:off x="158780" y="4904310"/>
            <a:ext cx="361637" cy="115416"/>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pic>
        <p:nvPicPr>
          <p:cNvPr id="14" name="图片 13" descr="徽标, 图标&#10;&#10;描述已自动生成">
            <a:extLst>
              <a:ext uri="{FF2B5EF4-FFF2-40B4-BE49-F238E27FC236}">
                <a16:creationId xmlns:a16="http://schemas.microsoft.com/office/drawing/2014/main" id="{0A3B8913-75BD-8D33-0C7E-C50E40CD8E8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476808" y="4763325"/>
            <a:ext cx="575136" cy="339330"/>
          </a:xfrm>
          <a:prstGeom prst="rect">
            <a:avLst/>
          </a:prstGeom>
        </p:spPr>
      </p:pic>
      <p:sp>
        <p:nvSpPr>
          <p:cNvPr id="9" name="文本占位符 10">
            <a:extLst>
              <a:ext uri="{FF2B5EF4-FFF2-40B4-BE49-F238E27FC236}">
                <a16:creationId xmlns:a16="http://schemas.microsoft.com/office/drawing/2014/main" id="{6686A1D4-FFB2-A142-A1EC-5C31E4084B6F}"/>
              </a:ext>
            </a:extLst>
          </p:cNvPr>
          <p:cNvSpPr>
            <a:spLocks noGrp="1"/>
          </p:cNvSpPr>
          <p:nvPr>
            <p:ph type="body" sz="quarter" idx="10" hasCustomPrompt="1"/>
          </p:nvPr>
        </p:nvSpPr>
        <p:spPr>
          <a:xfrm>
            <a:off x="334963" y="205741"/>
            <a:ext cx="8397557" cy="403860"/>
          </a:xfrm>
          <a:prstGeom prst="rect">
            <a:avLst/>
          </a:prstGeom>
        </p:spPr>
        <p:txBody>
          <a:bodyPr wrap="square" lIns="0" tIns="0" rIns="0" bIns="0" anchor="t" anchorCtr="0"/>
          <a:lstStyle>
            <a:lvl1pPr marL="0" indent="0">
              <a:buNone/>
              <a:defRPr lang="zh-CN" altLang="en-US" sz="2400" b="1" cap="none" spc="0" baseline="0" dirty="0" smtClean="0">
                <a:solidFill>
                  <a:schemeClr val="bg1"/>
                </a:solidFill>
              </a:defRPr>
            </a:lvl1pPr>
          </a:lstStyle>
          <a:p>
            <a:pPr marL="60" lvl="0" indent="-342900" defTabSz="1218987">
              <a:lnSpc>
                <a:spcPts val="3200"/>
              </a:lnSpc>
              <a:spcBef>
                <a:spcPct val="0"/>
              </a:spcBef>
              <a:tabLst>
                <a:tab pos="1218987" algn="l"/>
              </a:tabLst>
            </a:pPr>
            <a:r>
              <a:rPr kumimoji="1" lang="en-US" altLang="zh-CN"/>
              <a:t>Click to edit master title</a:t>
            </a:r>
          </a:p>
        </p:txBody>
      </p:sp>
    </p:spTree>
    <p:extLst>
      <p:ext uri="{BB962C8B-B14F-4D97-AF65-F5344CB8AC3E}">
        <p14:creationId xmlns:p14="http://schemas.microsoft.com/office/powerpoint/2010/main" val="1206869714"/>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_white">
    <p:bg>
      <p:bgPr>
        <a:solidFill>
          <a:srgbClr val="FFFFFF"/>
        </a:solidFill>
        <a:effectLst/>
      </p:bgPr>
    </p:bg>
    <p:spTree>
      <p:nvGrpSpPr>
        <p:cNvPr id="1" name=""/>
        <p:cNvGrpSpPr/>
        <p:nvPr/>
      </p:nvGrpSpPr>
      <p:grpSpPr>
        <a:xfrm>
          <a:off x="0" y="0"/>
          <a:ext cx="0" cy="0"/>
          <a:chOff x="0" y="0"/>
          <a:chExt cx="0" cy="0"/>
        </a:xfrm>
      </p:grpSpPr>
      <p:sp>
        <p:nvSpPr>
          <p:cNvPr id="7" name="TextBox 48">
            <a:extLst>
              <a:ext uri="{FF2B5EF4-FFF2-40B4-BE49-F238E27FC236}">
                <a16:creationId xmlns:a16="http://schemas.microsoft.com/office/drawing/2014/main" id="{39B77226-0A3B-146E-DC74-05E3B562C7E0}"/>
              </a:ext>
            </a:extLst>
          </p:cNvPr>
          <p:cNvSpPr txBox="1"/>
          <p:nvPr userDrawn="1"/>
        </p:nvSpPr>
        <p:spPr>
          <a:xfrm>
            <a:off x="571603" y="4904310"/>
            <a:ext cx="1799762" cy="115416"/>
          </a:xfrm>
          <a:prstGeom prst="rect">
            <a:avLst/>
          </a:prstGeom>
          <a:noFill/>
        </p:spPr>
        <p:txBody>
          <a:bodyPr wrap="square" lIns="0" tIns="0" rIns="0" bIns="0" rtlCol="0">
            <a:spAutoFit/>
          </a:bodyPr>
          <a:lstStyle/>
          <a:p>
            <a:r>
              <a:rPr lang="en-US" sz="750">
                <a:solidFill>
                  <a:schemeClr val="tx1">
                    <a:lumMod val="50000"/>
                    <a:lumOff val="50000"/>
                  </a:schemeClr>
                </a:solidFill>
                <a:latin typeface="Arial" pitchFamily="34" charset="0"/>
                <a:cs typeface="Arial" pitchFamily="34" charset="0"/>
              </a:rPr>
              <a:t>2025 Lenovo Internal. All rights reserved.</a:t>
            </a:r>
          </a:p>
        </p:txBody>
      </p:sp>
      <p:pic>
        <p:nvPicPr>
          <p:cNvPr id="2" name="图片 1" descr="图片包含 游戏机&#10;&#10;描述已自动生成">
            <a:extLst>
              <a:ext uri="{FF2B5EF4-FFF2-40B4-BE49-F238E27FC236}">
                <a16:creationId xmlns:a16="http://schemas.microsoft.com/office/drawing/2014/main" id="{14105A64-9373-253B-635B-63B6965537A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476808" y="4763325"/>
            <a:ext cx="575136" cy="339330"/>
          </a:xfrm>
          <a:prstGeom prst="rect">
            <a:avLst/>
          </a:prstGeom>
        </p:spPr>
      </p:pic>
      <p:pic>
        <p:nvPicPr>
          <p:cNvPr id="4" name="图形 3">
            <a:extLst>
              <a:ext uri="{FF2B5EF4-FFF2-40B4-BE49-F238E27FC236}">
                <a16:creationId xmlns:a16="http://schemas.microsoft.com/office/drawing/2014/main" id="{2DFC710E-C1A7-8DFD-7263-52C820FD938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8779" y="4904310"/>
            <a:ext cx="361637" cy="115416"/>
          </a:xfrm>
          <a:prstGeom prst="rect">
            <a:avLst/>
          </a:prstGeom>
        </p:spPr>
      </p:pic>
      <p:sp>
        <p:nvSpPr>
          <p:cNvPr id="11" name="文本占位符 10">
            <a:extLst>
              <a:ext uri="{FF2B5EF4-FFF2-40B4-BE49-F238E27FC236}">
                <a16:creationId xmlns:a16="http://schemas.microsoft.com/office/drawing/2014/main" id="{C5C5E89B-EB60-BC6E-48D2-BDA392DC706E}"/>
              </a:ext>
            </a:extLst>
          </p:cNvPr>
          <p:cNvSpPr>
            <a:spLocks noGrp="1"/>
          </p:cNvSpPr>
          <p:nvPr>
            <p:ph type="body" sz="quarter" idx="10" hasCustomPrompt="1"/>
          </p:nvPr>
        </p:nvSpPr>
        <p:spPr>
          <a:xfrm>
            <a:off x="334963" y="205741"/>
            <a:ext cx="8397557" cy="403860"/>
          </a:xfrm>
          <a:prstGeom prst="rect">
            <a:avLst/>
          </a:prstGeom>
        </p:spPr>
        <p:txBody>
          <a:bodyPr wrap="square" lIns="0" tIns="0" rIns="0" bIns="0" anchor="t" anchorCtr="0"/>
          <a:lstStyle>
            <a:lvl1pPr marL="0" indent="0">
              <a:buNone/>
              <a:defRPr lang="zh-CN" altLang="en-US" sz="2400" b="1" cap="none" spc="0" baseline="0" dirty="0" smtClean="0">
                <a:solidFill>
                  <a:srgbClr val="002060"/>
                </a:solidFill>
              </a:defRPr>
            </a:lvl1pPr>
          </a:lstStyle>
          <a:p>
            <a:pPr marL="60" lvl="0" indent="-342900" defTabSz="1218987">
              <a:lnSpc>
                <a:spcPts val="3200"/>
              </a:lnSpc>
              <a:spcBef>
                <a:spcPct val="0"/>
              </a:spcBef>
              <a:tabLst>
                <a:tab pos="1218987" algn="l"/>
              </a:tabLst>
            </a:pPr>
            <a:r>
              <a:rPr kumimoji="1" lang="en-US" altLang="zh-CN"/>
              <a:t>Click to edit master title</a:t>
            </a:r>
          </a:p>
        </p:txBody>
      </p:sp>
    </p:spTree>
    <p:extLst>
      <p:ext uri="{BB962C8B-B14F-4D97-AF65-F5344CB8AC3E}">
        <p14:creationId xmlns:p14="http://schemas.microsoft.com/office/powerpoint/2010/main" val="119961061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_Black">
    <p:bg>
      <p:bgPr>
        <a:solidFill>
          <a:schemeClr val="tx1"/>
        </a:solidFill>
        <a:effectLst/>
      </p:bgPr>
    </p:bg>
    <p:spTree>
      <p:nvGrpSpPr>
        <p:cNvPr id="1" name=""/>
        <p:cNvGrpSpPr/>
        <p:nvPr/>
      </p:nvGrpSpPr>
      <p:grpSpPr>
        <a:xfrm>
          <a:off x="0" y="0"/>
          <a:ext cx="0" cy="0"/>
          <a:chOff x="0" y="0"/>
          <a:chExt cx="0" cy="0"/>
        </a:xfrm>
      </p:grpSpPr>
      <p:sp>
        <p:nvSpPr>
          <p:cNvPr id="7" name="TextBox 48">
            <a:extLst>
              <a:ext uri="{FF2B5EF4-FFF2-40B4-BE49-F238E27FC236}">
                <a16:creationId xmlns:a16="http://schemas.microsoft.com/office/drawing/2014/main" id="{39B77226-0A3B-146E-DC74-05E3B562C7E0}"/>
              </a:ext>
            </a:extLst>
          </p:cNvPr>
          <p:cNvSpPr txBox="1"/>
          <p:nvPr userDrawn="1"/>
        </p:nvSpPr>
        <p:spPr>
          <a:xfrm>
            <a:off x="571603" y="4904310"/>
            <a:ext cx="1799762" cy="115416"/>
          </a:xfrm>
          <a:prstGeom prst="rect">
            <a:avLst/>
          </a:prstGeom>
          <a:noFill/>
        </p:spPr>
        <p:txBody>
          <a:bodyPr wrap="square" lIns="0" tIns="0" rIns="0" bIns="0" rtlCol="0">
            <a:spAutoFit/>
          </a:bodyPr>
          <a:lstStyle/>
          <a:p>
            <a:r>
              <a:rPr lang="en-US" sz="750">
                <a:solidFill>
                  <a:schemeClr val="tx1">
                    <a:lumMod val="50000"/>
                    <a:lumOff val="50000"/>
                  </a:schemeClr>
                </a:solidFill>
                <a:latin typeface="Arial" pitchFamily="34" charset="0"/>
                <a:cs typeface="Arial" pitchFamily="34" charset="0"/>
              </a:rPr>
              <a:t>2025 Lenovo Internal. All rights reserved.</a:t>
            </a:r>
          </a:p>
        </p:txBody>
      </p:sp>
      <p:pic>
        <p:nvPicPr>
          <p:cNvPr id="3" name="图片 2" descr="徽标, 图标&#10;&#10;描述已自动生成">
            <a:extLst>
              <a:ext uri="{FF2B5EF4-FFF2-40B4-BE49-F238E27FC236}">
                <a16:creationId xmlns:a16="http://schemas.microsoft.com/office/drawing/2014/main" id="{41F063EA-21C9-2799-E777-58DD41EA19D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476808" y="4763325"/>
            <a:ext cx="575136" cy="339330"/>
          </a:xfrm>
          <a:prstGeom prst="rect">
            <a:avLst/>
          </a:prstGeom>
        </p:spPr>
      </p:pic>
      <p:sp>
        <p:nvSpPr>
          <p:cNvPr id="6" name="图形 4">
            <a:extLst>
              <a:ext uri="{FF2B5EF4-FFF2-40B4-BE49-F238E27FC236}">
                <a16:creationId xmlns:a16="http://schemas.microsoft.com/office/drawing/2014/main" id="{B194A757-AF28-DC28-625A-A57DAC7BAB0E}"/>
              </a:ext>
            </a:extLst>
          </p:cNvPr>
          <p:cNvSpPr/>
          <p:nvPr userDrawn="1"/>
        </p:nvSpPr>
        <p:spPr>
          <a:xfrm>
            <a:off x="158780" y="4904310"/>
            <a:ext cx="361637" cy="115416"/>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a:p>
        </p:txBody>
      </p:sp>
      <p:sp>
        <p:nvSpPr>
          <p:cNvPr id="2" name="文本占位符 10">
            <a:extLst>
              <a:ext uri="{FF2B5EF4-FFF2-40B4-BE49-F238E27FC236}">
                <a16:creationId xmlns:a16="http://schemas.microsoft.com/office/drawing/2014/main" id="{5F11F4F5-6FA3-8191-606B-F8BC9451902B}"/>
              </a:ext>
            </a:extLst>
          </p:cNvPr>
          <p:cNvSpPr>
            <a:spLocks noGrp="1"/>
          </p:cNvSpPr>
          <p:nvPr>
            <p:ph type="body" sz="quarter" idx="10" hasCustomPrompt="1"/>
          </p:nvPr>
        </p:nvSpPr>
        <p:spPr>
          <a:xfrm>
            <a:off x="334963" y="205741"/>
            <a:ext cx="8397557" cy="403860"/>
          </a:xfrm>
          <a:prstGeom prst="rect">
            <a:avLst/>
          </a:prstGeom>
        </p:spPr>
        <p:txBody>
          <a:bodyPr wrap="square" lIns="0" tIns="0" rIns="0" bIns="0" anchor="t" anchorCtr="0"/>
          <a:lstStyle>
            <a:lvl1pPr marL="0" indent="0">
              <a:buNone/>
              <a:defRPr lang="zh-CN" altLang="en-US" sz="2400" b="1" cap="none" spc="0" baseline="0" dirty="0" smtClean="0">
                <a:solidFill>
                  <a:schemeClr val="bg1"/>
                </a:solidFill>
              </a:defRPr>
            </a:lvl1pPr>
          </a:lstStyle>
          <a:p>
            <a:pPr marL="60" lvl="0" indent="-342900" defTabSz="1218987">
              <a:lnSpc>
                <a:spcPts val="3200"/>
              </a:lnSpc>
              <a:spcBef>
                <a:spcPct val="0"/>
              </a:spcBef>
              <a:tabLst>
                <a:tab pos="1218987" algn="l"/>
              </a:tabLst>
            </a:pPr>
            <a:r>
              <a:rPr kumimoji="1" lang="en-US" altLang="zh-CN"/>
              <a:t>Click to edit master title</a:t>
            </a:r>
          </a:p>
        </p:txBody>
      </p:sp>
    </p:spTree>
    <p:extLst>
      <p:ext uri="{BB962C8B-B14F-4D97-AF65-F5344CB8AC3E}">
        <p14:creationId xmlns:p14="http://schemas.microsoft.com/office/powerpoint/2010/main" val="2314219841"/>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losing Slide_Pale">
    <p:bg>
      <p:bgPr>
        <a:gradFill flip="none" rotWithShape="1">
          <a:gsLst>
            <a:gs pos="0">
              <a:srgbClr val="91B0DA"/>
            </a:gs>
            <a:gs pos="99000">
              <a:srgbClr val="B1B3F2"/>
            </a:gs>
          </a:gsLst>
          <a:lin ang="10800000" scaled="1"/>
          <a:tileRect/>
        </a:gradFill>
        <a:effectLst/>
      </p:bgPr>
    </p:bg>
    <p:spTree>
      <p:nvGrpSpPr>
        <p:cNvPr id="1" name=""/>
        <p:cNvGrpSpPr/>
        <p:nvPr/>
      </p:nvGrpSpPr>
      <p:grpSpPr>
        <a:xfrm>
          <a:off x="0" y="0"/>
          <a:ext cx="0" cy="0"/>
          <a:chOff x="0" y="0"/>
          <a:chExt cx="0" cy="0"/>
        </a:xfrm>
      </p:grpSpPr>
      <p:sp>
        <p:nvSpPr>
          <p:cNvPr id="9" name="任意形状 8">
            <a:extLst>
              <a:ext uri="{FF2B5EF4-FFF2-40B4-BE49-F238E27FC236}">
                <a16:creationId xmlns:a16="http://schemas.microsoft.com/office/drawing/2014/main" id="{43D0D60C-05CB-C53D-F65C-A1263B6DA61B}"/>
              </a:ext>
            </a:extLst>
          </p:cNvPr>
          <p:cNvSpPr/>
          <p:nvPr/>
        </p:nvSpPr>
        <p:spPr>
          <a:xfrm>
            <a:off x="0" y="3433286"/>
            <a:ext cx="194306" cy="1710213"/>
          </a:xfrm>
          <a:custGeom>
            <a:avLst/>
            <a:gdLst>
              <a:gd name="connsiteX0" fmla="*/ 0 w 3034665"/>
              <a:gd name="connsiteY0" fmla="*/ 0 h 1710213"/>
              <a:gd name="connsiteX1" fmla="*/ 3034666 w 3034665"/>
              <a:gd name="connsiteY1" fmla="*/ 0 h 1710213"/>
              <a:gd name="connsiteX2" fmla="*/ 3034666 w 3034665"/>
              <a:gd name="connsiteY2" fmla="*/ 1710214 h 1710213"/>
              <a:gd name="connsiteX3" fmla="*/ 0 w 3034665"/>
              <a:gd name="connsiteY3" fmla="*/ 1710214 h 1710213"/>
            </a:gdLst>
            <a:ahLst/>
            <a:cxnLst>
              <a:cxn ang="0">
                <a:pos x="connsiteX0" y="connsiteY0"/>
              </a:cxn>
              <a:cxn ang="0">
                <a:pos x="connsiteX1" y="connsiteY1"/>
              </a:cxn>
              <a:cxn ang="0">
                <a:pos x="connsiteX2" y="connsiteY2"/>
              </a:cxn>
              <a:cxn ang="0">
                <a:pos x="connsiteX3" y="connsiteY3"/>
              </a:cxn>
            </a:cxnLst>
            <a:rect l="l" t="t" r="r" b="b"/>
            <a:pathLst>
              <a:path w="3034665" h="1710213">
                <a:moveTo>
                  <a:pt x="0" y="0"/>
                </a:moveTo>
                <a:lnTo>
                  <a:pt x="3034666" y="0"/>
                </a:lnTo>
                <a:lnTo>
                  <a:pt x="3034666" y="1710214"/>
                </a:lnTo>
                <a:lnTo>
                  <a:pt x="0" y="1710214"/>
                </a:lnTo>
                <a:close/>
              </a:path>
            </a:pathLst>
          </a:custGeom>
          <a:solidFill>
            <a:srgbClr val="FFFFFF">
              <a:alpha val="5000"/>
            </a:srgbClr>
          </a:solidFill>
          <a:ln w="12859" cap="flat">
            <a:noFill/>
            <a:prstDash val="solid"/>
            <a:miter/>
          </a:ln>
        </p:spPr>
        <p:txBody>
          <a:bodyPr rtlCol="0" anchor="ctr"/>
          <a:lstStyle/>
          <a:p>
            <a:endParaRPr lang="zh-CN" altLang="en-US"/>
          </a:p>
        </p:txBody>
      </p:sp>
      <p:sp>
        <p:nvSpPr>
          <p:cNvPr id="10" name="任意形状 9">
            <a:extLst>
              <a:ext uri="{FF2B5EF4-FFF2-40B4-BE49-F238E27FC236}">
                <a16:creationId xmlns:a16="http://schemas.microsoft.com/office/drawing/2014/main" id="{C3512CA1-F848-6EB3-266F-5AAF8F38FAE1}"/>
              </a:ext>
            </a:extLst>
          </p:cNvPr>
          <p:cNvSpPr/>
          <p:nvPr/>
        </p:nvSpPr>
        <p:spPr>
          <a:xfrm>
            <a:off x="4906959" y="12858"/>
            <a:ext cx="1671638" cy="5130641"/>
          </a:xfrm>
          <a:custGeom>
            <a:avLst/>
            <a:gdLst>
              <a:gd name="connsiteX0" fmla="*/ 0 w 1671638"/>
              <a:gd name="connsiteY0" fmla="*/ 0 h 5130641"/>
              <a:gd name="connsiteX1" fmla="*/ 1671637 w 1671638"/>
              <a:gd name="connsiteY1" fmla="*/ 0 h 5130641"/>
              <a:gd name="connsiteX2" fmla="*/ 1671637 w 1671638"/>
              <a:gd name="connsiteY2" fmla="*/ 5130641 h 5130641"/>
              <a:gd name="connsiteX3" fmla="*/ -1 w 1671638"/>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1671638" h="5130641">
                <a:moveTo>
                  <a:pt x="0" y="0"/>
                </a:moveTo>
                <a:lnTo>
                  <a:pt x="1671637" y="0"/>
                </a:lnTo>
                <a:lnTo>
                  <a:pt x="1671637" y="5130641"/>
                </a:lnTo>
                <a:lnTo>
                  <a:pt x="-1" y="5130641"/>
                </a:lnTo>
                <a:close/>
              </a:path>
            </a:pathLst>
          </a:custGeom>
          <a:solidFill>
            <a:srgbClr val="FFFFFF">
              <a:alpha val="5000"/>
            </a:srgbClr>
          </a:solidFill>
          <a:ln w="12859" cap="flat">
            <a:noFill/>
            <a:prstDash val="solid"/>
            <a:miter/>
          </a:ln>
        </p:spPr>
        <p:txBody>
          <a:bodyPr rtlCol="0" anchor="ctr"/>
          <a:lstStyle/>
          <a:p>
            <a:endParaRPr lang="zh-CN" altLang="en-US"/>
          </a:p>
        </p:txBody>
      </p:sp>
      <p:sp>
        <p:nvSpPr>
          <p:cNvPr id="11" name="任意形状 10">
            <a:extLst>
              <a:ext uri="{FF2B5EF4-FFF2-40B4-BE49-F238E27FC236}">
                <a16:creationId xmlns:a16="http://schemas.microsoft.com/office/drawing/2014/main" id="{F37E1415-CABE-58C3-E8C5-44BCA1F328AA}"/>
              </a:ext>
            </a:extLst>
          </p:cNvPr>
          <p:cNvSpPr/>
          <p:nvPr/>
        </p:nvSpPr>
        <p:spPr>
          <a:xfrm>
            <a:off x="2766058" y="12858"/>
            <a:ext cx="1671638" cy="5130641"/>
          </a:xfrm>
          <a:custGeom>
            <a:avLst/>
            <a:gdLst>
              <a:gd name="connsiteX0" fmla="*/ 0 w 1671638"/>
              <a:gd name="connsiteY0" fmla="*/ 0 h 5130641"/>
              <a:gd name="connsiteX1" fmla="*/ 1671638 w 1671638"/>
              <a:gd name="connsiteY1" fmla="*/ 0 h 5130641"/>
              <a:gd name="connsiteX2" fmla="*/ 1671638 w 1671638"/>
              <a:gd name="connsiteY2" fmla="*/ 5130641 h 5130641"/>
              <a:gd name="connsiteX3" fmla="*/ 0 w 1671638"/>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1671638" h="5130641">
                <a:moveTo>
                  <a:pt x="0" y="0"/>
                </a:moveTo>
                <a:lnTo>
                  <a:pt x="1671638" y="0"/>
                </a:lnTo>
                <a:lnTo>
                  <a:pt x="1671638" y="5130641"/>
                </a:lnTo>
                <a:lnTo>
                  <a:pt x="0" y="5130641"/>
                </a:lnTo>
                <a:close/>
              </a:path>
            </a:pathLst>
          </a:custGeom>
          <a:solidFill>
            <a:srgbClr val="FFFFFF">
              <a:alpha val="10000"/>
            </a:srgbClr>
          </a:solidFill>
          <a:ln w="12859" cap="flat">
            <a:noFill/>
            <a:prstDash val="solid"/>
            <a:miter/>
          </a:ln>
        </p:spPr>
        <p:txBody>
          <a:bodyPr rtlCol="0" anchor="ctr"/>
          <a:lstStyle/>
          <a:p>
            <a:endParaRPr lang="zh-CN" altLang="en-US"/>
          </a:p>
        </p:txBody>
      </p:sp>
      <p:sp>
        <p:nvSpPr>
          <p:cNvPr id="12" name="任意形状 11">
            <a:extLst>
              <a:ext uri="{FF2B5EF4-FFF2-40B4-BE49-F238E27FC236}">
                <a16:creationId xmlns:a16="http://schemas.microsoft.com/office/drawing/2014/main" id="{0CFB11FD-E245-E3BC-548E-59FD3BF19FCF}"/>
              </a:ext>
            </a:extLst>
          </p:cNvPr>
          <p:cNvSpPr/>
          <p:nvPr/>
        </p:nvSpPr>
        <p:spPr>
          <a:xfrm rot="5400000">
            <a:off x="6014777" y="1999535"/>
            <a:ext cx="3703321" cy="2571750"/>
          </a:xfrm>
          <a:custGeom>
            <a:avLst/>
            <a:gdLst>
              <a:gd name="connsiteX0" fmla="*/ 1851661 w 3703321"/>
              <a:gd name="connsiteY0" fmla="*/ 0 h 2571750"/>
              <a:gd name="connsiteX1" fmla="*/ 3703321 w 3703321"/>
              <a:gd name="connsiteY1" fmla="*/ 1851660 h 2571750"/>
              <a:gd name="connsiteX2" fmla="*/ 3703321 w 3703321"/>
              <a:gd name="connsiteY2" fmla="*/ 2571750 h 2571750"/>
              <a:gd name="connsiteX3" fmla="*/ 3703321 w 3703321"/>
              <a:gd name="connsiteY3" fmla="*/ 2571750 h 2571750"/>
              <a:gd name="connsiteX4" fmla="*/ 0 w 3703321"/>
              <a:gd name="connsiteY4" fmla="*/ 2571750 h 2571750"/>
              <a:gd name="connsiteX5" fmla="*/ 0 w 3703321"/>
              <a:gd name="connsiteY5" fmla="*/ 1851660 h 2571750"/>
              <a:gd name="connsiteX6" fmla="*/ 1851661 w 3703321"/>
              <a:gd name="connsiteY6" fmla="*/ 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3321" h="2571750">
                <a:moveTo>
                  <a:pt x="1851661" y="0"/>
                </a:moveTo>
                <a:cubicBezTo>
                  <a:pt x="2874305" y="0"/>
                  <a:pt x="3703321" y="829016"/>
                  <a:pt x="3703321" y="1851660"/>
                </a:cubicBezTo>
                <a:lnTo>
                  <a:pt x="3703321" y="2571750"/>
                </a:lnTo>
                <a:lnTo>
                  <a:pt x="3703321" y="2571750"/>
                </a:lnTo>
                <a:lnTo>
                  <a:pt x="0" y="2571750"/>
                </a:lnTo>
                <a:lnTo>
                  <a:pt x="0" y="1851660"/>
                </a:lnTo>
                <a:cubicBezTo>
                  <a:pt x="0" y="829016"/>
                  <a:pt x="829016" y="0"/>
                  <a:pt x="1851661" y="0"/>
                </a:cubicBezTo>
                <a:close/>
              </a:path>
            </a:pathLst>
          </a:custGeom>
          <a:solidFill>
            <a:srgbClr val="FFFFFF">
              <a:alpha val="10000"/>
            </a:srgbClr>
          </a:solidFill>
          <a:ln w="12859" cap="flat">
            <a:noFill/>
            <a:prstDash val="solid"/>
            <a:miter/>
          </a:ln>
        </p:spPr>
        <p:txBody>
          <a:bodyPr rtlCol="0" anchor="ctr"/>
          <a:lstStyle/>
          <a:p>
            <a:endParaRPr lang="zh-CN" altLang="en-US"/>
          </a:p>
        </p:txBody>
      </p:sp>
      <p:sp>
        <p:nvSpPr>
          <p:cNvPr id="13" name="任意形状 12">
            <a:extLst>
              <a:ext uri="{FF2B5EF4-FFF2-40B4-BE49-F238E27FC236}">
                <a16:creationId xmlns:a16="http://schemas.microsoft.com/office/drawing/2014/main" id="{D32097B9-8133-F9B0-58E3-BD9D0FE87FCC}"/>
              </a:ext>
            </a:extLst>
          </p:cNvPr>
          <p:cNvSpPr/>
          <p:nvPr/>
        </p:nvSpPr>
        <p:spPr>
          <a:xfrm>
            <a:off x="194307" y="0"/>
            <a:ext cx="2571750" cy="5130641"/>
          </a:xfrm>
          <a:custGeom>
            <a:avLst/>
            <a:gdLst>
              <a:gd name="connsiteX0" fmla="*/ 2571751 w 2571750"/>
              <a:gd name="connsiteY0" fmla="*/ 5130641 h 5130641"/>
              <a:gd name="connsiteX1" fmla="*/ 2571751 w 2571750"/>
              <a:gd name="connsiteY1" fmla="*/ 0 h 5130641"/>
              <a:gd name="connsiteX2" fmla="*/ 0 w 2571750"/>
              <a:gd name="connsiteY2" fmla="*/ 2565321 h 5130641"/>
              <a:gd name="connsiteX3" fmla="*/ 2571751 w 2571750"/>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2571750" h="5130641">
                <a:moveTo>
                  <a:pt x="2571751" y="5130641"/>
                </a:moveTo>
                <a:cubicBezTo>
                  <a:pt x="2571751" y="3844750"/>
                  <a:pt x="2571751" y="1403423"/>
                  <a:pt x="2571751" y="0"/>
                </a:cubicBezTo>
                <a:cubicBezTo>
                  <a:pt x="1151412" y="0"/>
                  <a:pt x="0" y="1148533"/>
                  <a:pt x="0" y="2565321"/>
                </a:cubicBezTo>
                <a:cubicBezTo>
                  <a:pt x="0" y="3982108"/>
                  <a:pt x="1151412" y="5130641"/>
                  <a:pt x="2571751" y="5130641"/>
                </a:cubicBezTo>
                <a:close/>
              </a:path>
            </a:pathLst>
          </a:custGeom>
          <a:solidFill>
            <a:srgbClr val="FFFFFF">
              <a:alpha val="5000"/>
            </a:srgbClr>
          </a:solidFill>
          <a:ln w="12859" cap="flat">
            <a:noFill/>
            <a:prstDash val="solid"/>
            <a:miter/>
          </a:ln>
        </p:spPr>
        <p:txBody>
          <a:bodyPr rtlCol="0" anchor="ctr"/>
          <a:lstStyle/>
          <a:p>
            <a:endParaRPr lang="zh-CN" altLang="en-US"/>
          </a:p>
        </p:txBody>
      </p:sp>
      <p:grpSp>
        <p:nvGrpSpPr>
          <p:cNvPr id="53" name="Group 52">
            <a:extLst>
              <a:ext uri="{FF2B5EF4-FFF2-40B4-BE49-F238E27FC236}">
                <a16:creationId xmlns:a16="http://schemas.microsoft.com/office/drawing/2014/main" id="{80CD9248-0A2C-4050-B347-2980229F11A8}"/>
              </a:ext>
            </a:extLst>
          </p:cNvPr>
          <p:cNvGrpSpPr/>
          <p:nvPr userDrawn="1"/>
        </p:nvGrpSpPr>
        <p:grpSpPr>
          <a:xfrm>
            <a:off x="866282" y="2671431"/>
            <a:ext cx="5890067" cy="1326845"/>
            <a:chOff x="541049" y="2649538"/>
            <a:chExt cx="9285724" cy="2092325"/>
          </a:xfrm>
          <a:gradFill flip="none" rotWithShape="1">
            <a:gsLst>
              <a:gs pos="0">
                <a:srgbClr val="143D9E"/>
              </a:gs>
              <a:gs pos="100000">
                <a:srgbClr val="5C27B8"/>
              </a:gs>
            </a:gsLst>
            <a:lin ang="0" scaled="1"/>
            <a:tileRect/>
          </a:gradFill>
        </p:grpSpPr>
        <p:sp>
          <p:nvSpPr>
            <p:cNvPr id="54" name="Freeform 5">
              <a:extLst>
                <a:ext uri="{FF2B5EF4-FFF2-40B4-BE49-F238E27FC236}">
                  <a16:creationId xmlns:a16="http://schemas.microsoft.com/office/drawing/2014/main" id="{99FEE917-CD84-4C97-B4F9-73DFE2A473DA}"/>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5" name="Freeform 6">
              <a:extLst>
                <a:ext uri="{FF2B5EF4-FFF2-40B4-BE49-F238E27FC236}">
                  <a16:creationId xmlns:a16="http://schemas.microsoft.com/office/drawing/2014/main" id="{78C9364A-BFFF-4F94-9D90-8A71731D6352}"/>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6" name="Freeform 7">
              <a:extLst>
                <a:ext uri="{FF2B5EF4-FFF2-40B4-BE49-F238E27FC236}">
                  <a16:creationId xmlns:a16="http://schemas.microsoft.com/office/drawing/2014/main" id="{E572E624-9DE1-4F42-A7F5-36B7B8A2F63B}"/>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7" name="Freeform 8">
              <a:extLst>
                <a:ext uri="{FF2B5EF4-FFF2-40B4-BE49-F238E27FC236}">
                  <a16:creationId xmlns:a16="http://schemas.microsoft.com/office/drawing/2014/main" id="{DD8A238C-0295-48D1-8872-FE51165DDEE4}"/>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8" name="Freeform 9">
              <a:extLst>
                <a:ext uri="{FF2B5EF4-FFF2-40B4-BE49-F238E27FC236}">
                  <a16:creationId xmlns:a16="http://schemas.microsoft.com/office/drawing/2014/main" id="{6849E95A-0C53-4220-85E0-6DFCEA7D1C44}"/>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9" name="Freeform 10">
              <a:extLst>
                <a:ext uri="{FF2B5EF4-FFF2-40B4-BE49-F238E27FC236}">
                  <a16:creationId xmlns:a16="http://schemas.microsoft.com/office/drawing/2014/main" id="{056EAF60-5381-416A-895C-D1FAED9FDFFF}"/>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0" name="Oval 11">
              <a:extLst>
                <a:ext uri="{FF2B5EF4-FFF2-40B4-BE49-F238E27FC236}">
                  <a16:creationId xmlns:a16="http://schemas.microsoft.com/office/drawing/2014/main" id="{0154DA0C-208D-4580-AFAD-81B221FB1EE9}"/>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pic>
        <p:nvPicPr>
          <p:cNvPr id="96" name="图片 95" descr="徽标, 图标&#10;&#10;描述已自动生成">
            <a:extLst>
              <a:ext uri="{FF2B5EF4-FFF2-40B4-BE49-F238E27FC236}">
                <a16:creationId xmlns:a16="http://schemas.microsoft.com/office/drawing/2014/main" id="{98C1EF8C-94D7-E2CF-7AAD-82EF02AD735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76656" y="1907807"/>
            <a:ext cx="956376" cy="564262"/>
          </a:xfrm>
          <a:prstGeom prst="rect">
            <a:avLst/>
          </a:prstGeom>
        </p:spPr>
      </p:pic>
      <p:sp>
        <p:nvSpPr>
          <p:cNvPr id="97" name="图形 87">
            <a:extLst>
              <a:ext uri="{FF2B5EF4-FFF2-40B4-BE49-F238E27FC236}">
                <a16:creationId xmlns:a16="http://schemas.microsoft.com/office/drawing/2014/main" id="{9EDD761E-E297-CE9B-B438-3C405F9861E7}"/>
              </a:ext>
            </a:extLst>
          </p:cNvPr>
          <p:cNvSpPr/>
          <p:nvPr userDrawn="1"/>
        </p:nvSpPr>
        <p:spPr>
          <a:xfrm>
            <a:off x="7886788" y="211317"/>
            <a:ext cx="990600" cy="190499"/>
          </a:xfrm>
          <a:custGeom>
            <a:avLst/>
            <a:gdLst>
              <a:gd name="connsiteX0" fmla="*/ 761701 w 990600"/>
              <a:gd name="connsiteY0" fmla="*/ 57083 h 190499"/>
              <a:gd name="connsiteX1" fmla="*/ 796133 w 990600"/>
              <a:gd name="connsiteY1" fmla="*/ 57083 h 190499"/>
              <a:gd name="connsiteX2" fmla="*/ 796133 w 990600"/>
              <a:gd name="connsiteY2" fmla="*/ 38906 h 190499"/>
              <a:gd name="connsiteX3" fmla="*/ 778684 w 990600"/>
              <a:gd name="connsiteY3" fmla="*/ 38906 h 190499"/>
              <a:gd name="connsiteX4" fmla="*/ 787670 w 990600"/>
              <a:gd name="connsiteY4" fmla="*/ 18518 h 190499"/>
              <a:gd name="connsiteX5" fmla="*/ 766693 w 990600"/>
              <a:gd name="connsiteY5" fmla="*/ 18518 h 190499"/>
              <a:gd name="connsiteX6" fmla="*/ 757683 w 990600"/>
              <a:gd name="connsiteY6" fmla="*/ 38906 h 190499"/>
              <a:gd name="connsiteX7" fmla="*/ 744233 w 990600"/>
              <a:gd name="connsiteY7" fmla="*/ 38906 h 190499"/>
              <a:gd name="connsiteX8" fmla="*/ 735186 w 990600"/>
              <a:gd name="connsiteY8" fmla="*/ 18433 h 190499"/>
              <a:gd name="connsiteX9" fmla="*/ 714208 w 990600"/>
              <a:gd name="connsiteY9" fmla="*/ 18433 h 190499"/>
              <a:gd name="connsiteX10" fmla="*/ 723231 w 990600"/>
              <a:gd name="connsiteY10" fmla="*/ 38906 h 190499"/>
              <a:gd name="connsiteX11" fmla="*/ 705745 w 990600"/>
              <a:gd name="connsiteY11" fmla="*/ 38906 h 190499"/>
              <a:gd name="connsiteX12" fmla="*/ 705745 w 990600"/>
              <a:gd name="connsiteY12" fmla="*/ 57083 h 190499"/>
              <a:gd name="connsiteX13" fmla="*/ 740177 w 990600"/>
              <a:gd name="connsiteY13" fmla="*/ 57083 h 190499"/>
              <a:gd name="connsiteX14" fmla="*/ 740177 w 990600"/>
              <a:gd name="connsiteY14" fmla="*/ 86243 h 190499"/>
              <a:gd name="connsiteX15" fmla="*/ 703006 w 990600"/>
              <a:gd name="connsiteY15" fmla="*/ 86243 h 190499"/>
              <a:gd name="connsiteX16" fmla="*/ 703006 w 990600"/>
              <a:gd name="connsiteY16" fmla="*/ 104421 h 190499"/>
              <a:gd name="connsiteX17" fmla="*/ 736907 w 990600"/>
              <a:gd name="connsiteY17" fmla="*/ 104421 h 190499"/>
              <a:gd name="connsiteX18" fmla="*/ 703006 w 990600"/>
              <a:gd name="connsiteY18" fmla="*/ 151227 h 190499"/>
              <a:gd name="connsiteX19" fmla="*/ 703006 w 990600"/>
              <a:gd name="connsiteY19" fmla="*/ 172062 h 190499"/>
              <a:gd name="connsiteX20" fmla="*/ 750378 w 990600"/>
              <a:gd name="connsiteY20" fmla="*/ 125929 h 190499"/>
              <a:gd name="connsiteX21" fmla="*/ 798871 w 990600"/>
              <a:gd name="connsiteY21" fmla="*/ 172062 h 190499"/>
              <a:gd name="connsiteX22" fmla="*/ 798871 w 990600"/>
              <a:gd name="connsiteY22" fmla="*/ 151227 h 190499"/>
              <a:gd name="connsiteX23" fmla="*/ 764970 w 990600"/>
              <a:gd name="connsiteY23" fmla="*/ 104421 h 190499"/>
              <a:gd name="connsiteX24" fmla="*/ 798871 w 990600"/>
              <a:gd name="connsiteY24" fmla="*/ 104421 h 190499"/>
              <a:gd name="connsiteX25" fmla="*/ 798871 w 990600"/>
              <a:gd name="connsiteY25" fmla="*/ 86243 h 190499"/>
              <a:gd name="connsiteX26" fmla="*/ 761701 w 990600"/>
              <a:gd name="connsiteY26" fmla="*/ 86243 h 190499"/>
              <a:gd name="connsiteX27" fmla="*/ 761701 w 990600"/>
              <a:gd name="connsiteY27" fmla="*/ 57083 h 190499"/>
              <a:gd name="connsiteX28" fmla="*/ 662586 w 990600"/>
              <a:gd name="connsiteY28" fmla="*/ 54863 h 190499"/>
              <a:gd name="connsiteX29" fmla="*/ 681614 w 990600"/>
              <a:gd name="connsiteY29" fmla="*/ 54863 h 190499"/>
              <a:gd name="connsiteX30" fmla="*/ 681614 w 990600"/>
              <a:gd name="connsiteY30" fmla="*/ 36711 h 190499"/>
              <a:gd name="connsiteX31" fmla="*/ 662586 w 990600"/>
              <a:gd name="connsiteY31" fmla="*/ 36711 h 190499"/>
              <a:gd name="connsiteX32" fmla="*/ 662586 w 990600"/>
              <a:gd name="connsiteY32" fmla="*/ 54863 h 190499"/>
              <a:gd name="connsiteX33" fmla="*/ 662586 w 990600"/>
              <a:gd name="connsiteY33" fmla="*/ 132544 h 190499"/>
              <a:gd name="connsiteX34" fmla="*/ 662586 w 990600"/>
              <a:gd name="connsiteY34" fmla="*/ 109571 h 190499"/>
              <a:gd name="connsiteX35" fmla="*/ 681614 w 990600"/>
              <a:gd name="connsiteY35" fmla="*/ 109571 h 190499"/>
              <a:gd name="connsiteX36" fmla="*/ 681614 w 990600"/>
              <a:gd name="connsiteY36" fmla="*/ 124494 h 190499"/>
              <a:gd name="connsiteX37" fmla="*/ 662586 w 990600"/>
              <a:gd name="connsiteY37" fmla="*/ 132544 h 190499"/>
              <a:gd name="connsiteX38" fmla="*/ 662586 w 990600"/>
              <a:gd name="connsiteY38" fmla="*/ 132544 h 190499"/>
              <a:gd name="connsiteX39" fmla="*/ 662586 w 990600"/>
              <a:gd name="connsiteY39" fmla="*/ 91293 h 190499"/>
              <a:gd name="connsiteX40" fmla="*/ 681614 w 990600"/>
              <a:gd name="connsiteY40" fmla="*/ 91293 h 190499"/>
              <a:gd name="connsiteX41" fmla="*/ 681614 w 990600"/>
              <a:gd name="connsiteY41" fmla="*/ 73141 h 190499"/>
              <a:gd name="connsiteX42" fmla="*/ 662586 w 990600"/>
              <a:gd name="connsiteY42" fmla="*/ 73141 h 190499"/>
              <a:gd name="connsiteX43" fmla="*/ 662586 w 990600"/>
              <a:gd name="connsiteY43" fmla="*/ 91293 h 190499"/>
              <a:gd name="connsiteX44" fmla="*/ 703006 w 990600"/>
              <a:gd name="connsiteY44" fmla="*/ 18433 h 190499"/>
              <a:gd name="connsiteX45" fmla="*/ 703006 w 990600"/>
              <a:gd name="connsiteY45" fmla="*/ 36711 h 190499"/>
              <a:gd name="connsiteX46" fmla="*/ 703001 w 990600"/>
              <a:gd name="connsiteY46" fmla="*/ 172062 h 190499"/>
              <a:gd name="connsiteX47" fmla="*/ 681614 w 990600"/>
              <a:gd name="connsiteY47" fmla="*/ 172062 h 190499"/>
              <a:gd name="connsiteX48" fmla="*/ 681614 w 990600"/>
              <a:gd name="connsiteY48" fmla="*/ 144304 h 190499"/>
              <a:gd name="connsiteX49" fmla="*/ 632706 w 990600"/>
              <a:gd name="connsiteY49" fmla="*/ 162243 h 190499"/>
              <a:gd name="connsiteX50" fmla="*/ 632706 w 990600"/>
              <a:gd name="connsiteY50" fmla="*/ 142955 h 190499"/>
              <a:gd name="connsiteX51" fmla="*/ 641198 w 990600"/>
              <a:gd name="connsiteY51" fmla="*/ 140227 h 190499"/>
              <a:gd name="connsiteX52" fmla="*/ 641198 w 990600"/>
              <a:gd name="connsiteY52" fmla="*/ 36711 h 190499"/>
              <a:gd name="connsiteX53" fmla="*/ 632706 w 990600"/>
              <a:gd name="connsiteY53" fmla="*/ 36711 h 190499"/>
              <a:gd name="connsiteX54" fmla="*/ 632706 w 990600"/>
              <a:gd name="connsiteY54" fmla="*/ 18433 h 190499"/>
              <a:gd name="connsiteX55" fmla="*/ 703006 w 990600"/>
              <a:gd name="connsiteY55" fmla="*/ 18433 h 190499"/>
              <a:gd name="connsiteX56" fmla="*/ 874732 w 990600"/>
              <a:gd name="connsiteY56" fmla="*/ 18433 h 190499"/>
              <a:gd name="connsiteX57" fmla="*/ 874732 w 990600"/>
              <a:gd name="connsiteY57" fmla="*/ 30671 h 190499"/>
              <a:gd name="connsiteX58" fmla="*/ 904715 w 990600"/>
              <a:gd name="connsiteY58" fmla="*/ 30671 h 190499"/>
              <a:gd name="connsiteX59" fmla="*/ 904715 w 990600"/>
              <a:gd name="connsiteY59" fmla="*/ 49039 h 190499"/>
              <a:gd name="connsiteX60" fmla="*/ 874732 w 990600"/>
              <a:gd name="connsiteY60" fmla="*/ 49039 h 190499"/>
              <a:gd name="connsiteX61" fmla="*/ 874732 w 990600"/>
              <a:gd name="connsiteY61" fmla="*/ 56657 h 190499"/>
              <a:gd name="connsiteX62" fmla="*/ 890473 w 990600"/>
              <a:gd name="connsiteY62" fmla="*/ 56684 h 190499"/>
              <a:gd name="connsiteX63" fmla="*/ 907517 w 990600"/>
              <a:gd name="connsiteY63" fmla="*/ 103612 h 190499"/>
              <a:gd name="connsiteX64" fmla="*/ 886651 w 990600"/>
              <a:gd name="connsiteY64" fmla="*/ 103612 h 190499"/>
              <a:gd name="connsiteX65" fmla="*/ 874732 w 990600"/>
              <a:gd name="connsiteY65" fmla="*/ 70795 h 190499"/>
              <a:gd name="connsiteX66" fmla="*/ 874732 w 990600"/>
              <a:gd name="connsiteY66" fmla="*/ 116756 h 190499"/>
              <a:gd name="connsiteX67" fmla="*/ 854417 w 990600"/>
              <a:gd name="connsiteY67" fmla="*/ 116756 h 190499"/>
              <a:gd name="connsiteX68" fmla="*/ 854417 w 990600"/>
              <a:gd name="connsiteY68" fmla="*/ 49039 h 190499"/>
              <a:gd name="connsiteX69" fmla="*/ 824435 w 990600"/>
              <a:gd name="connsiteY69" fmla="*/ 49039 h 190499"/>
              <a:gd name="connsiteX70" fmla="*/ 824435 w 990600"/>
              <a:gd name="connsiteY70" fmla="*/ 30671 h 190499"/>
              <a:gd name="connsiteX71" fmla="*/ 854417 w 990600"/>
              <a:gd name="connsiteY71" fmla="*/ 30671 h 190499"/>
              <a:gd name="connsiteX72" fmla="*/ 854417 w 990600"/>
              <a:gd name="connsiteY72" fmla="*/ 18433 h 190499"/>
              <a:gd name="connsiteX73" fmla="*/ 874732 w 990600"/>
              <a:gd name="connsiteY73" fmla="*/ 18433 h 190499"/>
              <a:gd name="connsiteX74" fmla="*/ 843608 w 990600"/>
              <a:gd name="connsiteY74" fmla="*/ 55304 h 190499"/>
              <a:gd name="connsiteX75" fmla="*/ 843608 w 990600"/>
              <a:gd name="connsiteY75" fmla="*/ 110611 h 190499"/>
              <a:gd name="connsiteX76" fmla="*/ 824435 w 990600"/>
              <a:gd name="connsiteY76" fmla="*/ 110611 h 190499"/>
              <a:gd name="connsiteX77" fmla="*/ 824435 w 990600"/>
              <a:gd name="connsiteY77" fmla="*/ 55304 h 190499"/>
              <a:gd name="connsiteX78" fmla="*/ 843608 w 990600"/>
              <a:gd name="connsiteY78" fmla="*/ 55304 h 190499"/>
              <a:gd name="connsiteX79" fmla="*/ 934744 w 990600"/>
              <a:gd name="connsiteY79" fmla="*/ 45816 h 190499"/>
              <a:gd name="connsiteX80" fmla="*/ 963373 w 990600"/>
              <a:gd name="connsiteY80" fmla="*/ 45816 h 190499"/>
              <a:gd name="connsiteX81" fmla="*/ 963373 w 990600"/>
              <a:gd name="connsiteY81" fmla="*/ 34607 h 190499"/>
              <a:gd name="connsiteX82" fmla="*/ 934744 w 990600"/>
              <a:gd name="connsiteY82" fmla="*/ 34607 h 190499"/>
              <a:gd name="connsiteX83" fmla="*/ 934744 w 990600"/>
              <a:gd name="connsiteY83" fmla="*/ 45816 h 190499"/>
              <a:gd name="connsiteX84" fmla="*/ 934744 w 990600"/>
              <a:gd name="connsiteY84" fmla="*/ 73198 h 190499"/>
              <a:gd name="connsiteX85" fmla="*/ 963373 w 990600"/>
              <a:gd name="connsiteY85" fmla="*/ 73198 h 190499"/>
              <a:gd name="connsiteX86" fmla="*/ 963373 w 990600"/>
              <a:gd name="connsiteY86" fmla="*/ 61990 h 190499"/>
              <a:gd name="connsiteX87" fmla="*/ 934744 w 990600"/>
              <a:gd name="connsiteY87" fmla="*/ 61990 h 190499"/>
              <a:gd name="connsiteX88" fmla="*/ 934744 w 990600"/>
              <a:gd name="connsiteY88" fmla="*/ 73198 h 190499"/>
              <a:gd name="connsiteX89" fmla="*/ 934744 w 990600"/>
              <a:gd name="connsiteY89" fmla="*/ 100582 h 190499"/>
              <a:gd name="connsiteX90" fmla="*/ 963373 w 990600"/>
              <a:gd name="connsiteY90" fmla="*/ 100582 h 190499"/>
              <a:gd name="connsiteX91" fmla="*/ 963373 w 990600"/>
              <a:gd name="connsiteY91" fmla="*/ 89373 h 190499"/>
              <a:gd name="connsiteX92" fmla="*/ 934744 w 990600"/>
              <a:gd name="connsiteY92" fmla="*/ 89373 h 190499"/>
              <a:gd name="connsiteX93" fmla="*/ 934744 w 990600"/>
              <a:gd name="connsiteY93" fmla="*/ 100582 h 190499"/>
              <a:gd name="connsiteX94" fmla="*/ 594360 w 990600"/>
              <a:gd name="connsiteY94" fmla="*/ -2 h 190499"/>
              <a:gd name="connsiteX95" fmla="*/ 594360 w 990600"/>
              <a:gd name="connsiteY95" fmla="*/ 190498 h 190499"/>
              <a:gd name="connsiteX96" fmla="*/ 0 w 990600"/>
              <a:gd name="connsiteY96" fmla="*/ 190498 h 190499"/>
              <a:gd name="connsiteX97" fmla="*/ 0 w 990600"/>
              <a:gd name="connsiteY97" fmla="*/ -2 h 190499"/>
              <a:gd name="connsiteX98" fmla="*/ 594360 w 990600"/>
              <a:gd name="connsiteY98" fmla="*/ -2 h 190499"/>
              <a:gd name="connsiteX99" fmla="*/ 871025 w 990600"/>
              <a:gd name="connsiteY99" fmla="*/ 122901 h 190499"/>
              <a:gd name="connsiteX100" fmla="*/ 897692 w 990600"/>
              <a:gd name="connsiteY100" fmla="*/ 152925 h 190499"/>
              <a:gd name="connsiteX101" fmla="*/ 951464 w 990600"/>
              <a:gd name="connsiteY101" fmla="*/ 152925 h 190499"/>
              <a:gd name="connsiteX102" fmla="*/ 958645 w 990600"/>
              <a:gd name="connsiteY102" fmla="*/ 172062 h 190499"/>
              <a:gd name="connsiteX103" fmla="*/ 899487 w 990600"/>
              <a:gd name="connsiteY103" fmla="*/ 172062 h 190499"/>
              <a:gd name="connsiteX104" fmla="*/ 849999 w 990600"/>
              <a:gd name="connsiteY104" fmla="*/ 122901 h 190499"/>
              <a:gd name="connsiteX105" fmla="*/ 843608 w 990600"/>
              <a:gd name="connsiteY105" fmla="*/ 122901 h 190499"/>
              <a:gd name="connsiteX106" fmla="*/ 843608 w 990600"/>
              <a:gd name="connsiteY106" fmla="*/ 165917 h 190499"/>
              <a:gd name="connsiteX107" fmla="*/ 824435 w 990600"/>
              <a:gd name="connsiteY107" fmla="*/ 165917 h 190499"/>
              <a:gd name="connsiteX108" fmla="*/ 824435 w 990600"/>
              <a:gd name="connsiteY108" fmla="*/ 122901 h 190499"/>
              <a:gd name="connsiteX109" fmla="*/ 843608 w 990600"/>
              <a:gd name="connsiteY109" fmla="*/ 122901 h 190499"/>
              <a:gd name="connsiteX110" fmla="*/ 952254 w 990600"/>
              <a:gd name="connsiteY110" fmla="*/ 122901 h 190499"/>
              <a:gd name="connsiteX111" fmla="*/ 974807 w 990600"/>
              <a:gd name="connsiteY111" fmla="*/ 122941 h 190499"/>
              <a:gd name="connsiteX112" fmla="*/ 990600 w 990600"/>
              <a:gd name="connsiteY112" fmla="*/ 165917 h 190499"/>
              <a:gd name="connsiteX113" fmla="*/ 968063 w 990600"/>
              <a:gd name="connsiteY113" fmla="*/ 165917 h 190499"/>
              <a:gd name="connsiteX114" fmla="*/ 952254 w 990600"/>
              <a:gd name="connsiteY114" fmla="*/ 122901 h 190499"/>
              <a:gd name="connsiteX115" fmla="*/ 901126 w 990600"/>
              <a:gd name="connsiteY115" fmla="*/ 122901 h 190499"/>
              <a:gd name="connsiteX116" fmla="*/ 924000 w 990600"/>
              <a:gd name="connsiteY116" fmla="*/ 122942 h 190499"/>
              <a:gd name="connsiteX117" fmla="*/ 933081 w 990600"/>
              <a:gd name="connsiteY117" fmla="*/ 147482 h 190499"/>
              <a:gd name="connsiteX118" fmla="*/ 910224 w 990600"/>
              <a:gd name="connsiteY118" fmla="*/ 147482 h 190499"/>
              <a:gd name="connsiteX119" fmla="*/ 901126 w 990600"/>
              <a:gd name="connsiteY119" fmla="*/ 122901 h 190499"/>
              <a:gd name="connsiteX120" fmla="*/ 166505 w 990600"/>
              <a:gd name="connsiteY120" fmla="*/ 64197 h 190499"/>
              <a:gd name="connsiteX121" fmla="*/ 126083 w 990600"/>
              <a:gd name="connsiteY121" fmla="*/ 102099 h 190499"/>
              <a:gd name="connsiteX122" fmla="*/ 168811 w 990600"/>
              <a:gd name="connsiteY122" fmla="*/ 139995 h 190499"/>
              <a:gd name="connsiteX123" fmla="*/ 204277 w 990600"/>
              <a:gd name="connsiteY123" fmla="*/ 125994 h 190499"/>
              <a:gd name="connsiteX124" fmla="*/ 191025 w 990600"/>
              <a:gd name="connsiteY124" fmla="*/ 116208 h 190499"/>
              <a:gd name="connsiteX125" fmla="*/ 169120 w 990600"/>
              <a:gd name="connsiteY125" fmla="*/ 123977 h 190499"/>
              <a:gd name="connsiteX126" fmla="*/ 152220 w 990600"/>
              <a:gd name="connsiteY126" fmla="*/ 118029 h 190499"/>
              <a:gd name="connsiteX127" fmla="*/ 205798 w 990600"/>
              <a:gd name="connsiteY127" fmla="*/ 96676 h 190499"/>
              <a:gd name="connsiteX128" fmla="*/ 196646 w 990600"/>
              <a:gd name="connsiteY128" fmla="*/ 76210 h 190499"/>
              <a:gd name="connsiteX129" fmla="*/ 166505 w 990600"/>
              <a:gd name="connsiteY129" fmla="*/ 64197 h 190499"/>
              <a:gd name="connsiteX130" fmla="*/ 76450 w 990600"/>
              <a:gd name="connsiteY130" fmla="*/ 43506 h 190499"/>
              <a:gd name="connsiteX131" fmla="*/ 55211 w 990600"/>
              <a:gd name="connsiteY131" fmla="*/ 43506 h 190499"/>
              <a:gd name="connsiteX132" fmla="*/ 55211 w 990600"/>
              <a:gd name="connsiteY132" fmla="*/ 138749 h 190499"/>
              <a:gd name="connsiteX133" fmla="*/ 124085 w 990600"/>
              <a:gd name="connsiteY133" fmla="*/ 138749 h 190499"/>
              <a:gd name="connsiteX134" fmla="*/ 124085 w 990600"/>
              <a:gd name="connsiteY134" fmla="*/ 120263 h 190499"/>
              <a:gd name="connsiteX135" fmla="*/ 76450 w 990600"/>
              <a:gd name="connsiteY135" fmla="*/ 120263 h 190499"/>
              <a:gd name="connsiteX136" fmla="*/ 76450 w 990600"/>
              <a:gd name="connsiteY136" fmla="*/ 43506 h 190499"/>
              <a:gd name="connsiteX137" fmla="*/ 259167 w 990600"/>
              <a:gd name="connsiteY137" fmla="*/ 64201 h 190499"/>
              <a:gd name="connsiteX138" fmla="*/ 234283 w 990600"/>
              <a:gd name="connsiteY138" fmla="*/ 75946 h 190499"/>
              <a:gd name="connsiteX139" fmla="*/ 234287 w 990600"/>
              <a:gd name="connsiteY139" fmla="*/ 65428 h 190499"/>
              <a:gd name="connsiteX140" fmla="*/ 213326 w 990600"/>
              <a:gd name="connsiteY140" fmla="*/ 65428 h 190499"/>
              <a:gd name="connsiteX141" fmla="*/ 213326 w 990600"/>
              <a:gd name="connsiteY141" fmla="*/ 138750 h 190499"/>
              <a:gd name="connsiteX142" fmla="*/ 234283 w 990600"/>
              <a:gd name="connsiteY142" fmla="*/ 138750 h 190499"/>
              <a:gd name="connsiteX143" fmla="*/ 234283 w 990600"/>
              <a:gd name="connsiteY143" fmla="*/ 97030 h 190499"/>
              <a:gd name="connsiteX144" fmla="*/ 251559 w 990600"/>
              <a:gd name="connsiteY144" fmla="*/ 81540 h 190499"/>
              <a:gd name="connsiteX145" fmla="*/ 269205 w 990600"/>
              <a:gd name="connsiteY145" fmla="*/ 97030 h 190499"/>
              <a:gd name="connsiteX146" fmla="*/ 269205 w 990600"/>
              <a:gd name="connsiteY146" fmla="*/ 138750 h 190499"/>
              <a:gd name="connsiteX147" fmla="*/ 290161 w 990600"/>
              <a:gd name="connsiteY147" fmla="*/ 138750 h 190499"/>
              <a:gd name="connsiteX148" fmla="*/ 290161 w 990600"/>
              <a:gd name="connsiteY148" fmla="*/ 93297 h 190499"/>
              <a:gd name="connsiteX149" fmla="*/ 259167 w 990600"/>
              <a:gd name="connsiteY149" fmla="*/ 64201 h 190499"/>
              <a:gd name="connsiteX150" fmla="*/ 401218 w 990600"/>
              <a:gd name="connsiteY150" fmla="*/ 65434 h 190499"/>
              <a:gd name="connsiteX151" fmla="*/ 377282 w 990600"/>
              <a:gd name="connsiteY151" fmla="*/ 65434 h 190499"/>
              <a:gd name="connsiteX152" fmla="*/ 408685 w 990600"/>
              <a:gd name="connsiteY152" fmla="*/ 138727 h 190499"/>
              <a:gd name="connsiteX153" fmla="*/ 431644 w 990600"/>
              <a:gd name="connsiteY153" fmla="*/ 138727 h 190499"/>
              <a:gd name="connsiteX154" fmla="*/ 463047 w 990600"/>
              <a:gd name="connsiteY154" fmla="*/ 65434 h 190499"/>
              <a:gd name="connsiteX155" fmla="*/ 439111 w 990600"/>
              <a:gd name="connsiteY155" fmla="*/ 65434 h 190499"/>
              <a:gd name="connsiteX156" fmla="*/ 420165 w 990600"/>
              <a:gd name="connsiteY156" fmla="*/ 115379 h 190499"/>
              <a:gd name="connsiteX157" fmla="*/ 401218 w 990600"/>
              <a:gd name="connsiteY157" fmla="*/ 65434 h 190499"/>
              <a:gd name="connsiteX158" fmla="*/ 984209 w 990600"/>
              <a:gd name="connsiteY158" fmla="*/ 18433 h 190499"/>
              <a:gd name="connsiteX159" fmla="*/ 984209 w 990600"/>
              <a:gd name="connsiteY159" fmla="*/ 116756 h 190499"/>
              <a:gd name="connsiteX160" fmla="*/ 913908 w 990600"/>
              <a:gd name="connsiteY160" fmla="*/ 116756 h 190499"/>
              <a:gd name="connsiteX161" fmla="*/ 913908 w 990600"/>
              <a:gd name="connsiteY161" fmla="*/ 18433 h 190499"/>
              <a:gd name="connsiteX162" fmla="*/ 984209 w 990600"/>
              <a:gd name="connsiteY162" fmla="*/ 18433 h 190499"/>
              <a:gd name="connsiteX163" fmla="*/ 168446 w 990600"/>
              <a:gd name="connsiteY163" fmla="*/ 79885 h 190499"/>
              <a:gd name="connsiteX164" fmla="*/ 185338 w 990600"/>
              <a:gd name="connsiteY164" fmla="*/ 90031 h 190499"/>
              <a:gd name="connsiteX165" fmla="*/ 147263 w 990600"/>
              <a:gd name="connsiteY165" fmla="*/ 104466 h 190499"/>
              <a:gd name="connsiteX166" fmla="*/ 151681 w 990600"/>
              <a:gd name="connsiteY166" fmla="*/ 87110 h 190499"/>
              <a:gd name="connsiteX167" fmla="*/ 168446 w 990600"/>
              <a:gd name="connsiteY167" fmla="*/ 79885 h 190499"/>
              <a:gd name="connsiteX168" fmla="*/ 339612 w 990600"/>
              <a:gd name="connsiteY168" fmla="*/ 64197 h 190499"/>
              <a:gd name="connsiteX169" fmla="*/ 380485 w 990600"/>
              <a:gd name="connsiteY169" fmla="*/ 102094 h 190499"/>
              <a:gd name="connsiteX170" fmla="*/ 339328 w 990600"/>
              <a:gd name="connsiteY170" fmla="*/ 139985 h 190499"/>
              <a:gd name="connsiteX171" fmla="*/ 298452 w 990600"/>
              <a:gd name="connsiteY171" fmla="*/ 102094 h 190499"/>
              <a:gd name="connsiteX172" fmla="*/ 339612 w 990600"/>
              <a:gd name="connsiteY172" fmla="*/ 64197 h 190499"/>
              <a:gd name="connsiteX173" fmla="*/ 339468 w 990600"/>
              <a:gd name="connsiteY173" fmla="*/ 80571 h 190499"/>
              <a:gd name="connsiteX174" fmla="*/ 320430 w 990600"/>
              <a:gd name="connsiteY174" fmla="*/ 102081 h 190499"/>
              <a:gd name="connsiteX175" fmla="*/ 339736 w 990600"/>
              <a:gd name="connsiteY175" fmla="*/ 123587 h 190499"/>
              <a:gd name="connsiteX176" fmla="*/ 358776 w 990600"/>
              <a:gd name="connsiteY176" fmla="*/ 102081 h 190499"/>
              <a:gd name="connsiteX177" fmla="*/ 339468 w 990600"/>
              <a:gd name="connsiteY177" fmla="*/ 80571 h 190499"/>
              <a:gd name="connsiteX178" fmla="*/ 500961 w 990600"/>
              <a:gd name="connsiteY178" fmla="*/ 64197 h 190499"/>
              <a:gd name="connsiteX179" fmla="*/ 541833 w 990600"/>
              <a:gd name="connsiteY179" fmla="*/ 102094 h 190499"/>
              <a:gd name="connsiteX180" fmla="*/ 500679 w 990600"/>
              <a:gd name="connsiteY180" fmla="*/ 139985 h 190499"/>
              <a:gd name="connsiteX181" fmla="*/ 459802 w 990600"/>
              <a:gd name="connsiteY181" fmla="*/ 102094 h 190499"/>
              <a:gd name="connsiteX182" fmla="*/ 500961 w 990600"/>
              <a:gd name="connsiteY182" fmla="*/ 64197 h 190499"/>
              <a:gd name="connsiteX183" fmla="*/ 500817 w 990600"/>
              <a:gd name="connsiteY183" fmla="*/ 80581 h 190499"/>
              <a:gd name="connsiteX184" fmla="*/ 481778 w 990600"/>
              <a:gd name="connsiteY184" fmla="*/ 102091 h 190499"/>
              <a:gd name="connsiteX185" fmla="*/ 501083 w 990600"/>
              <a:gd name="connsiteY185" fmla="*/ 123597 h 190499"/>
              <a:gd name="connsiteX186" fmla="*/ 520124 w 990600"/>
              <a:gd name="connsiteY186" fmla="*/ 102091 h 190499"/>
              <a:gd name="connsiteX187" fmla="*/ 500817 w 990600"/>
              <a:gd name="connsiteY187" fmla="*/ 80581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990600" h="190499">
                <a:moveTo>
                  <a:pt x="761701" y="57083"/>
                </a:moveTo>
                <a:lnTo>
                  <a:pt x="796133" y="57083"/>
                </a:lnTo>
                <a:lnTo>
                  <a:pt x="796133" y="38906"/>
                </a:lnTo>
                <a:lnTo>
                  <a:pt x="778684" y="38906"/>
                </a:lnTo>
                <a:lnTo>
                  <a:pt x="787670" y="18518"/>
                </a:lnTo>
                <a:lnTo>
                  <a:pt x="766693" y="18518"/>
                </a:lnTo>
                <a:lnTo>
                  <a:pt x="757683" y="38906"/>
                </a:lnTo>
                <a:lnTo>
                  <a:pt x="744233" y="38906"/>
                </a:lnTo>
                <a:lnTo>
                  <a:pt x="735186" y="18433"/>
                </a:lnTo>
                <a:lnTo>
                  <a:pt x="714208" y="18433"/>
                </a:lnTo>
                <a:lnTo>
                  <a:pt x="723231" y="38906"/>
                </a:lnTo>
                <a:lnTo>
                  <a:pt x="705745" y="38906"/>
                </a:lnTo>
                <a:lnTo>
                  <a:pt x="705745" y="57083"/>
                </a:lnTo>
                <a:lnTo>
                  <a:pt x="740177" y="57083"/>
                </a:lnTo>
                <a:lnTo>
                  <a:pt x="740177" y="86243"/>
                </a:lnTo>
                <a:lnTo>
                  <a:pt x="703006" y="86243"/>
                </a:lnTo>
                <a:lnTo>
                  <a:pt x="703006" y="104421"/>
                </a:lnTo>
                <a:lnTo>
                  <a:pt x="736907" y="104421"/>
                </a:lnTo>
                <a:cubicBezTo>
                  <a:pt x="732540" y="117769"/>
                  <a:pt x="724766" y="137354"/>
                  <a:pt x="703006" y="151227"/>
                </a:cubicBezTo>
                <a:lnTo>
                  <a:pt x="703006" y="172062"/>
                </a:lnTo>
                <a:cubicBezTo>
                  <a:pt x="720950" y="165189"/>
                  <a:pt x="738597" y="146151"/>
                  <a:pt x="750378" y="125929"/>
                </a:cubicBezTo>
                <a:cubicBezTo>
                  <a:pt x="761994" y="146276"/>
                  <a:pt x="780905" y="165180"/>
                  <a:pt x="798871" y="172062"/>
                </a:cubicBezTo>
                <a:lnTo>
                  <a:pt x="798871" y="151227"/>
                </a:lnTo>
                <a:cubicBezTo>
                  <a:pt x="777113" y="137354"/>
                  <a:pt x="769337" y="117769"/>
                  <a:pt x="764970" y="104421"/>
                </a:cubicBezTo>
                <a:lnTo>
                  <a:pt x="798871" y="104421"/>
                </a:lnTo>
                <a:lnTo>
                  <a:pt x="798871" y="86243"/>
                </a:lnTo>
                <a:lnTo>
                  <a:pt x="761701" y="86243"/>
                </a:lnTo>
                <a:lnTo>
                  <a:pt x="761701" y="57083"/>
                </a:lnTo>
                <a:close/>
                <a:moveTo>
                  <a:pt x="662586" y="54863"/>
                </a:moveTo>
                <a:lnTo>
                  <a:pt x="681614" y="54863"/>
                </a:lnTo>
                <a:lnTo>
                  <a:pt x="681614" y="36711"/>
                </a:lnTo>
                <a:lnTo>
                  <a:pt x="662586" y="36711"/>
                </a:lnTo>
                <a:lnTo>
                  <a:pt x="662586" y="54863"/>
                </a:lnTo>
                <a:close/>
                <a:moveTo>
                  <a:pt x="662586" y="132544"/>
                </a:moveTo>
                <a:lnTo>
                  <a:pt x="662586" y="109571"/>
                </a:lnTo>
                <a:lnTo>
                  <a:pt x="681614" y="109571"/>
                </a:lnTo>
                <a:lnTo>
                  <a:pt x="681614" y="124494"/>
                </a:lnTo>
                <a:cubicBezTo>
                  <a:pt x="676880" y="126681"/>
                  <a:pt x="670507" y="129455"/>
                  <a:pt x="662586" y="132544"/>
                </a:cubicBezTo>
                <a:lnTo>
                  <a:pt x="662586" y="132544"/>
                </a:lnTo>
                <a:close/>
                <a:moveTo>
                  <a:pt x="662586" y="91293"/>
                </a:moveTo>
                <a:lnTo>
                  <a:pt x="681614" y="91293"/>
                </a:lnTo>
                <a:lnTo>
                  <a:pt x="681614" y="73141"/>
                </a:lnTo>
                <a:lnTo>
                  <a:pt x="662586" y="73141"/>
                </a:lnTo>
                <a:lnTo>
                  <a:pt x="662586" y="91293"/>
                </a:lnTo>
                <a:close/>
                <a:moveTo>
                  <a:pt x="703006" y="18433"/>
                </a:moveTo>
                <a:lnTo>
                  <a:pt x="703006" y="36711"/>
                </a:lnTo>
                <a:lnTo>
                  <a:pt x="703001" y="172062"/>
                </a:lnTo>
                <a:lnTo>
                  <a:pt x="681614" y="172062"/>
                </a:lnTo>
                <a:lnTo>
                  <a:pt x="681614" y="144304"/>
                </a:lnTo>
                <a:cubicBezTo>
                  <a:pt x="670179" y="149436"/>
                  <a:pt x="650782" y="157542"/>
                  <a:pt x="632706" y="162243"/>
                </a:cubicBezTo>
                <a:lnTo>
                  <a:pt x="632706" y="142955"/>
                </a:lnTo>
                <a:cubicBezTo>
                  <a:pt x="635646" y="142041"/>
                  <a:pt x="638468" y="141131"/>
                  <a:pt x="641198" y="140227"/>
                </a:cubicBezTo>
                <a:lnTo>
                  <a:pt x="641198" y="36711"/>
                </a:lnTo>
                <a:lnTo>
                  <a:pt x="632706" y="36711"/>
                </a:lnTo>
                <a:lnTo>
                  <a:pt x="632706" y="18433"/>
                </a:lnTo>
                <a:lnTo>
                  <a:pt x="703006" y="18433"/>
                </a:lnTo>
                <a:close/>
                <a:moveTo>
                  <a:pt x="874732" y="18433"/>
                </a:moveTo>
                <a:lnTo>
                  <a:pt x="874732" y="30671"/>
                </a:lnTo>
                <a:lnTo>
                  <a:pt x="904715" y="30671"/>
                </a:lnTo>
                <a:lnTo>
                  <a:pt x="904715" y="49039"/>
                </a:lnTo>
                <a:lnTo>
                  <a:pt x="874732" y="49039"/>
                </a:lnTo>
                <a:lnTo>
                  <a:pt x="874732" y="56657"/>
                </a:lnTo>
                <a:lnTo>
                  <a:pt x="890473" y="56684"/>
                </a:lnTo>
                <a:lnTo>
                  <a:pt x="907517" y="103612"/>
                </a:lnTo>
                <a:lnTo>
                  <a:pt x="886651" y="103612"/>
                </a:lnTo>
                <a:lnTo>
                  <a:pt x="874732" y="70795"/>
                </a:lnTo>
                <a:lnTo>
                  <a:pt x="874732" y="116756"/>
                </a:lnTo>
                <a:lnTo>
                  <a:pt x="854417" y="116756"/>
                </a:lnTo>
                <a:lnTo>
                  <a:pt x="854417" y="49039"/>
                </a:lnTo>
                <a:lnTo>
                  <a:pt x="824435" y="49039"/>
                </a:lnTo>
                <a:lnTo>
                  <a:pt x="824435" y="30671"/>
                </a:lnTo>
                <a:lnTo>
                  <a:pt x="854417" y="30671"/>
                </a:lnTo>
                <a:lnTo>
                  <a:pt x="854417" y="18433"/>
                </a:lnTo>
                <a:lnTo>
                  <a:pt x="874732" y="18433"/>
                </a:lnTo>
                <a:close/>
                <a:moveTo>
                  <a:pt x="843608" y="55304"/>
                </a:moveTo>
                <a:lnTo>
                  <a:pt x="843608" y="110611"/>
                </a:lnTo>
                <a:lnTo>
                  <a:pt x="824435" y="110611"/>
                </a:lnTo>
                <a:lnTo>
                  <a:pt x="824435" y="55304"/>
                </a:lnTo>
                <a:lnTo>
                  <a:pt x="843608" y="55304"/>
                </a:lnTo>
                <a:close/>
                <a:moveTo>
                  <a:pt x="934744" y="45816"/>
                </a:moveTo>
                <a:lnTo>
                  <a:pt x="963373" y="45816"/>
                </a:lnTo>
                <a:lnTo>
                  <a:pt x="963373" y="34607"/>
                </a:lnTo>
                <a:lnTo>
                  <a:pt x="934744" y="34607"/>
                </a:lnTo>
                <a:lnTo>
                  <a:pt x="934744" y="45816"/>
                </a:lnTo>
                <a:close/>
                <a:moveTo>
                  <a:pt x="934744" y="73198"/>
                </a:moveTo>
                <a:lnTo>
                  <a:pt x="963373" y="73198"/>
                </a:lnTo>
                <a:lnTo>
                  <a:pt x="963373" y="61990"/>
                </a:lnTo>
                <a:lnTo>
                  <a:pt x="934744" y="61990"/>
                </a:lnTo>
                <a:lnTo>
                  <a:pt x="934744" y="73198"/>
                </a:lnTo>
                <a:close/>
                <a:moveTo>
                  <a:pt x="934744" y="100582"/>
                </a:moveTo>
                <a:lnTo>
                  <a:pt x="963373" y="100582"/>
                </a:lnTo>
                <a:lnTo>
                  <a:pt x="963373" y="89373"/>
                </a:lnTo>
                <a:lnTo>
                  <a:pt x="934744" y="89373"/>
                </a:lnTo>
                <a:lnTo>
                  <a:pt x="934744" y="100582"/>
                </a:lnTo>
                <a:close/>
                <a:moveTo>
                  <a:pt x="594360" y="-2"/>
                </a:moveTo>
                <a:lnTo>
                  <a:pt x="594360" y="190498"/>
                </a:lnTo>
                <a:lnTo>
                  <a:pt x="0" y="190498"/>
                </a:lnTo>
                <a:lnTo>
                  <a:pt x="0" y="-2"/>
                </a:lnTo>
                <a:lnTo>
                  <a:pt x="594360" y="-2"/>
                </a:lnTo>
                <a:close/>
                <a:moveTo>
                  <a:pt x="871025" y="122901"/>
                </a:moveTo>
                <a:cubicBezTo>
                  <a:pt x="872273" y="132864"/>
                  <a:pt x="875755" y="152925"/>
                  <a:pt x="897692" y="152925"/>
                </a:cubicBezTo>
                <a:lnTo>
                  <a:pt x="951464" y="152925"/>
                </a:lnTo>
                <a:lnTo>
                  <a:pt x="958645" y="172062"/>
                </a:lnTo>
                <a:lnTo>
                  <a:pt x="899487" y="172062"/>
                </a:lnTo>
                <a:cubicBezTo>
                  <a:pt x="861229" y="172062"/>
                  <a:pt x="851901" y="149835"/>
                  <a:pt x="849999" y="122901"/>
                </a:cubicBezTo>
                <a:close/>
                <a:moveTo>
                  <a:pt x="843608" y="122901"/>
                </a:moveTo>
                <a:lnTo>
                  <a:pt x="843608" y="165917"/>
                </a:lnTo>
                <a:lnTo>
                  <a:pt x="824435" y="165917"/>
                </a:lnTo>
                <a:lnTo>
                  <a:pt x="824435" y="122901"/>
                </a:lnTo>
                <a:lnTo>
                  <a:pt x="843608" y="122901"/>
                </a:lnTo>
                <a:close/>
                <a:moveTo>
                  <a:pt x="952254" y="122901"/>
                </a:moveTo>
                <a:lnTo>
                  <a:pt x="974807" y="122941"/>
                </a:lnTo>
                <a:lnTo>
                  <a:pt x="990600" y="165917"/>
                </a:lnTo>
                <a:lnTo>
                  <a:pt x="968063" y="165917"/>
                </a:lnTo>
                <a:lnTo>
                  <a:pt x="952254" y="122901"/>
                </a:lnTo>
                <a:close/>
                <a:moveTo>
                  <a:pt x="901126" y="122901"/>
                </a:moveTo>
                <a:lnTo>
                  <a:pt x="924000" y="122942"/>
                </a:lnTo>
                <a:lnTo>
                  <a:pt x="933081" y="147482"/>
                </a:lnTo>
                <a:lnTo>
                  <a:pt x="910224" y="147482"/>
                </a:lnTo>
                <a:lnTo>
                  <a:pt x="901126" y="122901"/>
                </a:lnTo>
                <a:close/>
                <a:moveTo>
                  <a:pt x="166505" y="64197"/>
                </a:moveTo>
                <a:cubicBezTo>
                  <a:pt x="143460" y="64197"/>
                  <a:pt x="126083" y="80529"/>
                  <a:pt x="126083" y="102099"/>
                </a:cubicBezTo>
                <a:cubicBezTo>
                  <a:pt x="126083" y="124228"/>
                  <a:pt x="143498" y="139995"/>
                  <a:pt x="168811" y="139995"/>
                </a:cubicBezTo>
                <a:cubicBezTo>
                  <a:pt x="182994" y="139995"/>
                  <a:pt x="197494" y="133539"/>
                  <a:pt x="204277" y="125994"/>
                </a:cubicBezTo>
                <a:lnTo>
                  <a:pt x="191025" y="116208"/>
                </a:lnTo>
                <a:cubicBezTo>
                  <a:pt x="182202" y="122477"/>
                  <a:pt x="177165" y="123977"/>
                  <a:pt x="169120" y="123977"/>
                </a:cubicBezTo>
                <a:cubicBezTo>
                  <a:pt x="161881" y="123977"/>
                  <a:pt x="156216" y="121816"/>
                  <a:pt x="152220" y="118029"/>
                </a:cubicBezTo>
                <a:lnTo>
                  <a:pt x="205798" y="96676"/>
                </a:lnTo>
                <a:cubicBezTo>
                  <a:pt x="204629" y="88719"/>
                  <a:pt x="201486" y="81614"/>
                  <a:pt x="196646" y="76210"/>
                </a:cubicBezTo>
                <a:cubicBezTo>
                  <a:pt x="189609" y="68351"/>
                  <a:pt x="179188" y="64197"/>
                  <a:pt x="166505" y="64197"/>
                </a:cubicBezTo>
                <a:close/>
                <a:moveTo>
                  <a:pt x="76450" y="43506"/>
                </a:moveTo>
                <a:lnTo>
                  <a:pt x="55211" y="43506"/>
                </a:lnTo>
                <a:lnTo>
                  <a:pt x="55211" y="138749"/>
                </a:lnTo>
                <a:lnTo>
                  <a:pt x="124085" y="138749"/>
                </a:lnTo>
                <a:lnTo>
                  <a:pt x="124085" y="120263"/>
                </a:lnTo>
                <a:lnTo>
                  <a:pt x="76450" y="120263"/>
                </a:lnTo>
                <a:lnTo>
                  <a:pt x="76450" y="43506"/>
                </a:lnTo>
                <a:close/>
                <a:moveTo>
                  <a:pt x="259167" y="64201"/>
                </a:moveTo>
                <a:cubicBezTo>
                  <a:pt x="250381" y="64201"/>
                  <a:pt x="240388" y="68112"/>
                  <a:pt x="234283" y="75946"/>
                </a:cubicBezTo>
                <a:lnTo>
                  <a:pt x="234287" y="65428"/>
                </a:lnTo>
                <a:lnTo>
                  <a:pt x="213326" y="65428"/>
                </a:lnTo>
                <a:lnTo>
                  <a:pt x="213326" y="138750"/>
                </a:lnTo>
                <a:lnTo>
                  <a:pt x="234283" y="138750"/>
                </a:lnTo>
                <a:lnTo>
                  <a:pt x="234283" y="97030"/>
                </a:lnTo>
                <a:cubicBezTo>
                  <a:pt x="234283" y="89521"/>
                  <a:pt x="240341" y="81540"/>
                  <a:pt x="251559" y="81540"/>
                </a:cubicBezTo>
                <a:cubicBezTo>
                  <a:pt x="260233" y="81540"/>
                  <a:pt x="269205" y="87334"/>
                  <a:pt x="269205" y="97030"/>
                </a:cubicBezTo>
                <a:lnTo>
                  <a:pt x="269205" y="138750"/>
                </a:lnTo>
                <a:lnTo>
                  <a:pt x="290161" y="138750"/>
                </a:lnTo>
                <a:lnTo>
                  <a:pt x="290161" y="93297"/>
                </a:lnTo>
                <a:cubicBezTo>
                  <a:pt x="290161" y="76439"/>
                  <a:pt x="277605" y="64201"/>
                  <a:pt x="259167" y="64201"/>
                </a:cubicBezTo>
                <a:close/>
                <a:moveTo>
                  <a:pt x="401218" y="65434"/>
                </a:moveTo>
                <a:lnTo>
                  <a:pt x="377282" y="65434"/>
                </a:lnTo>
                <a:lnTo>
                  <a:pt x="408685" y="138727"/>
                </a:lnTo>
                <a:lnTo>
                  <a:pt x="431644" y="138727"/>
                </a:lnTo>
                <a:lnTo>
                  <a:pt x="463047" y="65434"/>
                </a:lnTo>
                <a:lnTo>
                  <a:pt x="439111" y="65434"/>
                </a:lnTo>
                <a:lnTo>
                  <a:pt x="420165" y="115379"/>
                </a:lnTo>
                <a:lnTo>
                  <a:pt x="401218" y="65434"/>
                </a:lnTo>
                <a:close/>
                <a:moveTo>
                  <a:pt x="984209" y="18433"/>
                </a:moveTo>
                <a:lnTo>
                  <a:pt x="984209" y="116756"/>
                </a:lnTo>
                <a:lnTo>
                  <a:pt x="913908" y="116756"/>
                </a:lnTo>
                <a:lnTo>
                  <a:pt x="913908" y="18433"/>
                </a:lnTo>
                <a:lnTo>
                  <a:pt x="984209" y="18433"/>
                </a:lnTo>
                <a:close/>
                <a:moveTo>
                  <a:pt x="168446" y="79885"/>
                </a:moveTo>
                <a:cubicBezTo>
                  <a:pt x="176301" y="79885"/>
                  <a:pt x="182260" y="83983"/>
                  <a:pt x="185338" y="90031"/>
                </a:cubicBezTo>
                <a:lnTo>
                  <a:pt x="147263" y="104466"/>
                </a:lnTo>
                <a:cubicBezTo>
                  <a:pt x="146220" y="97059"/>
                  <a:pt x="148297" y="91266"/>
                  <a:pt x="151681" y="87110"/>
                </a:cubicBezTo>
                <a:cubicBezTo>
                  <a:pt x="155394" y="82557"/>
                  <a:pt x="161305" y="79885"/>
                  <a:pt x="168446" y="79885"/>
                </a:cubicBezTo>
                <a:close/>
                <a:moveTo>
                  <a:pt x="339612" y="64197"/>
                </a:moveTo>
                <a:cubicBezTo>
                  <a:pt x="362527" y="64197"/>
                  <a:pt x="380485" y="80600"/>
                  <a:pt x="380485" y="102094"/>
                </a:cubicBezTo>
                <a:cubicBezTo>
                  <a:pt x="380485" y="123337"/>
                  <a:pt x="362406" y="139985"/>
                  <a:pt x="339328" y="139985"/>
                </a:cubicBezTo>
                <a:cubicBezTo>
                  <a:pt x="316408" y="139985"/>
                  <a:pt x="298452" y="123582"/>
                  <a:pt x="298452" y="102094"/>
                </a:cubicBezTo>
                <a:cubicBezTo>
                  <a:pt x="298452" y="80843"/>
                  <a:pt x="316532" y="64197"/>
                  <a:pt x="339612" y="64197"/>
                </a:cubicBezTo>
                <a:close/>
                <a:moveTo>
                  <a:pt x="339468" y="80571"/>
                </a:moveTo>
                <a:cubicBezTo>
                  <a:pt x="328435" y="80571"/>
                  <a:pt x="320430" y="89448"/>
                  <a:pt x="320430" y="102081"/>
                </a:cubicBezTo>
                <a:cubicBezTo>
                  <a:pt x="320430" y="114137"/>
                  <a:pt x="328911" y="123587"/>
                  <a:pt x="339736" y="123587"/>
                </a:cubicBezTo>
                <a:cubicBezTo>
                  <a:pt x="350769" y="123587"/>
                  <a:pt x="358776" y="114464"/>
                  <a:pt x="358776" y="102081"/>
                </a:cubicBezTo>
                <a:cubicBezTo>
                  <a:pt x="358776" y="90018"/>
                  <a:pt x="350295" y="80571"/>
                  <a:pt x="339468" y="80571"/>
                </a:cubicBezTo>
                <a:close/>
                <a:moveTo>
                  <a:pt x="500961" y="64197"/>
                </a:moveTo>
                <a:cubicBezTo>
                  <a:pt x="523879" y="64197"/>
                  <a:pt x="541833" y="80600"/>
                  <a:pt x="541833" y="102094"/>
                </a:cubicBezTo>
                <a:cubicBezTo>
                  <a:pt x="541833" y="123337"/>
                  <a:pt x="523755" y="139985"/>
                  <a:pt x="500679" y="139985"/>
                </a:cubicBezTo>
                <a:cubicBezTo>
                  <a:pt x="477759" y="139985"/>
                  <a:pt x="459802" y="123582"/>
                  <a:pt x="459802" y="102094"/>
                </a:cubicBezTo>
                <a:cubicBezTo>
                  <a:pt x="459802" y="80843"/>
                  <a:pt x="477882" y="64197"/>
                  <a:pt x="500961" y="64197"/>
                </a:cubicBezTo>
                <a:close/>
                <a:moveTo>
                  <a:pt x="500817" y="80581"/>
                </a:moveTo>
                <a:cubicBezTo>
                  <a:pt x="489784" y="80581"/>
                  <a:pt x="481778" y="89458"/>
                  <a:pt x="481778" y="102091"/>
                </a:cubicBezTo>
                <a:cubicBezTo>
                  <a:pt x="481778" y="114148"/>
                  <a:pt x="490261" y="123597"/>
                  <a:pt x="501083" y="123597"/>
                </a:cubicBezTo>
                <a:cubicBezTo>
                  <a:pt x="512116" y="123597"/>
                  <a:pt x="520124" y="114475"/>
                  <a:pt x="520124" y="102091"/>
                </a:cubicBezTo>
                <a:cubicBezTo>
                  <a:pt x="520124" y="90028"/>
                  <a:pt x="511641" y="80581"/>
                  <a:pt x="500817" y="80581"/>
                </a:cubicBezTo>
                <a:close/>
              </a:path>
            </a:pathLst>
          </a:custGeom>
          <a:solidFill>
            <a:srgbClr val="FFFFFF"/>
          </a:solidFill>
          <a:ln w="9434" cap="flat">
            <a:noFill/>
            <a:prstDash val="solid"/>
            <a:miter/>
          </a:ln>
        </p:spPr>
        <p:txBody>
          <a:bodyPr rtlCol="0" anchor="ctr"/>
          <a:lstStyle/>
          <a:p>
            <a:endParaRPr lang="zh-CN" altLang="en-US"/>
          </a:p>
        </p:txBody>
      </p:sp>
    </p:spTree>
    <p:extLst>
      <p:ext uri="{BB962C8B-B14F-4D97-AF65-F5344CB8AC3E}">
        <p14:creationId xmlns:p14="http://schemas.microsoft.com/office/powerpoint/2010/main" val="275925980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Slide_Deep">
    <p:bg>
      <p:bgPr>
        <a:gradFill>
          <a:gsLst>
            <a:gs pos="0">
              <a:srgbClr val="7050FB"/>
            </a:gs>
            <a:gs pos="100000">
              <a:srgbClr val="1765D3"/>
            </a:gs>
          </a:gsLst>
          <a:lin ang="10800000" scaled="1"/>
        </a:gradFill>
        <a:effectLst/>
      </p:bgPr>
    </p:bg>
    <p:spTree>
      <p:nvGrpSpPr>
        <p:cNvPr id="1" name=""/>
        <p:cNvGrpSpPr/>
        <p:nvPr/>
      </p:nvGrpSpPr>
      <p:grpSpPr>
        <a:xfrm>
          <a:off x="0" y="0"/>
          <a:ext cx="0" cy="0"/>
          <a:chOff x="0" y="0"/>
          <a:chExt cx="0" cy="0"/>
        </a:xfrm>
      </p:grpSpPr>
      <p:sp>
        <p:nvSpPr>
          <p:cNvPr id="21" name="任意形状 20">
            <a:extLst>
              <a:ext uri="{FF2B5EF4-FFF2-40B4-BE49-F238E27FC236}">
                <a16:creationId xmlns:a16="http://schemas.microsoft.com/office/drawing/2014/main" id="{9FADD361-691B-736B-75AB-750EE66CC803}"/>
              </a:ext>
            </a:extLst>
          </p:cNvPr>
          <p:cNvSpPr/>
          <p:nvPr/>
        </p:nvSpPr>
        <p:spPr>
          <a:xfrm>
            <a:off x="0" y="3433286"/>
            <a:ext cx="194306" cy="1710213"/>
          </a:xfrm>
          <a:custGeom>
            <a:avLst/>
            <a:gdLst>
              <a:gd name="connsiteX0" fmla="*/ 0 w 3034665"/>
              <a:gd name="connsiteY0" fmla="*/ 0 h 1710213"/>
              <a:gd name="connsiteX1" fmla="*/ 3034666 w 3034665"/>
              <a:gd name="connsiteY1" fmla="*/ 0 h 1710213"/>
              <a:gd name="connsiteX2" fmla="*/ 3034666 w 3034665"/>
              <a:gd name="connsiteY2" fmla="*/ 1710214 h 1710213"/>
              <a:gd name="connsiteX3" fmla="*/ 0 w 3034665"/>
              <a:gd name="connsiteY3" fmla="*/ 1710214 h 1710213"/>
            </a:gdLst>
            <a:ahLst/>
            <a:cxnLst>
              <a:cxn ang="0">
                <a:pos x="connsiteX0" y="connsiteY0"/>
              </a:cxn>
              <a:cxn ang="0">
                <a:pos x="connsiteX1" y="connsiteY1"/>
              </a:cxn>
              <a:cxn ang="0">
                <a:pos x="connsiteX2" y="connsiteY2"/>
              </a:cxn>
              <a:cxn ang="0">
                <a:pos x="connsiteX3" y="connsiteY3"/>
              </a:cxn>
            </a:cxnLst>
            <a:rect l="l" t="t" r="r" b="b"/>
            <a:pathLst>
              <a:path w="3034665" h="1710213">
                <a:moveTo>
                  <a:pt x="0" y="0"/>
                </a:moveTo>
                <a:lnTo>
                  <a:pt x="3034666" y="0"/>
                </a:lnTo>
                <a:lnTo>
                  <a:pt x="3034666" y="1710214"/>
                </a:lnTo>
                <a:lnTo>
                  <a:pt x="0" y="1710214"/>
                </a:lnTo>
                <a:close/>
              </a:path>
            </a:pathLst>
          </a:custGeom>
          <a:solidFill>
            <a:srgbClr val="FFFFFF">
              <a:alpha val="5000"/>
            </a:srgbClr>
          </a:solidFill>
          <a:ln w="12859" cap="flat">
            <a:noFill/>
            <a:prstDash val="solid"/>
            <a:miter/>
          </a:ln>
        </p:spPr>
        <p:txBody>
          <a:bodyPr rtlCol="0" anchor="ctr"/>
          <a:lstStyle/>
          <a:p>
            <a:endParaRPr lang="zh-CN" altLang="en-US"/>
          </a:p>
        </p:txBody>
      </p:sp>
      <p:sp>
        <p:nvSpPr>
          <p:cNvPr id="22" name="任意形状 21">
            <a:extLst>
              <a:ext uri="{FF2B5EF4-FFF2-40B4-BE49-F238E27FC236}">
                <a16:creationId xmlns:a16="http://schemas.microsoft.com/office/drawing/2014/main" id="{4644EF67-242F-8C88-6267-CEF8D5CD4FAE}"/>
              </a:ext>
            </a:extLst>
          </p:cNvPr>
          <p:cNvSpPr/>
          <p:nvPr/>
        </p:nvSpPr>
        <p:spPr>
          <a:xfrm>
            <a:off x="4906959" y="12858"/>
            <a:ext cx="1671638" cy="5130641"/>
          </a:xfrm>
          <a:custGeom>
            <a:avLst/>
            <a:gdLst>
              <a:gd name="connsiteX0" fmla="*/ 0 w 1671638"/>
              <a:gd name="connsiteY0" fmla="*/ 0 h 5130641"/>
              <a:gd name="connsiteX1" fmla="*/ 1671637 w 1671638"/>
              <a:gd name="connsiteY1" fmla="*/ 0 h 5130641"/>
              <a:gd name="connsiteX2" fmla="*/ 1671637 w 1671638"/>
              <a:gd name="connsiteY2" fmla="*/ 5130641 h 5130641"/>
              <a:gd name="connsiteX3" fmla="*/ -1 w 1671638"/>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1671638" h="5130641">
                <a:moveTo>
                  <a:pt x="0" y="0"/>
                </a:moveTo>
                <a:lnTo>
                  <a:pt x="1671637" y="0"/>
                </a:lnTo>
                <a:lnTo>
                  <a:pt x="1671637" y="5130641"/>
                </a:lnTo>
                <a:lnTo>
                  <a:pt x="-1" y="5130641"/>
                </a:lnTo>
                <a:close/>
              </a:path>
            </a:pathLst>
          </a:custGeom>
          <a:solidFill>
            <a:srgbClr val="FFFFFF">
              <a:alpha val="5000"/>
            </a:srgbClr>
          </a:solidFill>
          <a:ln w="12859" cap="flat">
            <a:noFill/>
            <a:prstDash val="solid"/>
            <a:miter/>
          </a:ln>
        </p:spPr>
        <p:txBody>
          <a:bodyPr rtlCol="0" anchor="ctr"/>
          <a:lstStyle/>
          <a:p>
            <a:endParaRPr lang="zh-CN" altLang="en-US"/>
          </a:p>
        </p:txBody>
      </p:sp>
      <p:sp>
        <p:nvSpPr>
          <p:cNvPr id="23" name="任意形状 22">
            <a:extLst>
              <a:ext uri="{FF2B5EF4-FFF2-40B4-BE49-F238E27FC236}">
                <a16:creationId xmlns:a16="http://schemas.microsoft.com/office/drawing/2014/main" id="{FE24862E-9E95-958E-A99B-83412287C46C}"/>
              </a:ext>
            </a:extLst>
          </p:cNvPr>
          <p:cNvSpPr/>
          <p:nvPr/>
        </p:nvSpPr>
        <p:spPr>
          <a:xfrm>
            <a:off x="2766058" y="12858"/>
            <a:ext cx="1671638" cy="5130641"/>
          </a:xfrm>
          <a:custGeom>
            <a:avLst/>
            <a:gdLst>
              <a:gd name="connsiteX0" fmla="*/ 0 w 1671638"/>
              <a:gd name="connsiteY0" fmla="*/ 0 h 5130641"/>
              <a:gd name="connsiteX1" fmla="*/ 1671638 w 1671638"/>
              <a:gd name="connsiteY1" fmla="*/ 0 h 5130641"/>
              <a:gd name="connsiteX2" fmla="*/ 1671638 w 1671638"/>
              <a:gd name="connsiteY2" fmla="*/ 5130641 h 5130641"/>
              <a:gd name="connsiteX3" fmla="*/ 0 w 1671638"/>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1671638" h="5130641">
                <a:moveTo>
                  <a:pt x="0" y="0"/>
                </a:moveTo>
                <a:lnTo>
                  <a:pt x="1671638" y="0"/>
                </a:lnTo>
                <a:lnTo>
                  <a:pt x="1671638" y="5130641"/>
                </a:lnTo>
                <a:lnTo>
                  <a:pt x="0" y="5130641"/>
                </a:lnTo>
                <a:close/>
              </a:path>
            </a:pathLst>
          </a:custGeom>
          <a:solidFill>
            <a:srgbClr val="FFFFFF">
              <a:alpha val="10000"/>
            </a:srgbClr>
          </a:solidFill>
          <a:ln w="12859" cap="flat">
            <a:noFill/>
            <a:prstDash val="solid"/>
            <a:miter/>
          </a:ln>
        </p:spPr>
        <p:txBody>
          <a:bodyPr rtlCol="0" anchor="ctr"/>
          <a:lstStyle/>
          <a:p>
            <a:endParaRPr lang="zh-CN" altLang="en-US"/>
          </a:p>
        </p:txBody>
      </p:sp>
      <p:sp>
        <p:nvSpPr>
          <p:cNvPr id="24" name="任意形状 23">
            <a:extLst>
              <a:ext uri="{FF2B5EF4-FFF2-40B4-BE49-F238E27FC236}">
                <a16:creationId xmlns:a16="http://schemas.microsoft.com/office/drawing/2014/main" id="{7C2AF7F1-1301-167B-5E53-9B69C8E8B056}"/>
              </a:ext>
            </a:extLst>
          </p:cNvPr>
          <p:cNvSpPr/>
          <p:nvPr/>
        </p:nvSpPr>
        <p:spPr>
          <a:xfrm rot="5400000">
            <a:off x="6014777" y="1999535"/>
            <a:ext cx="3703321" cy="2571750"/>
          </a:xfrm>
          <a:custGeom>
            <a:avLst/>
            <a:gdLst>
              <a:gd name="connsiteX0" fmla="*/ 1851661 w 3703321"/>
              <a:gd name="connsiteY0" fmla="*/ 0 h 2571750"/>
              <a:gd name="connsiteX1" fmla="*/ 3703321 w 3703321"/>
              <a:gd name="connsiteY1" fmla="*/ 1851660 h 2571750"/>
              <a:gd name="connsiteX2" fmla="*/ 3703321 w 3703321"/>
              <a:gd name="connsiteY2" fmla="*/ 2571750 h 2571750"/>
              <a:gd name="connsiteX3" fmla="*/ 3703321 w 3703321"/>
              <a:gd name="connsiteY3" fmla="*/ 2571750 h 2571750"/>
              <a:gd name="connsiteX4" fmla="*/ 0 w 3703321"/>
              <a:gd name="connsiteY4" fmla="*/ 2571750 h 2571750"/>
              <a:gd name="connsiteX5" fmla="*/ 0 w 3703321"/>
              <a:gd name="connsiteY5" fmla="*/ 1851660 h 2571750"/>
              <a:gd name="connsiteX6" fmla="*/ 1851661 w 3703321"/>
              <a:gd name="connsiteY6" fmla="*/ 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3321" h="2571750">
                <a:moveTo>
                  <a:pt x="1851661" y="0"/>
                </a:moveTo>
                <a:cubicBezTo>
                  <a:pt x="2874305" y="0"/>
                  <a:pt x="3703321" y="829016"/>
                  <a:pt x="3703321" y="1851660"/>
                </a:cubicBezTo>
                <a:lnTo>
                  <a:pt x="3703321" y="2571750"/>
                </a:lnTo>
                <a:lnTo>
                  <a:pt x="3703321" y="2571750"/>
                </a:lnTo>
                <a:lnTo>
                  <a:pt x="0" y="2571750"/>
                </a:lnTo>
                <a:lnTo>
                  <a:pt x="0" y="1851660"/>
                </a:lnTo>
                <a:cubicBezTo>
                  <a:pt x="0" y="829016"/>
                  <a:pt x="829016" y="0"/>
                  <a:pt x="1851661" y="0"/>
                </a:cubicBezTo>
                <a:close/>
              </a:path>
            </a:pathLst>
          </a:custGeom>
          <a:solidFill>
            <a:srgbClr val="FFFFFF">
              <a:alpha val="10000"/>
            </a:srgbClr>
          </a:solidFill>
          <a:ln w="12859" cap="flat">
            <a:noFill/>
            <a:prstDash val="solid"/>
            <a:miter/>
          </a:ln>
        </p:spPr>
        <p:txBody>
          <a:bodyPr rtlCol="0" anchor="ctr"/>
          <a:lstStyle/>
          <a:p>
            <a:endParaRPr lang="zh-CN" altLang="en-US"/>
          </a:p>
        </p:txBody>
      </p:sp>
      <p:sp>
        <p:nvSpPr>
          <p:cNvPr id="27" name="任意形状 26">
            <a:extLst>
              <a:ext uri="{FF2B5EF4-FFF2-40B4-BE49-F238E27FC236}">
                <a16:creationId xmlns:a16="http://schemas.microsoft.com/office/drawing/2014/main" id="{D6DC1391-D75D-F8F5-A92E-EC5DBC504B0A}"/>
              </a:ext>
            </a:extLst>
          </p:cNvPr>
          <p:cNvSpPr/>
          <p:nvPr/>
        </p:nvSpPr>
        <p:spPr>
          <a:xfrm>
            <a:off x="194307" y="0"/>
            <a:ext cx="2571750" cy="5130641"/>
          </a:xfrm>
          <a:custGeom>
            <a:avLst/>
            <a:gdLst>
              <a:gd name="connsiteX0" fmla="*/ 2571751 w 2571750"/>
              <a:gd name="connsiteY0" fmla="*/ 5130641 h 5130641"/>
              <a:gd name="connsiteX1" fmla="*/ 2571751 w 2571750"/>
              <a:gd name="connsiteY1" fmla="*/ 0 h 5130641"/>
              <a:gd name="connsiteX2" fmla="*/ 0 w 2571750"/>
              <a:gd name="connsiteY2" fmla="*/ 2565321 h 5130641"/>
              <a:gd name="connsiteX3" fmla="*/ 2571751 w 2571750"/>
              <a:gd name="connsiteY3" fmla="*/ 5130641 h 5130641"/>
            </a:gdLst>
            <a:ahLst/>
            <a:cxnLst>
              <a:cxn ang="0">
                <a:pos x="connsiteX0" y="connsiteY0"/>
              </a:cxn>
              <a:cxn ang="0">
                <a:pos x="connsiteX1" y="connsiteY1"/>
              </a:cxn>
              <a:cxn ang="0">
                <a:pos x="connsiteX2" y="connsiteY2"/>
              </a:cxn>
              <a:cxn ang="0">
                <a:pos x="connsiteX3" y="connsiteY3"/>
              </a:cxn>
            </a:cxnLst>
            <a:rect l="l" t="t" r="r" b="b"/>
            <a:pathLst>
              <a:path w="2571750" h="5130641">
                <a:moveTo>
                  <a:pt x="2571751" y="5130641"/>
                </a:moveTo>
                <a:cubicBezTo>
                  <a:pt x="2571751" y="3844750"/>
                  <a:pt x="2571751" y="1403423"/>
                  <a:pt x="2571751" y="0"/>
                </a:cubicBezTo>
                <a:cubicBezTo>
                  <a:pt x="1151412" y="0"/>
                  <a:pt x="0" y="1148533"/>
                  <a:pt x="0" y="2565321"/>
                </a:cubicBezTo>
                <a:cubicBezTo>
                  <a:pt x="0" y="3982108"/>
                  <a:pt x="1151412" y="5130641"/>
                  <a:pt x="2571751" y="5130641"/>
                </a:cubicBezTo>
                <a:close/>
              </a:path>
            </a:pathLst>
          </a:custGeom>
          <a:solidFill>
            <a:srgbClr val="FFFFFF">
              <a:alpha val="5000"/>
            </a:srgbClr>
          </a:solidFill>
          <a:ln w="12859" cap="flat">
            <a:noFill/>
            <a:prstDash val="solid"/>
            <a:miter/>
          </a:ln>
        </p:spPr>
        <p:txBody>
          <a:bodyPr rtlCol="0" anchor="ctr"/>
          <a:lstStyle/>
          <a:p>
            <a:endParaRPr lang="zh-CN" altLang="en-US"/>
          </a:p>
        </p:txBody>
      </p:sp>
      <p:pic>
        <p:nvPicPr>
          <p:cNvPr id="2" name="图片 1" descr="徽标, 图标&#10;&#10;描述已自动生成">
            <a:extLst>
              <a:ext uri="{FF2B5EF4-FFF2-40B4-BE49-F238E27FC236}">
                <a16:creationId xmlns:a16="http://schemas.microsoft.com/office/drawing/2014/main" id="{5AAF6AE4-DAC3-42C5-AA3F-95D1639696C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76656" y="1907807"/>
            <a:ext cx="956376" cy="564262"/>
          </a:xfrm>
          <a:prstGeom prst="rect">
            <a:avLst/>
          </a:prstGeom>
        </p:spPr>
      </p:pic>
      <p:grpSp>
        <p:nvGrpSpPr>
          <p:cNvPr id="4" name="Group 52">
            <a:extLst>
              <a:ext uri="{FF2B5EF4-FFF2-40B4-BE49-F238E27FC236}">
                <a16:creationId xmlns:a16="http://schemas.microsoft.com/office/drawing/2014/main" id="{A7B7FFBA-C043-30C9-302A-742C59982DE8}"/>
              </a:ext>
            </a:extLst>
          </p:cNvPr>
          <p:cNvGrpSpPr/>
          <p:nvPr userDrawn="1"/>
        </p:nvGrpSpPr>
        <p:grpSpPr>
          <a:xfrm>
            <a:off x="866282" y="2671431"/>
            <a:ext cx="5890067" cy="1326845"/>
            <a:chOff x="541049" y="2649538"/>
            <a:chExt cx="9285724" cy="2092325"/>
          </a:xfrm>
          <a:solidFill>
            <a:schemeClr val="bg1"/>
          </a:solidFill>
        </p:grpSpPr>
        <p:sp>
          <p:nvSpPr>
            <p:cNvPr id="5" name="Freeform 5">
              <a:extLst>
                <a:ext uri="{FF2B5EF4-FFF2-40B4-BE49-F238E27FC236}">
                  <a16:creationId xmlns:a16="http://schemas.microsoft.com/office/drawing/2014/main" id="{EE809D66-3F2C-D51C-1E7A-2E79C5A01CA8}"/>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 name="Freeform 6">
              <a:extLst>
                <a:ext uri="{FF2B5EF4-FFF2-40B4-BE49-F238E27FC236}">
                  <a16:creationId xmlns:a16="http://schemas.microsoft.com/office/drawing/2014/main" id="{393CB5C5-4937-9129-3181-2564622E9EA2}"/>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 name="Freeform 7">
              <a:extLst>
                <a:ext uri="{FF2B5EF4-FFF2-40B4-BE49-F238E27FC236}">
                  <a16:creationId xmlns:a16="http://schemas.microsoft.com/office/drawing/2014/main" id="{A8428A0A-3036-E55C-9E44-1C90698DDCD0}"/>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 name="Freeform 8">
              <a:extLst>
                <a:ext uri="{FF2B5EF4-FFF2-40B4-BE49-F238E27FC236}">
                  <a16:creationId xmlns:a16="http://schemas.microsoft.com/office/drawing/2014/main" id="{11CBE091-419F-D50D-291D-206C3533684F}"/>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 name="Freeform 9">
              <a:extLst>
                <a:ext uri="{FF2B5EF4-FFF2-40B4-BE49-F238E27FC236}">
                  <a16:creationId xmlns:a16="http://schemas.microsoft.com/office/drawing/2014/main" id="{77604112-FA90-47B1-D01B-625FCBEE41EB}"/>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0" name="Freeform 10">
              <a:extLst>
                <a:ext uri="{FF2B5EF4-FFF2-40B4-BE49-F238E27FC236}">
                  <a16:creationId xmlns:a16="http://schemas.microsoft.com/office/drawing/2014/main" id="{A5173A64-F2B3-95B6-CD48-5AC766DB68A5}"/>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1" name="Oval 11">
              <a:extLst>
                <a:ext uri="{FF2B5EF4-FFF2-40B4-BE49-F238E27FC236}">
                  <a16:creationId xmlns:a16="http://schemas.microsoft.com/office/drawing/2014/main" id="{277C3873-1C7F-970B-2902-CFE97AA36CF0}"/>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17" name="图形 87">
            <a:extLst>
              <a:ext uri="{FF2B5EF4-FFF2-40B4-BE49-F238E27FC236}">
                <a16:creationId xmlns:a16="http://schemas.microsoft.com/office/drawing/2014/main" id="{6F63FA90-B066-B344-C09B-D6A5CE73B21E}"/>
              </a:ext>
            </a:extLst>
          </p:cNvPr>
          <p:cNvSpPr/>
          <p:nvPr userDrawn="1"/>
        </p:nvSpPr>
        <p:spPr>
          <a:xfrm>
            <a:off x="7886788" y="211317"/>
            <a:ext cx="990600" cy="190499"/>
          </a:xfrm>
          <a:custGeom>
            <a:avLst/>
            <a:gdLst>
              <a:gd name="connsiteX0" fmla="*/ 761701 w 990600"/>
              <a:gd name="connsiteY0" fmla="*/ 57083 h 190499"/>
              <a:gd name="connsiteX1" fmla="*/ 796133 w 990600"/>
              <a:gd name="connsiteY1" fmla="*/ 57083 h 190499"/>
              <a:gd name="connsiteX2" fmla="*/ 796133 w 990600"/>
              <a:gd name="connsiteY2" fmla="*/ 38906 h 190499"/>
              <a:gd name="connsiteX3" fmla="*/ 778684 w 990600"/>
              <a:gd name="connsiteY3" fmla="*/ 38906 h 190499"/>
              <a:gd name="connsiteX4" fmla="*/ 787670 w 990600"/>
              <a:gd name="connsiteY4" fmla="*/ 18518 h 190499"/>
              <a:gd name="connsiteX5" fmla="*/ 766693 w 990600"/>
              <a:gd name="connsiteY5" fmla="*/ 18518 h 190499"/>
              <a:gd name="connsiteX6" fmla="*/ 757683 w 990600"/>
              <a:gd name="connsiteY6" fmla="*/ 38906 h 190499"/>
              <a:gd name="connsiteX7" fmla="*/ 744233 w 990600"/>
              <a:gd name="connsiteY7" fmla="*/ 38906 h 190499"/>
              <a:gd name="connsiteX8" fmla="*/ 735186 w 990600"/>
              <a:gd name="connsiteY8" fmla="*/ 18433 h 190499"/>
              <a:gd name="connsiteX9" fmla="*/ 714208 w 990600"/>
              <a:gd name="connsiteY9" fmla="*/ 18433 h 190499"/>
              <a:gd name="connsiteX10" fmla="*/ 723231 w 990600"/>
              <a:gd name="connsiteY10" fmla="*/ 38906 h 190499"/>
              <a:gd name="connsiteX11" fmla="*/ 705745 w 990600"/>
              <a:gd name="connsiteY11" fmla="*/ 38906 h 190499"/>
              <a:gd name="connsiteX12" fmla="*/ 705745 w 990600"/>
              <a:gd name="connsiteY12" fmla="*/ 57083 h 190499"/>
              <a:gd name="connsiteX13" fmla="*/ 740177 w 990600"/>
              <a:gd name="connsiteY13" fmla="*/ 57083 h 190499"/>
              <a:gd name="connsiteX14" fmla="*/ 740177 w 990600"/>
              <a:gd name="connsiteY14" fmla="*/ 86243 h 190499"/>
              <a:gd name="connsiteX15" fmla="*/ 703006 w 990600"/>
              <a:gd name="connsiteY15" fmla="*/ 86243 h 190499"/>
              <a:gd name="connsiteX16" fmla="*/ 703006 w 990600"/>
              <a:gd name="connsiteY16" fmla="*/ 104421 h 190499"/>
              <a:gd name="connsiteX17" fmla="*/ 736907 w 990600"/>
              <a:gd name="connsiteY17" fmla="*/ 104421 h 190499"/>
              <a:gd name="connsiteX18" fmla="*/ 703006 w 990600"/>
              <a:gd name="connsiteY18" fmla="*/ 151227 h 190499"/>
              <a:gd name="connsiteX19" fmla="*/ 703006 w 990600"/>
              <a:gd name="connsiteY19" fmla="*/ 172062 h 190499"/>
              <a:gd name="connsiteX20" fmla="*/ 750378 w 990600"/>
              <a:gd name="connsiteY20" fmla="*/ 125929 h 190499"/>
              <a:gd name="connsiteX21" fmla="*/ 798871 w 990600"/>
              <a:gd name="connsiteY21" fmla="*/ 172062 h 190499"/>
              <a:gd name="connsiteX22" fmla="*/ 798871 w 990600"/>
              <a:gd name="connsiteY22" fmla="*/ 151227 h 190499"/>
              <a:gd name="connsiteX23" fmla="*/ 764970 w 990600"/>
              <a:gd name="connsiteY23" fmla="*/ 104421 h 190499"/>
              <a:gd name="connsiteX24" fmla="*/ 798871 w 990600"/>
              <a:gd name="connsiteY24" fmla="*/ 104421 h 190499"/>
              <a:gd name="connsiteX25" fmla="*/ 798871 w 990600"/>
              <a:gd name="connsiteY25" fmla="*/ 86243 h 190499"/>
              <a:gd name="connsiteX26" fmla="*/ 761701 w 990600"/>
              <a:gd name="connsiteY26" fmla="*/ 86243 h 190499"/>
              <a:gd name="connsiteX27" fmla="*/ 761701 w 990600"/>
              <a:gd name="connsiteY27" fmla="*/ 57083 h 190499"/>
              <a:gd name="connsiteX28" fmla="*/ 662586 w 990600"/>
              <a:gd name="connsiteY28" fmla="*/ 54863 h 190499"/>
              <a:gd name="connsiteX29" fmla="*/ 681614 w 990600"/>
              <a:gd name="connsiteY29" fmla="*/ 54863 h 190499"/>
              <a:gd name="connsiteX30" fmla="*/ 681614 w 990600"/>
              <a:gd name="connsiteY30" fmla="*/ 36711 h 190499"/>
              <a:gd name="connsiteX31" fmla="*/ 662586 w 990600"/>
              <a:gd name="connsiteY31" fmla="*/ 36711 h 190499"/>
              <a:gd name="connsiteX32" fmla="*/ 662586 w 990600"/>
              <a:gd name="connsiteY32" fmla="*/ 54863 h 190499"/>
              <a:gd name="connsiteX33" fmla="*/ 662586 w 990600"/>
              <a:gd name="connsiteY33" fmla="*/ 132544 h 190499"/>
              <a:gd name="connsiteX34" fmla="*/ 662586 w 990600"/>
              <a:gd name="connsiteY34" fmla="*/ 109571 h 190499"/>
              <a:gd name="connsiteX35" fmla="*/ 681614 w 990600"/>
              <a:gd name="connsiteY35" fmla="*/ 109571 h 190499"/>
              <a:gd name="connsiteX36" fmla="*/ 681614 w 990600"/>
              <a:gd name="connsiteY36" fmla="*/ 124494 h 190499"/>
              <a:gd name="connsiteX37" fmla="*/ 662586 w 990600"/>
              <a:gd name="connsiteY37" fmla="*/ 132544 h 190499"/>
              <a:gd name="connsiteX38" fmla="*/ 662586 w 990600"/>
              <a:gd name="connsiteY38" fmla="*/ 132544 h 190499"/>
              <a:gd name="connsiteX39" fmla="*/ 662586 w 990600"/>
              <a:gd name="connsiteY39" fmla="*/ 91293 h 190499"/>
              <a:gd name="connsiteX40" fmla="*/ 681614 w 990600"/>
              <a:gd name="connsiteY40" fmla="*/ 91293 h 190499"/>
              <a:gd name="connsiteX41" fmla="*/ 681614 w 990600"/>
              <a:gd name="connsiteY41" fmla="*/ 73141 h 190499"/>
              <a:gd name="connsiteX42" fmla="*/ 662586 w 990600"/>
              <a:gd name="connsiteY42" fmla="*/ 73141 h 190499"/>
              <a:gd name="connsiteX43" fmla="*/ 662586 w 990600"/>
              <a:gd name="connsiteY43" fmla="*/ 91293 h 190499"/>
              <a:gd name="connsiteX44" fmla="*/ 703006 w 990600"/>
              <a:gd name="connsiteY44" fmla="*/ 18433 h 190499"/>
              <a:gd name="connsiteX45" fmla="*/ 703006 w 990600"/>
              <a:gd name="connsiteY45" fmla="*/ 36711 h 190499"/>
              <a:gd name="connsiteX46" fmla="*/ 703001 w 990600"/>
              <a:gd name="connsiteY46" fmla="*/ 172062 h 190499"/>
              <a:gd name="connsiteX47" fmla="*/ 681614 w 990600"/>
              <a:gd name="connsiteY47" fmla="*/ 172062 h 190499"/>
              <a:gd name="connsiteX48" fmla="*/ 681614 w 990600"/>
              <a:gd name="connsiteY48" fmla="*/ 144304 h 190499"/>
              <a:gd name="connsiteX49" fmla="*/ 632706 w 990600"/>
              <a:gd name="connsiteY49" fmla="*/ 162243 h 190499"/>
              <a:gd name="connsiteX50" fmla="*/ 632706 w 990600"/>
              <a:gd name="connsiteY50" fmla="*/ 142955 h 190499"/>
              <a:gd name="connsiteX51" fmla="*/ 641198 w 990600"/>
              <a:gd name="connsiteY51" fmla="*/ 140227 h 190499"/>
              <a:gd name="connsiteX52" fmla="*/ 641198 w 990600"/>
              <a:gd name="connsiteY52" fmla="*/ 36711 h 190499"/>
              <a:gd name="connsiteX53" fmla="*/ 632706 w 990600"/>
              <a:gd name="connsiteY53" fmla="*/ 36711 h 190499"/>
              <a:gd name="connsiteX54" fmla="*/ 632706 w 990600"/>
              <a:gd name="connsiteY54" fmla="*/ 18433 h 190499"/>
              <a:gd name="connsiteX55" fmla="*/ 703006 w 990600"/>
              <a:gd name="connsiteY55" fmla="*/ 18433 h 190499"/>
              <a:gd name="connsiteX56" fmla="*/ 874732 w 990600"/>
              <a:gd name="connsiteY56" fmla="*/ 18433 h 190499"/>
              <a:gd name="connsiteX57" fmla="*/ 874732 w 990600"/>
              <a:gd name="connsiteY57" fmla="*/ 30671 h 190499"/>
              <a:gd name="connsiteX58" fmla="*/ 904715 w 990600"/>
              <a:gd name="connsiteY58" fmla="*/ 30671 h 190499"/>
              <a:gd name="connsiteX59" fmla="*/ 904715 w 990600"/>
              <a:gd name="connsiteY59" fmla="*/ 49039 h 190499"/>
              <a:gd name="connsiteX60" fmla="*/ 874732 w 990600"/>
              <a:gd name="connsiteY60" fmla="*/ 49039 h 190499"/>
              <a:gd name="connsiteX61" fmla="*/ 874732 w 990600"/>
              <a:gd name="connsiteY61" fmla="*/ 56657 h 190499"/>
              <a:gd name="connsiteX62" fmla="*/ 890473 w 990600"/>
              <a:gd name="connsiteY62" fmla="*/ 56684 h 190499"/>
              <a:gd name="connsiteX63" fmla="*/ 907517 w 990600"/>
              <a:gd name="connsiteY63" fmla="*/ 103612 h 190499"/>
              <a:gd name="connsiteX64" fmla="*/ 886651 w 990600"/>
              <a:gd name="connsiteY64" fmla="*/ 103612 h 190499"/>
              <a:gd name="connsiteX65" fmla="*/ 874732 w 990600"/>
              <a:gd name="connsiteY65" fmla="*/ 70795 h 190499"/>
              <a:gd name="connsiteX66" fmla="*/ 874732 w 990600"/>
              <a:gd name="connsiteY66" fmla="*/ 116756 h 190499"/>
              <a:gd name="connsiteX67" fmla="*/ 854417 w 990600"/>
              <a:gd name="connsiteY67" fmla="*/ 116756 h 190499"/>
              <a:gd name="connsiteX68" fmla="*/ 854417 w 990600"/>
              <a:gd name="connsiteY68" fmla="*/ 49039 h 190499"/>
              <a:gd name="connsiteX69" fmla="*/ 824435 w 990600"/>
              <a:gd name="connsiteY69" fmla="*/ 49039 h 190499"/>
              <a:gd name="connsiteX70" fmla="*/ 824435 w 990600"/>
              <a:gd name="connsiteY70" fmla="*/ 30671 h 190499"/>
              <a:gd name="connsiteX71" fmla="*/ 854417 w 990600"/>
              <a:gd name="connsiteY71" fmla="*/ 30671 h 190499"/>
              <a:gd name="connsiteX72" fmla="*/ 854417 w 990600"/>
              <a:gd name="connsiteY72" fmla="*/ 18433 h 190499"/>
              <a:gd name="connsiteX73" fmla="*/ 874732 w 990600"/>
              <a:gd name="connsiteY73" fmla="*/ 18433 h 190499"/>
              <a:gd name="connsiteX74" fmla="*/ 843608 w 990600"/>
              <a:gd name="connsiteY74" fmla="*/ 55304 h 190499"/>
              <a:gd name="connsiteX75" fmla="*/ 843608 w 990600"/>
              <a:gd name="connsiteY75" fmla="*/ 110611 h 190499"/>
              <a:gd name="connsiteX76" fmla="*/ 824435 w 990600"/>
              <a:gd name="connsiteY76" fmla="*/ 110611 h 190499"/>
              <a:gd name="connsiteX77" fmla="*/ 824435 w 990600"/>
              <a:gd name="connsiteY77" fmla="*/ 55304 h 190499"/>
              <a:gd name="connsiteX78" fmla="*/ 843608 w 990600"/>
              <a:gd name="connsiteY78" fmla="*/ 55304 h 190499"/>
              <a:gd name="connsiteX79" fmla="*/ 934744 w 990600"/>
              <a:gd name="connsiteY79" fmla="*/ 45816 h 190499"/>
              <a:gd name="connsiteX80" fmla="*/ 963373 w 990600"/>
              <a:gd name="connsiteY80" fmla="*/ 45816 h 190499"/>
              <a:gd name="connsiteX81" fmla="*/ 963373 w 990600"/>
              <a:gd name="connsiteY81" fmla="*/ 34607 h 190499"/>
              <a:gd name="connsiteX82" fmla="*/ 934744 w 990600"/>
              <a:gd name="connsiteY82" fmla="*/ 34607 h 190499"/>
              <a:gd name="connsiteX83" fmla="*/ 934744 w 990600"/>
              <a:gd name="connsiteY83" fmla="*/ 45816 h 190499"/>
              <a:gd name="connsiteX84" fmla="*/ 934744 w 990600"/>
              <a:gd name="connsiteY84" fmla="*/ 73198 h 190499"/>
              <a:gd name="connsiteX85" fmla="*/ 963373 w 990600"/>
              <a:gd name="connsiteY85" fmla="*/ 73198 h 190499"/>
              <a:gd name="connsiteX86" fmla="*/ 963373 w 990600"/>
              <a:gd name="connsiteY86" fmla="*/ 61990 h 190499"/>
              <a:gd name="connsiteX87" fmla="*/ 934744 w 990600"/>
              <a:gd name="connsiteY87" fmla="*/ 61990 h 190499"/>
              <a:gd name="connsiteX88" fmla="*/ 934744 w 990600"/>
              <a:gd name="connsiteY88" fmla="*/ 73198 h 190499"/>
              <a:gd name="connsiteX89" fmla="*/ 934744 w 990600"/>
              <a:gd name="connsiteY89" fmla="*/ 100582 h 190499"/>
              <a:gd name="connsiteX90" fmla="*/ 963373 w 990600"/>
              <a:gd name="connsiteY90" fmla="*/ 100582 h 190499"/>
              <a:gd name="connsiteX91" fmla="*/ 963373 w 990600"/>
              <a:gd name="connsiteY91" fmla="*/ 89373 h 190499"/>
              <a:gd name="connsiteX92" fmla="*/ 934744 w 990600"/>
              <a:gd name="connsiteY92" fmla="*/ 89373 h 190499"/>
              <a:gd name="connsiteX93" fmla="*/ 934744 w 990600"/>
              <a:gd name="connsiteY93" fmla="*/ 100582 h 190499"/>
              <a:gd name="connsiteX94" fmla="*/ 594360 w 990600"/>
              <a:gd name="connsiteY94" fmla="*/ -2 h 190499"/>
              <a:gd name="connsiteX95" fmla="*/ 594360 w 990600"/>
              <a:gd name="connsiteY95" fmla="*/ 190498 h 190499"/>
              <a:gd name="connsiteX96" fmla="*/ 0 w 990600"/>
              <a:gd name="connsiteY96" fmla="*/ 190498 h 190499"/>
              <a:gd name="connsiteX97" fmla="*/ 0 w 990600"/>
              <a:gd name="connsiteY97" fmla="*/ -2 h 190499"/>
              <a:gd name="connsiteX98" fmla="*/ 594360 w 990600"/>
              <a:gd name="connsiteY98" fmla="*/ -2 h 190499"/>
              <a:gd name="connsiteX99" fmla="*/ 871025 w 990600"/>
              <a:gd name="connsiteY99" fmla="*/ 122901 h 190499"/>
              <a:gd name="connsiteX100" fmla="*/ 897692 w 990600"/>
              <a:gd name="connsiteY100" fmla="*/ 152925 h 190499"/>
              <a:gd name="connsiteX101" fmla="*/ 951464 w 990600"/>
              <a:gd name="connsiteY101" fmla="*/ 152925 h 190499"/>
              <a:gd name="connsiteX102" fmla="*/ 958645 w 990600"/>
              <a:gd name="connsiteY102" fmla="*/ 172062 h 190499"/>
              <a:gd name="connsiteX103" fmla="*/ 899487 w 990600"/>
              <a:gd name="connsiteY103" fmla="*/ 172062 h 190499"/>
              <a:gd name="connsiteX104" fmla="*/ 849999 w 990600"/>
              <a:gd name="connsiteY104" fmla="*/ 122901 h 190499"/>
              <a:gd name="connsiteX105" fmla="*/ 843608 w 990600"/>
              <a:gd name="connsiteY105" fmla="*/ 122901 h 190499"/>
              <a:gd name="connsiteX106" fmla="*/ 843608 w 990600"/>
              <a:gd name="connsiteY106" fmla="*/ 165917 h 190499"/>
              <a:gd name="connsiteX107" fmla="*/ 824435 w 990600"/>
              <a:gd name="connsiteY107" fmla="*/ 165917 h 190499"/>
              <a:gd name="connsiteX108" fmla="*/ 824435 w 990600"/>
              <a:gd name="connsiteY108" fmla="*/ 122901 h 190499"/>
              <a:gd name="connsiteX109" fmla="*/ 843608 w 990600"/>
              <a:gd name="connsiteY109" fmla="*/ 122901 h 190499"/>
              <a:gd name="connsiteX110" fmla="*/ 952254 w 990600"/>
              <a:gd name="connsiteY110" fmla="*/ 122901 h 190499"/>
              <a:gd name="connsiteX111" fmla="*/ 974807 w 990600"/>
              <a:gd name="connsiteY111" fmla="*/ 122941 h 190499"/>
              <a:gd name="connsiteX112" fmla="*/ 990600 w 990600"/>
              <a:gd name="connsiteY112" fmla="*/ 165917 h 190499"/>
              <a:gd name="connsiteX113" fmla="*/ 968063 w 990600"/>
              <a:gd name="connsiteY113" fmla="*/ 165917 h 190499"/>
              <a:gd name="connsiteX114" fmla="*/ 952254 w 990600"/>
              <a:gd name="connsiteY114" fmla="*/ 122901 h 190499"/>
              <a:gd name="connsiteX115" fmla="*/ 901126 w 990600"/>
              <a:gd name="connsiteY115" fmla="*/ 122901 h 190499"/>
              <a:gd name="connsiteX116" fmla="*/ 924000 w 990600"/>
              <a:gd name="connsiteY116" fmla="*/ 122942 h 190499"/>
              <a:gd name="connsiteX117" fmla="*/ 933081 w 990600"/>
              <a:gd name="connsiteY117" fmla="*/ 147482 h 190499"/>
              <a:gd name="connsiteX118" fmla="*/ 910224 w 990600"/>
              <a:gd name="connsiteY118" fmla="*/ 147482 h 190499"/>
              <a:gd name="connsiteX119" fmla="*/ 901126 w 990600"/>
              <a:gd name="connsiteY119" fmla="*/ 122901 h 190499"/>
              <a:gd name="connsiteX120" fmla="*/ 166505 w 990600"/>
              <a:gd name="connsiteY120" fmla="*/ 64197 h 190499"/>
              <a:gd name="connsiteX121" fmla="*/ 126083 w 990600"/>
              <a:gd name="connsiteY121" fmla="*/ 102099 h 190499"/>
              <a:gd name="connsiteX122" fmla="*/ 168811 w 990600"/>
              <a:gd name="connsiteY122" fmla="*/ 139995 h 190499"/>
              <a:gd name="connsiteX123" fmla="*/ 204277 w 990600"/>
              <a:gd name="connsiteY123" fmla="*/ 125994 h 190499"/>
              <a:gd name="connsiteX124" fmla="*/ 191025 w 990600"/>
              <a:gd name="connsiteY124" fmla="*/ 116208 h 190499"/>
              <a:gd name="connsiteX125" fmla="*/ 169120 w 990600"/>
              <a:gd name="connsiteY125" fmla="*/ 123977 h 190499"/>
              <a:gd name="connsiteX126" fmla="*/ 152220 w 990600"/>
              <a:gd name="connsiteY126" fmla="*/ 118029 h 190499"/>
              <a:gd name="connsiteX127" fmla="*/ 205798 w 990600"/>
              <a:gd name="connsiteY127" fmla="*/ 96676 h 190499"/>
              <a:gd name="connsiteX128" fmla="*/ 196646 w 990600"/>
              <a:gd name="connsiteY128" fmla="*/ 76210 h 190499"/>
              <a:gd name="connsiteX129" fmla="*/ 166505 w 990600"/>
              <a:gd name="connsiteY129" fmla="*/ 64197 h 190499"/>
              <a:gd name="connsiteX130" fmla="*/ 76450 w 990600"/>
              <a:gd name="connsiteY130" fmla="*/ 43506 h 190499"/>
              <a:gd name="connsiteX131" fmla="*/ 55211 w 990600"/>
              <a:gd name="connsiteY131" fmla="*/ 43506 h 190499"/>
              <a:gd name="connsiteX132" fmla="*/ 55211 w 990600"/>
              <a:gd name="connsiteY132" fmla="*/ 138749 h 190499"/>
              <a:gd name="connsiteX133" fmla="*/ 124085 w 990600"/>
              <a:gd name="connsiteY133" fmla="*/ 138749 h 190499"/>
              <a:gd name="connsiteX134" fmla="*/ 124085 w 990600"/>
              <a:gd name="connsiteY134" fmla="*/ 120263 h 190499"/>
              <a:gd name="connsiteX135" fmla="*/ 76450 w 990600"/>
              <a:gd name="connsiteY135" fmla="*/ 120263 h 190499"/>
              <a:gd name="connsiteX136" fmla="*/ 76450 w 990600"/>
              <a:gd name="connsiteY136" fmla="*/ 43506 h 190499"/>
              <a:gd name="connsiteX137" fmla="*/ 259167 w 990600"/>
              <a:gd name="connsiteY137" fmla="*/ 64201 h 190499"/>
              <a:gd name="connsiteX138" fmla="*/ 234283 w 990600"/>
              <a:gd name="connsiteY138" fmla="*/ 75946 h 190499"/>
              <a:gd name="connsiteX139" fmla="*/ 234287 w 990600"/>
              <a:gd name="connsiteY139" fmla="*/ 65428 h 190499"/>
              <a:gd name="connsiteX140" fmla="*/ 213326 w 990600"/>
              <a:gd name="connsiteY140" fmla="*/ 65428 h 190499"/>
              <a:gd name="connsiteX141" fmla="*/ 213326 w 990600"/>
              <a:gd name="connsiteY141" fmla="*/ 138750 h 190499"/>
              <a:gd name="connsiteX142" fmla="*/ 234283 w 990600"/>
              <a:gd name="connsiteY142" fmla="*/ 138750 h 190499"/>
              <a:gd name="connsiteX143" fmla="*/ 234283 w 990600"/>
              <a:gd name="connsiteY143" fmla="*/ 97030 h 190499"/>
              <a:gd name="connsiteX144" fmla="*/ 251559 w 990600"/>
              <a:gd name="connsiteY144" fmla="*/ 81540 h 190499"/>
              <a:gd name="connsiteX145" fmla="*/ 269205 w 990600"/>
              <a:gd name="connsiteY145" fmla="*/ 97030 h 190499"/>
              <a:gd name="connsiteX146" fmla="*/ 269205 w 990600"/>
              <a:gd name="connsiteY146" fmla="*/ 138750 h 190499"/>
              <a:gd name="connsiteX147" fmla="*/ 290161 w 990600"/>
              <a:gd name="connsiteY147" fmla="*/ 138750 h 190499"/>
              <a:gd name="connsiteX148" fmla="*/ 290161 w 990600"/>
              <a:gd name="connsiteY148" fmla="*/ 93297 h 190499"/>
              <a:gd name="connsiteX149" fmla="*/ 259167 w 990600"/>
              <a:gd name="connsiteY149" fmla="*/ 64201 h 190499"/>
              <a:gd name="connsiteX150" fmla="*/ 401218 w 990600"/>
              <a:gd name="connsiteY150" fmla="*/ 65434 h 190499"/>
              <a:gd name="connsiteX151" fmla="*/ 377282 w 990600"/>
              <a:gd name="connsiteY151" fmla="*/ 65434 h 190499"/>
              <a:gd name="connsiteX152" fmla="*/ 408685 w 990600"/>
              <a:gd name="connsiteY152" fmla="*/ 138727 h 190499"/>
              <a:gd name="connsiteX153" fmla="*/ 431644 w 990600"/>
              <a:gd name="connsiteY153" fmla="*/ 138727 h 190499"/>
              <a:gd name="connsiteX154" fmla="*/ 463047 w 990600"/>
              <a:gd name="connsiteY154" fmla="*/ 65434 h 190499"/>
              <a:gd name="connsiteX155" fmla="*/ 439111 w 990600"/>
              <a:gd name="connsiteY155" fmla="*/ 65434 h 190499"/>
              <a:gd name="connsiteX156" fmla="*/ 420165 w 990600"/>
              <a:gd name="connsiteY156" fmla="*/ 115379 h 190499"/>
              <a:gd name="connsiteX157" fmla="*/ 401218 w 990600"/>
              <a:gd name="connsiteY157" fmla="*/ 65434 h 190499"/>
              <a:gd name="connsiteX158" fmla="*/ 984209 w 990600"/>
              <a:gd name="connsiteY158" fmla="*/ 18433 h 190499"/>
              <a:gd name="connsiteX159" fmla="*/ 984209 w 990600"/>
              <a:gd name="connsiteY159" fmla="*/ 116756 h 190499"/>
              <a:gd name="connsiteX160" fmla="*/ 913908 w 990600"/>
              <a:gd name="connsiteY160" fmla="*/ 116756 h 190499"/>
              <a:gd name="connsiteX161" fmla="*/ 913908 w 990600"/>
              <a:gd name="connsiteY161" fmla="*/ 18433 h 190499"/>
              <a:gd name="connsiteX162" fmla="*/ 984209 w 990600"/>
              <a:gd name="connsiteY162" fmla="*/ 18433 h 190499"/>
              <a:gd name="connsiteX163" fmla="*/ 168446 w 990600"/>
              <a:gd name="connsiteY163" fmla="*/ 79885 h 190499"/>
              <a:gd name="connsiteX164" fmla="*/ 185338 w 990600"/>
              <a:gd name="connsiteY164" fmla="*/ 90031 h 190499"/>
              <a:gd name="connsiteX165" fmla="*/ 147263 w 990600"/>
              <a:gd name="connsiteY165" fmla="*/ 104466 h 190499"/>
              <a:gd name="connsiteX166" fmla="*/ 151681 w 990600"/>
              <a:gd name="connsiteY166" fmla="*/ 87110 h 190499"/>
              <a:gd name="connsiteX167" fmla="*/ 168446 w 990600"/>
              <a:gd name="connsiteY167" fmla="*/ 79885 h 190499"/>
              <a:gd name="connsiteX168" fmla="*/ 339612 w 990600"/>
              <a:gd name="connsiteY168" fmla="*/ 64197 h 190499"/>
              <a:gd name="connsiteX169" fmla="*/ 380485 w 990600"/>
              <a:gd name="connsiteY169" fmla="*/ 102094 h 190499"/>
              <a:gd name="connsiteX170" fmla="*/ 339328 w 990600"/>
              <a:gd name="connsiteY170" fmla="*/ 139985 h 190499"/>
              <a:gd name="connsiteX171" fmla="*/ 298452 w 990600"/>
              <a:gd name="connsiteY171" fmla="*/ 102094 h 190499"/>
              <a:gd name="connsiteX172" fmla="*/ 339612 w 990600"/>
              <a:gd name="connsiteY172" fmla="*/ 64197 h 190499"/>
              <a:gd name="connsiteX173" fmla="*/ 339468 w 990600"/>
              <a:gd name="connsiteY173" fmla="*/ 80571 h 190499"/>
              <a:gd name="connsiteX174" fmla="*/ 320430 w 990600"/>
              <a:gd name="connsiteY174" fmla="*/ 102081 h 190499"/>
              <a:gd name="connsiteX175" fmla="*/ 339736 w 990600"/>
              <a:gd name="connsiteY175" fmla="*/ 123587 h 190499"/>
              <a:gd name="connsiteX176" fmla="*/ 358776 w 990600"/>
              <a:gd name="connsiteY176" fmla="*/ 102081 h 190499"/>
              <a:gd name="connsiteX177" fmla="*/ 339468 w 990600"/>
              <a:gd name="connsiteY177" fmla="*/ 80571 h 190499"/>
              <a:gd name="connsiteX178" fmla="*/ 500961 w 990600"/>
              <a:gd name="connsiteY178" fmla="*/ 64197 h 190499"/>
              <a:gd name="connsiteX179" fmla="*/ 541833 w 990600"/>
              <a:gd name="connsiteY179" fmla="*/ 102094 h 190499"/>
              <a:gd name="connsiteX180" fmla="*/ 500679 w 990600"/>
              <a:gd name="connsiteY180" fmla="*/ 139985 h 190499"/>
              <a:gd name="connsiteX181" fmla="*/ 459802 w 990600"/>
              <a:gd name="connsiteY181" fmla="*/ 102094 h 190499"/>
              <a:gd name="connsiteX182" fmla="*/ 500961 w 990600"/>
              <a:gd name="connsiteY182" fmla="*/ 64197 h 190499"/>
              <a:gd name="connsiteX183" fmla="*/ 500817 w 990600"/>
              <a:gd name="connsiteY183" fmla="*/ 80581 h 190499"/>
              <a:gd name="connsiteX184" fmla="*/ 481778 w 990600"/>
              <a:gd name="connsiteY184" fmla="*/ 102091 h 190499"/>
              <a:gd name="connsiteX185" fmla="*/ 501083 w 990600"/>
              <a:gd name="connsiteY185" fmla="*/ 123597 h 190499"/>
              <a:gd name="connsiteX186" fmla="*/ 520124 w 990600"/>
              <a:gd name="connsiteY186" fmla="*/ 102091 h 190499"/>
              <a:gd name="connsiteX187" fmla="*/ 500817 w 990600"/>
              <a:gd name="connsiteY187" fmla="*/ 80581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990600" h="190499">
                <a:moveTo>
                  <a:pt x="761701" y="57083"/>
                </a:moveTo>
                <a:lnTo>
                  <a:pt x="796133" y="57083"/>
                </a:lnTo>
                <a:lnTo>
                  <a:pt x="796133" y="38906"/>
                </a:lnTo>
                <a:lnTo>
                  <a:pt x="778684" y="38906"/>
                </a:lnTo>
                <a:lnTo>
                  <a:pt x="787670" y="18518"/>
                </a:lnTo>
                <a:lnTo>
                  <a:pt x="766693" y="18518"/>
                </a:lnTo>
                <a:lnTo>
                  <a:pt x="757683" y="38906"/>
                </a:lnTo>
                <a:lnTo>
                  <a:pt x="744233" y="38906"/>
                </a:lnTo>
                <a:lnTo>
                  <a:pt x="735186" y="18433"/>
                </a:lnTo>
                <a:lnTo>
                  <a:pt x="714208" y="18433"/>
                </a:lnTo>
                <a:lnTo>
                  <a:pt x="723231" y="38906"/>
                </a:lnTo>
                <a:lnTo>
                  <a:pt x="705745" y="38906"/>
                </a:lnTo>
                <a:lnTo>
                  <a:pt x="705745" y="57083"/>
                </a:lnTo>
                <a:lnTo>
                  <a:pt x="740177" y="57083"/>
                </a:lnTo>
                <a:lnTo>
                  <a:pt x="740177" y="86243"/>
                </a:lnTo>
                <a:lnTo>
                  <a:pt x="703006" y="86243"/>
                </a:lnTo>
                <a:lnTo>
                  <a:pt x="703006" y="104421"/>
                </a:lnTo>
                <a:lnTo>
                  <a:pt x="736907" y="104421"/>
                </a:lnTo>
                <a:cubicBezTo>
                  <a:pt x="732540" y="117769"/>
                  <a:pt x="724766" y="137354"/>
                  <a:pt x="703006" y="151227"/>
                </a:cubicBezTo>
                <a:lnTo>
                  <a:pt x="703006" y="172062"/>
                </a:lnTo>
                <a:cubicBezTo>
                  <a:pt x="720950" y="165189"/>
                  <a:pt x="738597" y="146151"/>
                  <a:pt x="750378" y="125929"/>
                </a:cubicBezTo>
                <a:cubicBezTo>
                  <a:pt x="761994" y="146276"/>
                  <a:pt x="780905" y="165180"/>
                  <a:pt x="798871" y="172062"/>
                </a:cubicBezTo>
                <a:lnTo>
                  <a:pt x="798871" y="151227"/>
                </a:lnTo>
                <a:cubicBezTo>
                  <a:pt x="777113" y="137354"/>
                  <a:pt x="769337" y="117769"/>
                  <a:pt x="764970" y="104421"/>
                </a:cubicBezTo>
                <a:lnTo>
                  <a:pt x="798871" y="104421"/>
                </a:lnTo>
                <a:lnTo>
                  <a:pt x="798871" y="86243"/>
                </a:lnTo>
                <a:lnTo>
                  <a:pt x="761701" y="86243"/>
                </a:lnTo>
                <a:lnTo>
                  <a:pt x="761701" y="57083"/>
                </a:lnTo>
                <a:close/>
                <a:moveTo>
                  <a:pt x="662586" y="54863"/>
                </a:moveTo>
                <a:lnTo>
                  <a:pt x="681614" y="54863"/>
                </a:lnTo>
                <a:lnTo>
                  <a:pt x="681614" y="36711"/>
                </a:lnTo>
                <a:lnTo>
                  <a:pt x="662586" y="36711"/>
                </a:lnTo>
                <a:lnTo>
                  <a:pt x="662586" y="54863"/>
                </a:lnTo>
                <a:close/>
                <a:moveTo>
                  <a:pt x="662586" y="132544"/>
                </a:moveTo>
                <a:lnTo>
                  <a:pt x="662586" y="109571"/>
                </a:lnTo>
                <a:lnTo>
                  <a:pt x="681614" y="109571"/>
                </a:lnTo>
                <a:lnTo>
                  <a:pt x="681614" y="124494"/>
                </a:lnTo>
                <a:cubicBezTo>
                  <a:pt x="676880" y="126681"/>
                  <a:pt x="670507" y="129455"/>
                  <a:pt x="662586" y="132544"/>
                </a:cubicBezTo>
                <a:lnTo>
                  <a:pt x="662586" y="132544"/>
                </a:lnTo>
                <a:close/>
                <a:moveTo>
                  <a:pt x="662586" y="91293"/>
                </a:moveTo>
                <a:lnTo>
                  <a:pt x="681614" y="91293"/>
                </a:lnTo>
                <a:lnTo>
                  <a:pt x="681614" y="73141"/>
                </a:lnTo>
                <a:lnTo>
                  <a:pt x="662586" y="73141"/>
                </a:lnTo>
                <a:lnTo>
                  <a:pt x="662586" y="91293"/>
                </a:lnTo>
                <a:close/>
                <a:moveTo>
                  <a:pt x="703006" y="18433"/>
                </a:moveTo>
                <a:lnTo>
                  <a:pt x="703006" y="36711"/>
                </a:lnTo>
                <a:lnTo>
                  <a:pt x="703001" y="172062"/>
                </a:lnTo>
                <a:lnTo>
                  <a:pt x="681614" y="172062"/>
                </a:lnTo>
                <a:lnTo>
                  <a:pt x="681614" y="144304"/>
                </a:lnTo>
                <a:cubicBezTo>
                  <a:pt x="670179" y="149436"/>
                  <a:pt x="650782" y="157542"/>
                  <a:pt x="632706" y="162243"/>
                </a:cubicBezTo>
                <a:lnTo>
                  <a:pt x="632706" y="142955"/>
                </a:lnTo>
                <a:cubicBezTo>
                  <a:pt x="635646" y="142041"/>
                  <a:pt x="638468" y="141131"/>
                  <a:pt x="641198" y="140227"/>
                </a:cubicBezTo>
                <a:lnTo>
                  <a:pt x="641198" y="36711"/>
                </a:lnTo>
                <a:lnTo>
                  <a:pt x="632706" y="36711"/>
                </a:lnTo>
                <a:lnTo>
                  <a:pt x="632706" y="18433"/>
                </a:lnTo>
                <a:lnTo>
                  <a:pt x="703006" y="18433"/>
                </a:lnTo>
                <a:close/>
                <a:moveTo>
                  <a:pt x="874732" y="18433"/>
                </a:moveTo>
                <a:lnTo>
                  <a:pt x="874732" y="30671"/>
                </a:lnTo>
                <a:lnTo>
                  <a:pt x="904715" y="30671"/>
                </a:lnTo>
                <a:lnTo>
                  <a:pt x="904715" y="49039"/>
                </a:lnTo>
                <a:lnTo>
                  <a:pt x="874732" y="49039"/>
                </a:lnTo>
                <a:lnTo>
                  <a:pt x="874732" y="56657"/>
                </a:lnTo>
                <a:lnTo>
                  <a:pt x="890473" y="56684"/>
                </a:lnTo>
                <a:lnTo>
                  <a:pt x="907517" y="103612"/>
                </a:lnTo>
                <a:lnTo>
                  <a:pt x="886651" y="103612"/>
                </a:lnTo>
                <a:lnTo>
                  <a:pt x="874732" y="70795"/>
                </a:lnTo>
                <a:lnTo>
                  <a:pt x="874732" y="116756"/>
                </a:lnTo>
                <a:lnTo>
                  <a:pt x="854417" y="116756"/>
                </a:lnTo>
                <a:lnTo>
                  <a:pt x="854417" y="49039"/>
                </a:lnTo>
                <a:lnTo>
                  <a:pt x="824435" y="49039"/>
                </a:lnTo>
                <a:lnTo>
                  <a:pt x="824435" y="30671"/>
                </a:lnTo>
                <a:lnTo>
                  <a:pt x="854417" y="30671"/>
                </a:lnTo>
                <a:lnTo>
                  <a:pt x="854417" y="18433"/>
                </a:lnTo>
                <a:lnTo>
                  <a:pt x="874732" y="18433"/>
                </a:lnTo>
                <a:close/>
                <a:moveTo>
                  <a:pt x="843608" y="55304"/>
                </a:moveTo>
                <a:lnTo>
                  <a:pt x="843608" y="110611"/>
                </a:lnTo>
                <a:lnTo>
                  <a:pt x="824435" y="110611"/>
                </a:lnTo>
                <a:lnTo>
                  <a:pt x="824435" y="55304"/>
                </a:lnTo>
                <a:lnTo>
                  <a:pt x="843608" y="55304"/>
                </a:lnTo>
                <a:close/>
                <a:moveTo>
                  <a:pt x="934744" y="45816"/>
                </a:moveTo>
                <a:lnTo>
                  <a:pt x="963373" y="45816"/>
                </a:lnTo>
                <a:lnTo>
                  <a:pt x="963373" y="34607"/>
                </a:lnTo>
                <a:lnTo>
                  <a:pt x="934744" y="34607"/>
                </a:lnTo>
                <a:lnTo>
                  <a:pt x="934744" y="45816"/>
                </a:lnTo>
                <a:close/>
                <a:moveTo>
                  <a:pt x="934744" y="73198"/>
                </a:moveTo>
                <a:lnTo>
                  <a:pt x="963373" y="73198"/>
                </a:lnTo>
                <a:lnTo>
                  <a:pt x="963373" y="61990"/>
                </a:lnTo>
                <a:lnTo>
                  <a:pt x="934744" y="61990"/>
                </a:lnTo>
                <a:lnTo>
                  <a:pt x="934744" y="73198"/>
                </a:lnTo>
                <a:close/>
                <a:moveTo>
                  <a:pt x="934744" y="100582"/>
                </a:moveTo>
                <a:lnTo>
                  <a:pt x="963373" y="100582"/>
                </a:lnTo>
                <a:lnTo>
                  <a:pt x="963373" y="89373"/>
                </a:lnTo>
                <a:lnTo>
                  <a:pt x="934744" y="89373"/>
                </a:lnTo>
                <a:lnTo>
                  <a:pt x="934744" y="100582"/>
                </a:lnTo>
                <a:close/>
                <a:moveTo>
                  <a:pt x="594360" y="-2"/>
                </a:moveTo>
                <a:lnTo>
                  <a:pt x="594360" y="190498"/>
                </a:lnTo>
                <a:lnTo>
                  <a:pt x="0" y="190498"/>
                </a:lnTo>
                <a:lnTo>
                  <a:pt x="0" y="-2"/>
                </a:lnTo>
                <a:lnTo>
                  <a:pt x="594360" y="-2"/>
                </a:lnTo>
                <a:close/>
                <a:moveTo>
                  <a:pt x="871025" y="122901"/>
                </a:moveTo>
                <a:cubicBezTo>
                  <a:pt x="872273" y="132864"/>
                  <a:pt x="875755" y="152925"/>
                  <a:pt x="897692" y="152925"/>
                </a:cubicBezTo>
                <a:lnTo>
                  <a:pt x="951464" y="152925"/>
                </a:lnTo>
                <a:lnTo>
                  <a:pt x="958645" y="172062"/>
                </a:lnTo>
                <a:lnTo>
                  <a:pt x="899487" y="172062"/>
                </a:lnTo>
                <a:cubicBezTo>
                  <a:pt x="861229" y="172062"/>
                  <a:pt x="851901" y="149835"/>
                  <a:pt x="849999" y="122901"/>
                </a:cubicBezTo>
                <a:close/>
                <a:moveTo>
                  <a:pt x="843608" y="122901"/>
                </a:moveTo>
                <a:lnTo>
                  <a:pt x="843608" y="165917"/>
                </a:lnTo>
                <a:lnTo>
                  <a:pt x="824435" y="165917"/>
                </a:lnTo>
                <a:lnTo>
                  <a:pt x="824435" y="122901"/>
                </a:lnTo>
                <a:lnTo>
                  <a:pt x="843608" y="122901"/>
                </a:lnTo>
                <a:close/>
                <a:moveTo>
                  <a:pt x="952254" y="122901"/>
                </a:moveTo>
                <a:lnTo>
                  <a:pt x="974807" y="122941"/>
                </a:lnTo>
                <a:lnTo>
                  <a:pt x="990600" y="165917"/>
                </a:lnTo>
                <a:lnTo>
                  <a:pt x="968063" y="165917"/>
                </a:lnTo>
                <a:lnTo>
                  <a:pt x="952254" y="122901"/>
                </a:lnTo>
                <a:close/>
                <a:moveTo>
                  <a:pt x="901126" y="122901"/>
                </a:moveTo>
                <a:lnTo>
                  <a:pt x="924000" y="122942"/>
                </a:lnTo>
                <a:lnTo>
                  <a:pt x="933081" y="147482"/>
                </a:lnTo>
                <a:lnTo>
                  <a:pt x="910224" y="147482"/>
                </a:lnTo>
                <a:lnTo>
                  <a:pt x="901126" y="122901"/>
                </a:lnTo>
                <a:close/>
                <a:moveTo>
                  <a:pt x="166505" y="64197"/>
                </a:moveTo>
                <a:cubicBezTo>
                  <a:pt x="143460" y="64197"/>
                  <a:pt x="126083" y="80529"/>
                  <a:pt x="126083" y="102099"/>
                </a:cubicBezTo>
                <a:cubicBezTo>
                  <a:pt x="126083" y="124228"/>
                  <a:pt x="143498" y="139995"/>
                  <a:pt x="168811" y="139995"/>
                </a:cubicBezTo>
                <a:cubicBezTo>
                  <a:pt x="182994" y="139995"/>
                  <a:pt x="197494" y="133539"/>
                  <a:pt x="204277" y="125994"/>
                </a:cubicBezTo>
                <a:lnTo>
                  <a:pt x="191025" y="116208"/>
                </a:lnTo>
                <a:cubicBezTo>
                  <a:pt x="182202" y="122477"/>
                  <a:pt x="177165" y="123977"/>
                  <a:pt x="169120" y="123977"/>
                </a:cubicBezTo>
                <a:cubicBezTo>
                  <a:pt x="161881" y="123977"/>
                  <a:pt x="156216" y="121816"/>
                  <a:pt x="152220" y="118029"/>
                </a:cubicBezTo>
                <a:lnTo>
                  <a:pt x="205798" y="96676"/>
                </a:lnTo>
                <a:cubicBezTo>
                  <a:pt x="204629" y="88719"/>
                  <a:pt x="201486" y="81614"/>
                  <a:pt x="196646" y="76210"/>
                </a:cubicBezTo>
                <a:cubicBezTo>
                  <a:pt x="189609" y="68351"/>
                  <a:pt x="179188" y="64197"/>
                  <a:pt x="166505" y="64197"/>
                </a:cubicBezTo>
                <a:close/>
                <a:moveTo>
                  <a:pt x="76450" y="43506"/>
                </a:moveTo>
                <a:lnTo>
                  <a:pt x="55211" y="43506"/>
                </a:lnTo>
                <a:lnTo>
                  <a:pt x="55211" y="138749"/>
                </a:lnTo>
                <a:lnTo>
                  <a:pt x="124085" y="138749"/>
                </a:lnTo>
                <a:lnTo>
                  <a:pt x="124085" y="120263"/>
                </a:lnTo>
                <a:lnTo>
                  <a:pt x="76450" y="120263"/>
                </a:lnTo>
                <a:lnTo>
                  <a:pt x="76450" y="43506"/>
                </a:lnTo>
                <a:close/>
                <a:moveTo>
                  <a:pt x="259167" y="64201"/>
                </a:moveTo>
                <a:cubicBezTo>
                  <a:pt x="250381" y="64201"/>
                  <a:pt x="240388" y="68112"/>
                  <a:pt x="234283" y="75946"/>
                </a:cubicBezTo>
                <a:lnTo>
                  <a:pt x="234287" y="65428"/>
                </a:lnTo>
                <a:lnTo>
                  <a:pt x="213326" y="65428"/>
                </a:lnTo>
                <a:lnTo>
                  <a:pt x="213326" y="138750"/>
                </a:lnTo>
                <a:lnTo>
                  <a:pt x="234283" y="138750"/>
                </a:lnTo>
                <a:lnTo>
                  <a:pt x="234283" y="97030"/>
                </a:lnTo>
                <a:cubicBezTo>
                  <a:pt x="234283" y="89521"/>
                  <a:pt x="240341" y="81540"/>
                  <a:pt x="251559" y="81540"/>
                </a:cubicBezTo>
                <a:cubicBezTo>
                  <a:pt x="260233" y="81540"/>
                  <a:pt x="269205" y="87334"/>
                  <a:pt x="269205" y="97030"/>
                </a:cubicBezTo>
                <a:lnTo>
                  <a:pt x="269205" y="138750"/>
                </a:lnTo>
                <a:lnTo>
                  <a:pt x="290161" y="138750"/>
                </a:lnTo>
                <a:lnTo>
                  <a:pt x="290161" y="93297"/>
                </a:lnTo>
                <a:cubicBezTo>
                  <a:pt x="290161" y="76439"/>
                  <a:pt x="277605" y="64201"/>
                  <a:pt x="259167" y="64201"/>
                </a:cubicBezTo>
                <a:close/>
                <a:moveTo>
                  <a:pt x="401218" y="65434"/>
                </a:moveTo>
                <a:lnTo>
                  <a:pt x="377282" y="65434"/>
                </a:lnTo>
                <a:lnTo>
                  <a:pt x="408685" y="138727"/>
                </a:lnTo>
                <a:lnTo>
                  <a:pt x="431644" y="138727"/>
                </a:lnTo>
                <a:lnTo>
                  <a:pt x="463047" y="65434"/>
                </a:lnTo>
                <a:lnTo>
                  <a:pt x="439111" y="65434"/>
                </a:lnTo>
                <a:lnTo>
                  <a:pt x="420165" y="115379"/>
                </a:lnTo>
                <a:lnTo>
                  <a:pt x="401218" y="65434"/>
                </a:lnTo>
                <a:close/>
                <a:moveTo>
                  <a:pt x="984209" y="18433"/>
                </a:moveTo>
                <a:lnTo>
                  <a:pt x="984209" y="116756"/>
                </a:lnTo>
                <a:lnTo>
                  <a:pt x="913908" y="116756"/>
                </a:lnTo>
                <a:lnTo>
                  <a:pt x="913908" y="18433"/>
                </a:lnTo>
                <a:lnTo>
                  <a:pt x="984209" y="18433"/>
                </a:lnTo>
                <a:close/>
                <a:moveTo>
                  <a:pt x="168446" y="79885"/>
                </a:moveTo>
                <a:cubicBezTo>
                  <a:pt x="176301" y="79885"/>
                  <a:pt x="182260" y="83983"/>
                  <a:pt x="185338" y="90031"/>
                </a:cubicBezTo>
                <a:lnTo>
                  <a:pt x="147263" y="104466"/>
                </a:lnTo>
                <a:cubicBezTo>
                  <a:pt x="146220" y="97059"/>
                  <a:pt x="148297" y="91266"/>
                  <a:pt x="151681" y="87110"/>
                </a:cubicBezTo>
                <a:cubicBezTo>
                  <a:pt x="155394" y="82557"/>
                  <a:pt x="161305" y="79885"/>
                  <a:pt x="168446" y="79885"/>
                </a:cubicBezTo>
                <a:close/>
                <a:moveTo>
                  <a:pt x="339612" y="64197"/>
                </a:moveTo>
                <a:cubicBezTo>
                  <a:pt x="362527" y="64197"/>
                  <a:pt x="380485" y="80600"/>
                  <a:pt x="380485" y="102094"/>
                </a:cubicBezTo>
                <a:cubicBezTo>
                  <a:pt x="380485" y="123337"/>
                  <a:pt x="362406" y="139985"/>
                  <a:pt x="339328" y="139985"/>
                </a:cubicBezTo>
                <a:cubicBezTo>
                  <a:pt x="316408" y="139985"/>
                  <a:pt x="298452" y="123582"/>
                  <a:pt x="298452" y="102094"/>
                </a:cubicBezTo>
                <a:cubicBezTo>
                  <a:pt x="298452" y="80843"/>
                  <a:pt x="316532" y="64197"/>
                  <a:pt x="339612" y="64197"/>
                </a:cubicBezTo>
                <a:close/>
                <a:moveTo>
                  <a:pt x="339468" y="80571"/>
                </a:moveTo>
                <a:cubicBezTo>
                  <a:pt x="328435" y="80571"/>
                  <a:pt x="320430" y="89448"/>
                  <a:pt x="320430" y="102081"/>
                </a:cubicBezTo>
                <a:cubicBezTo>
                  <a:pt x="320430" y="114137"/>
                  <a:pt x="328911" y="123587"/>
                  <a:pt x="339736" y="123587"/>
                </a:cubicBezTo>
                <a:cubicBezTo>
                  <a:pt x="350769" y="123587"/>
                  <a:pt x="358776" y="114464"/>
                  <a:pt x="358776" y="102081"/>
                </a:cubicBezTo>
                <a:cubicBezTo>
                  <a:pt x="358776" y="90018"/>
                  <a:pt x="350295" y="80571"/>
                  <a:pt x="339468" y="80571"/>
                </a:cubicBezTo>
                <a:close/>
                <a:moveTo>
                  <a:pt x="500961" y="64197"/>
                </a:moveTo>
                <a:cubicBezTo>
                  <a:pt x="523879" y="64197"/>
                  <a:pt x="541833" y="80600"/>
                  <a:pt x="541833" y="102094"/>
                </a:cubicBezTo>
                <a:cubicBezTo>
                  <a:pt x="541833" y="123337"/>
                  <a:pt x="523755" y="139985"/>
                  <a:pt x="500679" y="139985"/>
                </a:cubicBezTo>
                <a:cubicBezTo>
                  <a:pt x="477759" y="139985"/>
                  <a:pt x="459802" y="123582"/>
                  <a:pt x="459802" y="102094"/>
                </a:cubicBezTo>
                <a:cubicBezTo>
                  <a:pt x="459802" y="80843"/>
                  <a:pt x="477882" y="64197"/>
                  <a:pt x="500961" y="64197"/>
                </a:cubicBezTo>
                <a:close/>
                <a:moveTo>
                  <a:pt x="500817" y="80581"/>
                </a:moveTo>
                <a:cubicBezTo>
                  <a:pt x="489784" y="80581"/>
                  <a:pt x="481778" y="89458"/>
                  <a:pt x="481778" y="102091"/>
                </a:cubicBezTo>
                <a:cubicBezTo>
                  <a:pt x="481778" y="114148"/>
                  <a:pt x="490261" y="123597"/>
                  <a:pt x="501083" y="123597"/>
                </a:cubicBezTo>
                <a:cubicBezTo>
                  <a:pt x="512116" y="123597"/>
                  <a:pt x="520124" y="114475"/>
                  <a:pt x="520124" y="102091"/>
                </a:cubicBezTo>
                <a:cubicBezTo>
                  <a:pt x="520124" y="90028"/>
                  <a:pt x="511641" y="80581"/>
                  <a:pt x="500817" y="80581"/>
                </a:cubicBezTo>
                <a:close/>
              </a:path>
            </a:pathLst>
          </a:custGeom>
          <a:solidFill>
            <a:srgbClr val="FFFFFF"/>
          </a:solidFill>
          <a:ln w="9434" cap="flat">
            <a:noFill/>
            <a:prstDash val="solid"/>
            <a:miter/>
          </a:ln>
        </p:spPr>
        <p:txBody>
          <a:bodyPr rtlCol="0" anchor="ctr"/>
          <a:lstStyle/>
          <a:p>
            <a:endParaRPr lang="zh-CN" altLang="en-US"/>
          </a:p>
        </p:txBody>
      </p:sp>
    </p:spTree>
    <p:extLst>
      <p:ext uri="{BB962C8B-B14F-4D97-AF65-F5344CB8AC3E}">
        <p14:creationId xmlns:p14="http://schemas.microsoft.com/office/powerpoint/2010/main" val="3068479822"/>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自定义版式">
    <p:bg>
      <p:bgPr>
        <a:solidFill>
          <a:schemeClr val="tx1"/>
        </a:solidFill>
        <a:effectLst/>
      </p:bgPr>
    </p:bg>
    <p:spTree>
      <p:nvGrpSpPr>
        <p:cNvPr id="1" name=""/>
        <p:cNvGrpSpPr/>
        <p:nvPr/>
      </p:nvGrpSpPr>
      <p:grpSpPr>
        <a:xfrm>
          <a:off x="0" y="0"/>
          <a:ext cx="0" cy="0"/>
          <a:chOff x="0" y="0"/>
          <a:chExt cx="0" cy="0"/>
        </a:xfrm>
      </p:grpSpPr>
      <p:sp>
        <p:nvSpPr>
          <p:cNvPr id="3" name="文本占位符 10">
            <a:extLst>
              <a:ext uri="{FF2B5EF4-FFF2-40B4-BE49-F238E27FC236}">
                <a16:creationId xmlns:a16="http://schemas.microsoft.com/office/drawing/2014/main" id="{F2FD4FB4-3047-738D-4AA7-C8469217434A}"/>
              </a:ext>
            </a:extLst>
          </p:cNvPr>
          <p:cNvSpPr>
            <a:spLocks noGrp="1"/>
          </p:cNvSpPr>
          <p:nvPr>
            <p:ph type="body" sz="quarter" idx="10" hasCustomPrompt="1"/>
          </p:nvPr>
        </p:nvSpPr>
        <p:spPr>
          <a:xfrm>
            <a:off x="251223" y="154306"/>
            <a:ext cx="6298168" cy="302895"/>
          </a:xfrm>
          <a:prstGeom prst="rect">
            <a:avLst/>
          </a:prstGeom>
        </p:spPr>
        <p:txBody>
          <a:bodyPr wrap="square" lIns="0" tIns="0" rIns="0" bIns="0" anchor="t" anchorCtr="0"/>
          <a:lstStyle>
            <a:lvl1pPr marL="0" indent="0">
              <a:buNone/>
              <a:defRPr lang="zh-CN" altLang="en-US" sz="1500" b="1" i="0" cap="none" spc="0" baseline="0" dirty="0" smtClean="0">
                <a:gradFill>
                  <a:gsLst>
                    <a:gs pos="0">
                      <a:srgbClr val="81C4FF"/>
                    </a:gs>
                    <a:gs pos="100000">
                      <a:srgbClr val="858AFF"/>
                    </a:gs>
                  </a:gsLst>
                  <a:lin ang="16800000" scaled="0"/>
                </a:gradFill>
                <a:latin typeface="Gotham Black" pitchFamily="2" charset="0"/>
              </a:defRPr>
            </a:lvl1pPr>
          </a:lstStyle>
          <a:p>
            <a:pPr marL="45" lvl="0" indent="-257175" defTabSz="914240">
              <a:lnSpc>
                <a:spcPts val="2400"/>
              </a:lnSpc>
              <a:spcBef>
                <a:spcPct val="0"/>
              </a:spcBef>
              <a:tabLst>
                <a:tab pos="914240" algn="l"/>
              </a:tabLst>
            </a:pPr>
            <a:r>
              <a:rPr kumimoji="1" lang="en-US" altLang="zh-CN"/>
              <a:t>Click to edit master title</a:t>
            </a:r>
          </a:p>
        </p:txBody>
      </p:sp>
      <p:sp>
        <p:nvSpPr>
          <p:cNvPr id="4" name="TextBox 48">
            <a:extLst>
              <a:ext uri="{FF2B5EF4-FFF2-40B4-BE49-F238E27FC236}">
                <a16:creationId xmlns:a16="http://schemas.microsoft.com/office/drawing/2014/main" id="{64D77DEB-6127-B2AC-1C66-E230A643A3A5}"/>
              </a:ext>
            </a:extLst>
          </p:cNvPr>
          <p:cNvSpPr txBox="1"/>
          <p:nvPr userDrawn="1"/>
        </p:nvSpPr>
        <p:spPr>
          <a:xfrm>
            <a:off x="409474" y="3687628"/>
            <a:ext cx="1349822" cy="86627"/>
          </a:xfrm>
          <a:prstGeom prst="rect">
            <a:avLst/>
          </a:prstGeom>
          <a:noFill/>
        </p:spPr>
        <p:txBody>
          <a:bodyPr wrap="square" lIns="0" tIns="0" rIns="0" bIns="0" rtlCol="0">
            <a:spAutoFit/>
          </a:bodyPr>
          <a:lstStyle/>
          <a:p>
            <a:r>
              <a:rPr lang="en-US" sz="563">
                <a:solidFill>
                  <a:schemeClr val="bg1">
                    <a:lumMod val="95000"/>
                  </a:schemeClr>
                </a:solidFill>
                <a:latin typeface="Arial" pitchFamily="34" charset="0"/>
                <a:cs typeface="Arial" pitchFamily="34" charset="0"/>
              </a:rPr>
              <a:t>202</a:t>
            </a:r>
            <a:r>
              <a:rPr lang="en-US" altLang="zh-CN" sz="563">
                <a:solidFill>
                  <a:schemeClr val="bg1">
                    <a:lumMod val="95000"/>
                  </a:schemeClr>
                </a:solidFill>
                <a:latin typeface="Arial" pitchFamily="34" charset="0"/>
                <a:cs typeface="Arial" pitchFamily="34" charset="0"/>
              </a:rPr>
              <a:t>5</a:t>
            </a:r>
            <a:r>
              <a:rPr lang="en-US" sz="563">
                <a:solidFill>
                  <a:schemeClr val="bg1">
                    <a:lumMod val="95000"/>
                  </a:schemeClr>
                </a:solidFill>
                <a:latin typeface="Arial" pitchFamily="34" charset="0"/>
                <a:cs typeface="Arial" pitchFamily="34" charset="0"/>
              </a:rPr>
              <a:t> Lenovo Internal. All rights reserved.</a:t>
            </a:r>
          </a:p>
        </p:txBody>
      </p:sp>
      <p:sp>
        <p:nvSpPr>
          <p:cNvPr id="5" name="图形 4">
            <a:extLst>
              <a:ext uri="{FF2B5EF4-FFF2-40B4-BE49-F238E27FC236}">
                <a16:creationId xmlns:a16="http://schemas.microsoft.com/office/drawing/2014/main" id="{C80D5DAF-200D-3965-53CE-4A46C4C2E7AC}"/>
              </a:ext>
            </a:extLst>
          </p:cNvPr>
          <p:cNvSpPr/>
          <p:nvPr userDrawn="1"/>
        </p:nvSpPr>
        <p:spPr>
          <a:xfrm>
            <a:off x="99857" y="3687627"/>
            <a:ext cx="271228" cy="86562"/>
          </a:xfrm>
          <a:custGeom>
            <a:avLst/>
            <a:gdLst>
              <a:gd name="connsiteX0" fmla="*/ 596900 w 596900"/>
              <a:gd name="connsiteY0" fmla="*/ 0 h 190499"/>
              <a:gd name="connsiteX1" fmla="*/ 596900 w 596900"/>
              <a:gd name="connsiteY1" fmla="*/ 190500 h 190499"/>
              <a:gd name="connsiteX2" fmla="*/ 0 w 596900"/>
              <a:gd name="connsiteY2" fmla="*/ 190500 h 190499"/>
              <a:gd name="connsiteX3" fmla="*/ 0 w 596900"/>
              <a:gd name="connsiteY3" fmla="*/ 0 h 190499"/>
              <a:gd name="connsiteX4" fmla="*/ 596900 w 596900"/>
              <a:gd name="connsiteY4" fmla="*/ 0 h 190499"/>
              <a:gd name="connsiteX5" fmla="*/ 167217 w 596900"/>
              <a:gd name="connsiteY5" fmla="*/ 64199 h 190499"/>
              <a:gd name="connsiteX6" fmla="*/ 126622 w 596900"/>
              <a:gd name="connsiteY6" fmla="*/ 102101 h 190499"/>
              <a:gd name="connsiteX7" fmla="*/ 169532 w 596900"/>
              <a:gd name="connsiteY7" fmla="*/ 139997 h 190499"/>
              <a:gd name="connsiteX8" fmla="*/ 205150 w 596900"/>
              <a:gd name="connsiteY8" fmla="*/ 125997 h 190499"/>
              <a:gd name="connsiteX9" fmla="*/ 191841 w 596900"/>
              <a:gd name="connsiteY9" fmla="*/ 116211 h 190499"/>
              <a:gd name="connsiteX10" fmla="*/ 169842 w 596900"/>
              <a:gd name="connsiteY10" fmla="*/ 123979 h 190499"/>
              <a:gd name="connsiteX11" fmla="*/ 152871 w 596900"/>
              <a:gd name="connsiteY11" fmla="*/ 118031 h 190499"/>
              <a:gd name="connsiteX12" fmla="*/ 206677 w 596900"/>
              <a:gd name="connsiteY12" fmla="*/ 96678 h 190499"/>
              <a:gd name="connsiteX13" fmla="*/ 197487 w 596900"/>
              <a:gd name="connsiteY13" fmla="*/ 76212 h 190499"/>
              <a:gd name="connsiteX14" fmla="*/ 167217 w 596900"/>
              <a:gd name="connsiteY14" fmla="*/ 64199 h 190499"/>
              <a:gd name="connsiteX15" fmla="*/ 341064 w 596900"/>
              <a:gd name="connsiteY15" fmla="*/ 64199 h 190499"/>
              <a:gd name="connsiteX16" fmla="*/ 299727 w 596900"/>
              <a:gd name="connsiteY16" fmla="*/ 102096 h 190499"/>
              <a:gd name="connsiteX17" fmla="*/ 340778 w 596900"/>
              <a:gd name="connsiteY17" fmla="*/ 139987 h 190499"/>
              <a:gd name="connsiteX18" fmla="*/ 382111 w 596900"/>
              <a:gd name="connsiteY18" fmla="*/ 102096 h 190499"/>
              <a:gd name="connsiteX19" fmla="*/ 341064 w 596900"/>
              <a:gd name="connsiteY19" fmla="*/ 64199 h 190499"/>
              <a:gd name="connsiteX20" fmla="*/ 503102 w 596900"/>
              <a:gd name="connsiteY20" fmla="*/ 64199 h 190499"/>
              <a:gd name="connsiteX21" fmla="*/ 461767 w 596900"/>
              <a:gd name="connsiteY21" fmla="*/ 102096 h 190499"/>
              <a:gd name="connsiteX22" fmla="*/ 502819 w 596900"/>
              <a:gd name="connsiteY22" fmla="*/ 139987 h 190499"/>
              <a:gd name="connsiteX23" fmla="*/ 544148 w 596900"/>
              <a:gd name="connsiteY23" fmla="*/ 102096 h 190499"/>
              <a:gd name="connsiteX24" fmla="*/ 503102 w 596900"/>
              <a:gd name="connsiteY24" fmla="*/ 64199 h 190499"/>
              <a:gd name="connsiteX25" fmla="*/ 76777 w 596900"/>
              <a:gd name="connsiteY25" fmla="*/ 43508 h 190499"/>
              <a:gd name="connsiteX26" fmla="*/ 55447 w 596900"/>
              <a:gd name="connsiteY26" fmla="*/ 43508 h 190499"/>
              <a:gd name="connsiteX27" fmla="*/ 55447 w 596900"/>
              <a:gd name="connsiteY27" fmla="*/ 138751 h 190499"/>
              <a:gd name="connsiteX28" fmla="*/ 124615 w 596900"/>
              <a:gd name="connsiteY28" fmla="*/ 138751 h 190499"/>
              <a:gd name="connsiteX29" fmla="*/ 124615 w 596900"/>
              <a:gd name="connsiteY29" fmla="*/ 120266 h 190499"/>
              <a:gd name="connsiteX30" fmla="*/ 76777 w 596900"/>
              <a:gd name="connsiteY30" fmla="*/ 120266 h 190499"/>
              <a:gd name="connsiteX31" fmla="*/ 76777 w 596900"/>
              <a:gd name="connsiteY31" fmla="*/ 43508 h 190499"/>
              <a:gd name="connsiteX32" fmla="*/ 260274 w 596900"/>
              <a:gd name="connsiteY32" fmla="*/ 64203 h 190499"/>
              <a:gd name="connsiteX33" fmla="*/ 235284 w 596900"/>
              <a:gd name="connsiteY33" fmla="*/ 75948 h 190499"/>
              <a:gd name="connsiteX34" fmla="*/ 235288 w 596900"/>
              <a:gd name="connsiteY34" fmla="*/ 65431 h 190499"/>
              <a:gd name="connsiteX35" fmla="*/ 214237 w 596900"/>
              <a:gd name="connsiteY35" fmla="*/ 65431 h 190499"/>
              <a:gd name="connsiteX36" fmla="*/ 214237 w 596900"/>
              <a:gd name="connsiteY36" fmla="*/ 138752 h 190499"/>
              <a:gd name="connsiteX37" fmla="*/ 235284 w 596900"/>
              <a:gd name="connsiteY37" fmla="*/ 138752 h 190499"/>
              <a:gd name="connsiteX38" fmla="*/ 235284 w 596900"/>
              <a:gd name="connsiteY38" fmla="*/ 97032 h 190499"/>
              <a:gd name="connsiteX39" fmla="*/ 252634 w 596900"/>
              <a:gd name="connsiteY39" fmla="*/ 81542 h 190499"/>
              <a:gd name="connsiteX40" fmla="*/ 270355 w 596900"/>
              <a:gd name="connsiteY40" fmla="*/ 97032 h 190499"/>
              <a:gd name="connsiteX41" fmla="*/ 270355 w 596900"/>
              <a:gd name="connsiteY41" fmla="*/ 138752 h 190499"/>
              <a:gd name="connsiteX42" fmla="*/ 291401 w 596900"/>
              <a:gd name="connsiteY42" fmla="*/ 138752 h 190499"/>
              <a:gd name="connsiteX43" fmla="*/ 291401 w 596900"/>
              <a:gd name="connsiteY43" fmla="*/ 93299 h 190499"/>
              <a:gd name="connsiteX44" fmla="*/ 260274 w 596900"/>
              <a:gd name="connsiteY44" fmla="*/ 64203 h 190499"/>
              <a:gd name="connsiteX45" fmla="*/ 402933 w 596900"/>
              <a:gd name="connsiteY45" fmla="*/ 65436 h 190499"/>
              <a:gd name="connsiteX46" fmla="*/ 378894 w 596900"/>
              <a:gd name="connsiteY46" fmla="*/ 65436 h 190499"/>
              <a:gd name="connsiteX47" fmla="*/ 410432 w 596900"/>
              <a:gd name="connsiteY47" fmla="*/ 138729 h 190499"/>
              <a:gd name="connsiteX48" fmla="*/ 433489 w 596900"/>
              <a:gd name="connsiteY48" fmla="*/ 138729 h 190499"/>
              <a:gd name="connsiteX49" fmla="*/ 465026 w 596900"/>
              <a:gd name="connsiteY49" fmla="*/ 65436 h 190499"/>
              <a:gd name="connsiteX50" fmla="*/ 440988 w 596900"/>
              <a:gd name="connsiteY50" fmla="*/ 65436 h 190499"/>
              <a:gd name="connsiteX51" fmla="*/ 421961 w 596900"/>
              <a:gd name="connsiteY51" fmla="*/ 115381 h 190499"/>
              <a:gd name="connsiteX52" fmla="*/ 402933 w 596900"/>
              <a:gd name="connsiteY52" fmla="*/ 65436 h 190499"/>
              <a:gd name="connsiteX53" fmla="*/ 502958 w 596900"/>
              <a:gd name="connsiteY53" fmla="*/ 80583 h 190499"/>
              <a:gd name="connsiteX54" fmla="*/ 522346 w 596900"/>
              <a:gd name="connsiteY54" fmla="*/ 102093 h 190499"/>
              <a:gd name="connsiteX55" fmla="*/ 503224 w 596900"/>
              <a:gd name="connsiteY55" fmla="*/ 123599 h 190499"/>
              <a:gd name="connsiteX56" fmla="*/ 483837 w 596900"/>
              <a:gd name="connsiteY56" fmla="*/ 102093 h 190499"/>
              <a:gd name="connsiteX57" fmla="*/ 502958 w 596900"/>
              <a:gd name="connsiteY57" fmla="*/ 80583 h 190499"/>
              <a:gd name="connsiteX58" fmla="*/ 340919 w 596900"/>
              <a:gd name="connsiteY58" fmla="*/ 80573 h 190499"/>
              <a:gd name="connsiteX59" fmla="*/ 360309 w 596900"/>
              <a:gd name="connsiteY59" fmla="*/ 102083 h 190499"/>
              <a:gd name="connsiteX60" fmla="*/ 341188 w 596900"/>
              <a:gd name="connsiteY60" fmla="*/ 123589 h 190499"/>
              <a:gd name="connsiteX61" fmla="*/ 321800 w 596900"/>
              <a:gd name="connsiteY61" fmla="*/ 102083 h 190499"/>
              <a:gd name="connsiteX62" fmla="*/ 340919 w 596900"/>
              <a:gd name="connsiteY62" fmla="*/ 80573 h 190499"/>
              <a:gd name="connsiteX63" fmla="*/ 169166 w 596900"/>
              <a:gd name="connsiteY63" fmla="*/ 79887 h 190499"/>
              <a:gd name="connsiteX64" fmla="*/ 186130 w 596900"/>
              <a:gd name="connsiteY64" fmla="*/ 90033 h 190499"/>
              <a:gd name="connsiteX65" fmla="*/ 147892 w 596900"/>
              <a:gd name="connsiteY65" fmla="*/ 104468 h 190499"/>
              <a:gd name="connsiteX66" fmla="*/ 152330 w 596900"/>
              <a:gd name="connsiteY66" fmla="*/ 87112 h 190499"/>
              <a:gd name="connsiteX67" fmla="*/ 169166 w 596900"/>
              <a:gd name="connsiteY67" fmla="*/ 79887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96900" h="190499">
                <a:moveTo>
                  <a:pt x="596900" y="0"/>
                </a:moveTo>
                <a:lnTo>
                  <a:pt x="596900" y="190500"/>
                </a:lnTo>
                <a:lnTo>
                  <a:pt x="0" y="190500"/>
                </a:lnTo>
                <a:lnTo>
                  <a:pt x="0" y="0"/>
                </a:lnTo>
                <a:lnTo>
                  <a:pt x="596900" y="0"/>
                </a:lnTo>
                <a:close/>
                <a:moveTo>
                  <a:pt x="167217" y="64199"/>
                </a:moveTo>
                <a:cubicBezTo>
                  <a:pt x="144073" y="64199"/>
                  <a:pt x="126622" y="80531"/>
                  <a:pt x="126622" y="102101"/>
                </a:cubicBezTo>
                <a:cubicBezTo>
                  <a:pt x="126622" y="124230"/>
                  <a:pt x="144112" y="139997"/>
                  <a:pt x="169532" y="139997"/>
                </a:cubicBezTo>
                <a:cubicBezTo>
                  <a:pt x="183776" y="139997"/>
                  <a:pt x="198338" y="133541"/>
                  <a:pt x="205150" y="125997"/>
                </a:cubicBezTo>
                <a:lnTo>
                  <a:pt x="191841" y="116211"/>
                </a:lnTo>
                <a:cubicBezTo>
                  <a:pt x="182981" y="122479"/>
                  <a:pt x="177922" y="123979"/>
                  <a:pt x="169842" y="123979"/>
                </a:cubicBezTo>
                <a:cubicBezTo>
                  <a:pt x="162573" y="123979"/>
                  <a:pt x="156884" y="121819"/>
                  <a:pt x="152871" y="118031"/>
                </a:cubicBezTo>
                <a:lnTo>
                  <a:pt x="206677" y="96678"/>
                </a:lnTo>
                <a:cubicBezTo>
                  <a:pt x="205503" y="88721"/>
                  <a:pt x="202347" y="81616"/>
                  <a:pt x="197487" y="76212"/>
                </a:cubicBezTo>
                <a:cubicBezTo>
                  <a:pt x="190419" y="68353"/>
                  <a:pt x="179954" y="64199"/>
                  <a:pt x="167217" y="64199"/>
                </a:cubicBezTo>
                <a:close/>
                <a:moveTo>
                  <a:pt x="341064" y="64199"/>
                </a:moveTo>
                <a:cubicBezTo>
                  <a:pt x="317884" y="64199"/>
                  <a:pt x="299727" y="80845"/>
                  <a:pt x="299727" y="102096"/>
                </a:cubicBezTo>
                <a:cubicBezTo>
                  <a:pt x="299727" y="123584"/>
                  <a:pt x="317760" y="139987"/>
                  <a:pt x="340778" y="139987"/>
                </a:cubicBezTo>
                <a:cubicBezTo>
                  <a:pt x="363955" y="139987"/>
                  <a:pt x="382111" y="123339"/>
                  <a:pt x="382111" y="102096"/>
                </a:cubicBezTo>
                <a:cubicBezTo>
                  <a:pt x="382111" y="80602"/>
                  <a:pt x="364076" y="64199"/>
                  <a:pt x="341064" y="64199"/>
                </a:cubicBezTo>
                <a:close/>
                <a:moveTo>
                  <a:pt x="503102" y="64199"/>
                </a:moveTo>
                <a:cubicBezTo>
                  <a:pt x="479924" y="64199"/>
                  <a:pt x="461767" y="80845"/>
                  <a:pt x="461767" y="102096"/>
                </a:cubicBezTo>
                <a:cubicBezTo>
                  <a:pt x="461767" y="123584"/>
                  <a:pt x="479801" y="139987"/>
                  <a:pt x="502819" y="139987"/>
                </a:cubicBezTo>
                <a:cubicBezTo>
                  <a:pt x="525993" y="139987"/>
                  <a:pt x="544148" y="123339"/>
                  <a:pt x="544148" y="102096"/>
                </a:cubicBezTo>
                <a:cubicBezTo>
                  <a:pt x="544148" y="80602"/>
                  <a:pt x="526118" y="64199"/>
                  <a:pt x="503102" y="64199"/>
                </a:cubicBezTo>
                <a:close/>
                <a:moveTo>
                  <a:pt x="76777" y="43508"/>
                </a:moveTo>
                <a:lnTo>
                  <a:pt x="55447" y="43508"/>
                </a:lnTo>
                <a:lnTo>
                  <a:pt x="55447" y="138751"/>
                </a:lnTo>
                <a:lnTo>
                  <a:pt x="124615" y="138751"/>
                </a:lnTo>
                <a:lnTo>
                  <a:pt x="124615" y="120266"/>
                </a:lnTo>
                <a:lnTo>
                  <a:pt x="76777" y="120266"/>
                </a:lnTo>
                <a:lnTo>
                  <a:pt x="76777" y="43508"/>
                </a:lnTo>
                <a:close/>
                <a:moveTo>
                  <a:pt x="260274" y="64203"/>
                </a:moveTo>
                <a:cubicBezTo>
                  <a:pt x="251451" y="64203"/>
                  <a:pt x="241415" y="68114"/>
                  <a:pt x="235284" y="75948"/>
                </a:cubicBezTo>
                <a:lnTo>
                  <a:pt x="235288" y="65431"/>
                </a:lnTo>
                <a:lnTo>
                  <a:pt x="214237" y="65431"/>
                </a:lnTo>
                <a:lnTo>
                  <a:pt x="214237" y="138752"/>
                </a:lnTo>
                <a:lnTo>
                  <a:pt x="235284" y="138752"/>
                </a:lnTo>
                <a:lnTo>
                  <a:pt x="235284" y="97032"/>
                </a:lnTo>
                <a:cubicBezTo>
                  <a:pt x="235284" y="89523"/>
                  <a:pt x="241368" y="81542"/>
                  <a:pt x="252634" y="81542"/>
                </a:cubicBezTo>
                <a:cubicBezTo>
                  <a:pt x="261346" y="81542"/>
                  <a:pt x="270355" y="87337"/>
                  <a:pt x="270355" y="97032"/>
                </a:cubicBezTo>
                <a:lnTo>
                  <a:pt x="270355" y="138752"/>
                </a:lnTo>
                <a:lnTo>
                  <a:pt x="291401" y="138752"/>
                </a:lnTo>
                <a:lnTo>
                  <a:pt x="291401" y="93299"/>
                </a:lnTo>
                <a:cubicBezTo>
                  <a:pt x="291401" y="76441"/>
                  <a:pt x="278791" y="64203"/>
                  <a:pt x="260274" y="64203"/>
                </a:cubicBezTo>
                <a:close/>
                <a:moveTo>
                  <a:pt x="402933" y="65436"/>
                </a:moveTo>
                <a:lnTo>
                  <a:pt x="378894" y="65436"/>
                </a:lnTo>
                <a:lnTo>
                  <a:pt x="410432" y="138729"/>
                </a:lnTo>
                <a:lnTo>
                  <a:pt x="433489" y="138729"/>
                </a:lnTo>
                <a:lnTo>
                  <a:pt x="465026" y="65436"/>
                </a:lnTo>
                <a:lnTo>
                  <a:pt x="440988" y="65436"/>
                </a:lnTo>
                <a:lnTo>
                  <a:pt x="421961" y="115381"/>
                </a:lnTo>
                <a:lnTo>
                  <a:pt x="402933" y="65436"/>
                </a:lnTo>
                <a:close/>
                <a:moveTo>
                  <a:pt x="502958" y="80583"/>
                </a:moveTo>
                <a:cubicBezTo>
                  <a:pt x="513827" y="80583"/>
                  <a:pt x="522346" y="90031"/>
                  <a:pt x="522346" y="102093"/>
                </a:cubicBezTo>
                <a:cubicBezTo>
                  <a:pt x="522346" y="114477"/>
                  <a:pt x="514305" y="123599"/>
                  <a:pt x="503224" y="123599"/>
                </a:cubicBezTo>
                <a:cubicBezTo>
                  <a:pt x="492356" y="123599"/>
                  <a:pt x="483837" y="114150"/>
                  <a:pt x="483837" y="102093"/>
                </a:cubicBezTo>
                <a:cubicBezTo>
                  <a:pt x="483837" y="89461"/>
                  <a:pt x="491877" y="80583"/>
                  <a:pt x="502958" y="80583"/>
                </a:cubicBezTo>
                <a:close/>
                <a:moveTo>
                  <a:pt x="340919" y="80573"/>
                </a:moveTo>
                <a:cubicBezTo>
                  <a:pt x="351792" y="80573"/>
                  <a:pt x="360309" y="90020"/>
                  <a:pt x="360309" y="102083"/>
                </a:cubicBezTo>
                <a:cubicBezTo>
                  <a:pt x="360309" y="114466"/>
                  <a:pt x="352268" y="123589"/>
                  <a:pt x="341188" y="123589"/>
                </a:cubicBezTo>
                <a:cubicBezTo>
                  <a:pt x="330317" y="123589"/>
                  <a:pt x="321800" y="114140"/>
                  <a:pt x="321800" y="102083"/>
                </a:cubicBezTo>
                <a:cubicBezTo>
                  <a:pt x="321800" y="89450"/>
                  <a:pt x="329838" y="80573"/>
                  <a:pt x="340919" y="80573"/>
                </a:cubicBezTo>
                <a:close/>
                <a:moveTo>
                  <a:pt x="169166" y="79887"/>
                </a:moveTo>
                <a:cubicBezTo>
                  <a:pt x="177054" y="79887"/>
                  <a:pt x="183039" y="83985"/>
                  <a:pt x="186130" y="90033"/>
                </a:cubicBezTo>
                <a:lnTo>
                  <a:pt x="147892" y="104468"/>
                </a:lnTo>
                <a:cubicBezTo>
                  <a:pt x="146845" y="97061"/>
                  <a:pt x="148931" y="91268"/>
                  <a:pt x="152330" y="87112"/>
                </a:cubicBezTo>
                <a:cubicBezTo>
                  <a:pt x="156058" y="82559"/>
                  <a:pt x="161994" y="79887"/>
                  <a:pt x="169166" y="79887"/>
                </a:cubicBezTo>
                <a:close/>
              </a:path>
            </a:pathLst>
          </a:custGeom>
          <a:solidFill>
            <a:srgbClr val="FFFFFF"/>
          </a:solidFill>
          <a:ln w="9374" cap="flat">
            <a:noFill/>
            <a:prstDash val="solid"/>
            <a:miter/>
          </a:ln>
        </p:spPr>
        <p:txBody>
          <a:bodyPr rtlCol="0" anchor="ctr"/>
          <a:lstStyle/>
          <a:p>
            <a:endParaRPr lang="zh-CN" altLang="en-US" sz="1350"/>
          </a:p>
        </p:txBody>
      </p:sp>
      <p:pic>
        <p:nvPicPr>
          <p:cNvPr id="6" name="图片 5" descr="徽标, 图标&#10;&#10;描述已自动生成">
            <a:extLst>
              <a:ext uri="{FF2B5EF4-FFF2-40B4-BE49-F238E27FC236}">
                <a16:creationId xmlns:a16="http://schemas.microsoft.com/office/drawing/2014/main" id="{C3D7E23A-9212-737B-ED4E-AE16AE49B20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526708" y="3660417"/>
            <a:ext cx="271228" cy="160025"/>
          </a:xfrm>
          <a:prstGeom prst="rect">
            <a:avLst/>
          </a:prstGeom>
        </p:spPr>
      </p:pic>
    </p:spTree>
    <p:extLst>
      <p:ext uri="{BB962C8B-B14F-4D97-AF65-F5344CB8AC3E}">
        <p14:creationId xmlns:p14="http://schemas.microsoft.com/office/powerpoint/2010/main" val="27512333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 Id="rId9" Type="http://schemas.openxmlformats.org/officeDocument/2006/relationships/slideLayout" Target="../slideLayouts/slideLayout14.xml"/><Relationship Id="rId10" Type="http://schemas.openxmlformats.org/officeDocument/2006/relationships/slideLayout" Target="../slideLayouts/slideLayout15.xml"/><Relationship Id="rId11" Type="http://schemas.openxmlformats.org/officeDocument/2006/relationships/slideLayout" Target="../slideLayouts/slideLayout16.xml"/><Relationship Id="rId12" Type="http://schemas.openxmlformats.org/officeDocument/2006/relationships/theme" Target="../theme/theme2.xml"/><Relationship Id="rId13" Type="http://schemas.openxmlformats.org/officeDocument/2006/relationships/tags" Target="../tags/tag2.xml"/><Relationship Id="rId14" Type="http://schemas.openxmlformats.org/officeDocument/2006/relationships/oleObject" Target="../embeddings/oleObject1.bin"/><Relationship Id="rId15" Type="http://schemas.openxmlformats.org/officeDocument/2006/relationships/image" Target="../media/image6.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9741"/>
      </p:ext>
    </p:extLst>
  </p:cSld>
  <p:clrMap bg1="lt1" tx1="dk1" bg2="lt2" tx2="dk2" accent1="accent1" accent2="accent2" accent3="accent3" accent4="accent4" accent5="accent5" accent6="accent6" hlink="hlink" folHlink="folHlink"/>
  <p:sldLayoutIdLst>
    <p:sldLayoutId id="2147483781" r:id="rId1"/>
    <p:sldLayoutId id="2147483783" r:id="rId2"/>
    <p:sldLayoutId id="2147483782" r:id="rId3"/>
    <p:sldLayoutId id="2147483779" r:id="rId4"/>
    <p:sldLayoutId id="2147483784"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6EA0CBE-7F53-CA48-1AB0-7FFE67491FAD}"/>
              </a:ext>
            </a:extLst>
          </p:cNvPr>
          <p:cNvGraphicFramePr>
            <a:graphicFrameLocks noChangeAspect="1"/>
          </p:cNvGraphicFramePr>
          <p:nvPr userDrawn="1">
            <p:custDataLst>
              <p:tags r:id="rId13"/>
            </p:custDataLst>
            <p:extLst>
              <p:ext uri="{D42A27DB-BD31-4B8C-83A1-F6EECF244321}">
                <p14:modId xmlns:p14="http://schemas.microsoft.com/office/powerpoint/2010/main" val="285488602"/>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4" imgW="454" imgH="454" progId="TCLayout.ActiveDocument.1">
                  <p:embed/>
                </p:oleObj>
              </mc:Choice>
              <mc:Fallback>
                <p:oleObj name="think-cell Slide" r:id="rId14" imgW="454" imgH="454" progId="TCLayout.ActiveDocument.1">
                  <p:embed/>
                  <p:pic>
                    <p:nvPicPr>
                      <p:cNvPr id="3" name="Object 2" hidden="1">
                        <a:extLst>
                          <a:ext uri="{FF2B5EF4-FFF2-40B4-BE49-F238E27FC236}">
                            <a16:creationId xmlns:a16="http://schemas.microsoft.com/office/drawing/2014/main" id="{56EA0CBE-7F53-CA48-1AB0-7FFE67491FAD}"/>
                          </a:ext>
                        </a:extLst>
                      </p:cNvPr>
                      <p:cNvPicPr/>
                      <p:nvPr/>
                    </p:nvPicPr>
                    <p:blipFill>
                      <a:blip r:embed="rId15"/>
                      <a:stretch>
                        <a:fillRect/>
                      </a:stretch>
                    </p:blipFill>
                    <p:spPr>
                      <a:xfrm>
                        <a:off x="1191" y="1191"/>
                        <a:ext cx="1191" cy="1191"/>
                      </a:xfrm>
                      <a:prstGeom prst="rect">
                        <a:avLst/>
                      </a:prstGeom>
                    </p:spPr>
                  </p:pic>
                </p:oleObj>
              </mc:Fallback>
            </mc:AlternateContent>
          </a:graphicData>
        </a:graphic>
      </p:graphicFrame>
    </p:spTree>
    <p:extLst>
      <p:ext uri="{BB962C8B-B14F-4D97-AF65-F5344CB8AC3E}">
        <p14:creationId xmlns:p14="http://schemas.microsoft.com/office/powerpoint/2010/main" val="935260956"/>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6" r:id="rId4"/>
    <p:sldLayoutId id="2147483775" r:id="rId5"/>
    <p:sldLayoutId id="2147483777" r:id="rId6"/>
    <p:sldLayoutId id="2147483774" r:id="rId7"/>
    <p:sldLayoutId id="2147483778" r:id="rId8"/>
    <p:sldLayoutId id="2147483770" r:id="rId9"/>
    <p:sldLayoutId id="2147483769" r:id="rId10"/>
    <p:sldLayoutId id="2147483785" r:id="rId11"/>
  </p:sldLayoutIdLst>
  <p:transition spd="med"/>
  <p:hf hdr="0" dt="0"/>
  <p:txStyles>
    <p:titleStyle>
      <a:lvl1pPr algn="ctr" defTabSz="914240" rtl="0" eaLnBrk="1" latinLnBrk="0" hangingPunct="1">
        <a:spcBef>
          <a:spcPct val="0"/>
        </a:spcBef>
        <a:buNone/>
        <a:defRPr sz="3225" kern="1200" cap="all" baseline="0">
          <a:solidFill>
            <a:schemeClr val="tx1"/>
          </a:solidFill>
          <a:latin typeface="Arial" pitchFamily="34" charset="0"/>
          <a:ea typeface="+mj-ea"/>
          <a:cs typeface="Arial" pitchFamily="34" charset="0"/>
        </a:defRPr>
      </a:lvl1pPr>
    </p:titleStyle>
    <p:bodyStyle>
      <a:lvl1pPr marL="342840" indent="-342840" algn="l" defTabSz="914240" rtl="0" eaLnBrk="1" latinLnBrk="0" hangingPunct="1">
        <a:spcBef>
          <a:spcPct val="20000"/>
        </a:spcBef>
        <a:buClr>
          <a:schemeClr val="tx2"/>
        </a:buClr>
        <a:buFont typeface="Wingdings" pitchFamily="2" charset="2"/>
        <a:buChar char="§"/>
        <a:defRPr sz="3225" kern="1200">
          <a:solidFill>
            <a:schemeClr val="tx1"/>
          </a:solidFill>
          <a:latin typeface="Arial" pitchFamily="34" charset="0"/>
          <a:ea typeface="+mn-ea"/>
          <a:cs typeface="Arial" pitchFamily="34" charset="0"/>
        </a:defRPr>
      </a:lvl1pPr>
      <a:lvl2pPr marL="742820" indent="-285700" algn="l" defTabSz="914240" rtl="0" eaLnBrk="1" latinLnBrk="0" hangingPunct="1">
        <a:spcBef>
          <a:spcPct val="20000"/>
        </a:spcBef>
        <a:buClr>
          <a:schemeClr val="tx2"/>
        </a:buClr>
        <a:buFont typeface="Wingdings" pitchFamily="2" charset="2"/>
        <a:buChar char="§"/>
        <a:defRPr sz="2775" kern="1200">
          <a:solidFill>
            <a:schemeClr val="tx1"/>
          </a:solidFill>
          <a:latin typeface="Arial" pitchFamily="34" charset="0"/>
          <a:ea typeface="+mn-ea"/>
          <a:cs typeface="Arial" pitchFamily="34" charset="0"/>
        </a:defRPr>
      </a:lvl2pPr>
      <a:lvl3pPr marL="1142800" indent="-228560" algn="l" defTabSz="914240" rtl="0" eaLnBrk="1" latinLnBrk="0" hangingPunct="1">
        <a:spcBef>
          <a:spcPct val="20000"/>
        </a:spcBef>
        <a:buClr>
          <a:schemeClr val="tx2"/>
        </a:buClr>
        <a:buFont typeface="Wingdings" pitchFamily="2" charset="2"/>
        <a:buChar char="§"/>
        <a:defRPr sz="2400" kern="1200">
          <a:solidFill>
            <a:schemeClr val="tx1"/>
          </a:solidFill>
          <a:latin typeface="Arial" pitchFamily="34" charset="0"/>
          <a:ea typeface="+mn-ea"/>
          <a:cs typeface="Arial" pitchFamily="34" charset="0"/>
        </a:defRPr>
      </a:lvl3pPr>
      <a:lvl4pPr marL="1599920" indent="-228560" algn="l" defTabSz="914240" rtl="0" eaLnBrk="1" latinLnBrk="0" hangingPunct="1">
        <a:spcBef>
          <a:spcPct val="20000"/>
        </a:spcBef>
        <a:buClr>
          <a:schemeClr val="tx2"/>
        </a:buClr>
        <a:buFont typeface="Wingdings" pitchFamily="2" charset="2"/>
        <a:buChar char="§"/>
        <a:defRPr sz="2025" kern="1200">
          <a:solidFill>
            <a:schemeClr val="tx1"/>
          </a:solidFill>
          <a:latin typeface="Arial" pitchFamily="34" charset="0"/>
          <a:ea typeface="+mn-ea"/>
          <a:cs typeface="Arial" pitchFamily="34" charset="0"/>
        </a:defRPr>
      </a:lvl4pPr>
      <a:lvl5pPr marL="2057040" indent="-228560" algn="l" defTabSz="914240" rtl="0" eaLnBrk="1" latinLnBrk="0" hangingPunct="1">
        <a:spcBef>
          <a:spcPct val="20000"/>
        </a:spcBef>
        <a:buClr>
          <a:schemeClr val="tx2"/>
        </a:buClr>
        <a:buFont typeface="Wingdings" pitchFamily="2" charset="2"/>
        <a:buChar char="§"/>
        <a:defRPr sz="2025" kern="1200">
          <a:solidFill>
            <a:schemeClr val="tx1"/>
          </a:solidFill>
          <a:latin typeface="Arial" pitchFamily="34" charset="0"/>
          <a:ea typeface="+mn-ea"/>
          <a:cs typeface="Arial" pitchFamily="34" charset="0"/>
        </a:defRPr>
      </a:lvl5pPr>
      <a:lvl6pPr marL="2514160" indent="-228560" algn="l" defTabSz="914240" rtl="0" eaLnBrk="1" latinLnBrk="0" hangingPunct="1">
        <a:spcBef>
          <a:spcPct val="20000"/>
        </a:spcBef>
        <a:buFont typeface="Arial" pitchFamily="34" charset="0"/>
        <a:buChar char="•"/>
        <a:defRPr sz="2025" kern="1200">
          <a:solidFill>
            <a:schemeClr val="tx1"/>
          </a:solidFill>
          <a:latin typeface="+mn-lt"/>
          <a:ea typeface="+mn-ea"/>
          <a:cs typeface="+mn-cs"/>
        </a:defRPr>
      </a:lvl6pPr>
      <a:lvl7pPr marL="2971280" indent="-228560" algn="l" defTabSz="914240" rtl="0" eaLnBrk="1" latinLnBrk="0" hangingPunct="1">
        <a:spcBef>
          <a:spcPct val="20000"/>
        </a:spcBef>
        <a:buFont typeface="Arial" pitchFamily="34" charset="0"/>
        <a:buChar char="•"/>
        <a:defRPr sz="2025" kern="1200">
          <a:solidFill>
            <a:schemeClr val="tx1"/>
          </a:solidFill>
          <a:latin typeface="+mn-lt"/>
          <a:ea typeface="+mn-ea"/>
          <a:cs typeface="+mn-cs"/>
        </a:defRPr>
      </a:lvl7pPr>
      <a:lvl8pPr marL="3428400" indent="-228560" algn="l" defTabSz="914240" rtl="0" eaLnBrk="1" latinLnBrk="0" hangingPunct="1">
        <a:spcBef>
          <a:spcPct val="20000"/>
        </a:spcBef>
        <a:buFont typeface="Arial" pitchFamily="34" charset="0"/>
        <a:buChar char="•"/>
        <a:defRPr sz="2025" kern="1200">
          <a:solidFill>
            <a:schemeClr val="tx1"/>
          </a:solidFill>
          <a:latin typeface="+mn-lt"/>
          <a:ea typeface="+mn-ea"/>
          <a:cs typeface="+mn-cs"/>
        </a:defRPr>
      </a:lvl8pPr>
      <a:lvl9pPr marL="3885520" indent="-228560" algn="l" defTabSz="914240" rtl="0" eaLnBrk="1" latinLnBrk="0" hangingPunct="1">
        <a:spcBef>
          <a:spcPct val="20000"/>
        </a:spcBef>
        <a:buFont typeface="Arial" pitchFamily="34" charset="0"/>
        <a:buChar char="•"/>
        <a:defRPr sz="2025" kern="1200">
          <a:solidFill>
            <a:schemeClr val="tx1"/>
          </a:solidFill>
          <a:latin typeface="+mn-lt"/>
          <a:ea typeface="+mn-ea"/>
          <a:cs typeface="+mn-cs"/>
        </a:defRPr>
      </a:lvl9pPr>
    </p:bodyStyle>
    <p:other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13.jpe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8.png"/><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0.png"/><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0.png"/><Relationship Id="rId3"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2.png"/><Relationship Id="rId3"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4.png"/><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6.png"/><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8.png"/><Relationship Id="rId3"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2.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3.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4.png"/><Relationship Id="rId3" Type="http://schemas.openxmlformats.org/officeDocument/2006/relationships/image" Target="../media/image4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7d195523061f1c0" descr="e7d195523061f1c09e9d68d7cf438b91ef959ecb14fc25d26BBA7F7DBC18E55DFF4014AF651F0BF2569D4B6C1DA7F1A4683A481403BD872FC687266AD13265C1DE7C373772FD8728ABDD69ADD03BFF5BE2862BC891DBB79EB32126783CA5354A989A66195E47F023E9ABB7EB3C115CD8939BC54D9487F3E63D6EE3B774ED08A2419BD41E511264132558F73D52B5719D" hidden="1">
            <a:extLst>
              <a:ext uri="{FF2B5EF4-FFF2-40B4-BE49-F238E27FC236}">
                <a16:creationId xmlns:a16="http://schemas.microsoft.com/office/drawing/2014/main" id="{23A3825F-D798-484D-95B6-D32622C87599}"/>
              </a:ext>
            </a:extLst>
          </p:cNvPr>
          <p:cNvSpPr txBox="1"/>
          <p:nvPr/>
        </p:nvSpPr>
        <p:spPr>
          <a:xfrm>
            <a:off x="-355600" y="1803400"/>
            <a:ext cx="293927" cy="1016000"/>
          </a:xfrm>
          <a:prstGeom prst="rect">
            <a:avLst/>
          </a:prstGeom>
          <a:noFill/>
        </p:spPr>
        <p:txBody>
          <a:bodyPr vert="wordArtVert" rtlCol="0">
            <a:spAutoFit/>
          </a:bodyPr>
          <a:lstStyle/>
          <a:p>
            <a:r>
              <a:rPr lang="en-US" altLang="zh-CN" sz="100"/>
              <a:t>e7d195523061f1c09e9d68d7cf438b91ef959ecb14fc25d26BBA7F7DBC18E55DFF4014AF651F0BF2569D4B6C1DA7F1A4683BD872FC687266AD13265C1DE7C373772FD8728ABDD69AD03</a:t>
            </a:r>
            <a:endParaRPr lang="zh-CN" altLang="en-US" sz="100"/>
          </a:p>
        </p:txBody>
      </p:sp>
      <p:sp>
        <p:nvSpPr>
          <p:cNvPr id="2" name="Title 28">
            <a:extLst>
              <a:ext uri="{FF2B5EF4-FFF2-40B4-BE49-F238E27FC236}">
                <a16:creationId xmlns:a16="http://schemas.microsoft.com/office/drawing/2014/main" id="{E0E22B52-7643-BDC0-4BD7-8A0CBF083325}"/>
              </a:ext>
            </a:extLst>
          </p:cNvPr>
          <p:cNvSpPr>
            <a:spLocks noGrp="1"/>
          </p:cNvSpPr>
          <p:nvPr>
            <p:ph type="title" idx="4294967295" hasCustomPrompt="1"/>
          </p:nvPr>
        </p:nvSpPr>
        <p:spPr bwMode="gray">
          <a:xfrm>
            <a:off x="441203" y="1415027"/>
            <a:ext cx="8162318" cy="2415736"/>
          </a:xfrm>
          <a:prstGeom prst="rect">
            <a:avLst/>
          </a:prstGeom>
        </p:spPr>
        <p:txBody>
          <a:bodyPr wrap="square" lIns="0" tIns="0" rIns="121899" bIns="0" anchor="ctr" anchorCtr="0"/>
          <a:lstStyle>
            <a:lvl1pPr algn="l">
              <a:lnSpc>
                <a:spcPts val="7000"/>
              </a:lnSpc>
              <a:defRPr lang="en-US" sz="7200" b="1" i="0" cap="none" spc="-113" dirty="0">
                <a:solidFill>
                  <a:schemeClr val="bg1"/>
                </a:solidFill>
                <a:latin typeface="Gotham Black" pitchFamily="2" charset="0"/>
                <a:ea typeface="+mn-ea"/>
                <a:cs typeface="Arial Black" panose="020B0604020202020204" pitchFamily="34" charset="0"/>
              </a:defRPr>
            </a:lvl1pPr>
          </a:lstStyle>
          <a:p>
            <a:pPr>
              <a:lnSpc>
                <a:spcPts val="6500"/>
              </a:lnSpc>
            </a:pPr>
            <a:r>
              <a:rPr lang="zh-CN" altLang="en-US" sz="5400" spc="0">
                <a:latin typeface="Arial"/>
                <a:ea typeface="黑体"/>
                <a:cs typeface="Arial"/>
              </a:rPr>
              <a:t>Front-side Rational Technology Sharing</a:t>
            </a:r>
            <a:endParaRPr lang="zh-CN" altLang="en-US" sz="4000" spc="0">
              <a:latin typeface="Arial"/>
              <a:ea typeface="黑体"/>
              <a:cs typeface="Arial"/>
            </a:endParaRPr>
          </a:p>
        </p:txBody>
      </p:sp>
      <p:sp>
        <p:nvSpPr>
          <p:cNvPr id="4" name="Title 28">
            <a:extLst>
              <a:ext uri="{FF2B5EF4-FFF2-40B4-BE49-F238E27FC236}">
                <a16:creationId xmlns:a16="http://schemas.microsoft.com/office/drawing/2014/main" id="{BA44C586-CCBC-72AD-6DD3-0FAC47F1B894}"/>
              </a:ext>
            </a:extLst>
          </p:cNvPr>
          <p:cNvSpPr txBox="1">
            <a:spLocks/>
          </p:cNvSpPr>
          <p:nvPr/>
        </p:nvSpPr>
        <p:spPr bwMode="gray">
          <a:xfrm>
            <a:off x="456191" y="3831724"/>
            <a:ext cx="4469112" cy="330647"/>
          </a:xfrm>
          <a:prstGeom prst="rect">
            <a:avLst/>
          </a:prstGeom>
        </p:spPr>
        <p:txBody>
          <a:bodyPr wrap="square" lIns="0" tIns="0" rIns="0" bIns="0" anchor="t" anchorCtr="0"/>
          <a:lstStyle>
            <a:lvl1pPr marL="0" algn="l" defTabSz="914240" rtl="0" eaLnBrk="1" latinLnBrk="0" hangingPunct="1">
              <a:lnSpc>
                <a:spcPts val="2400"/>
              </a:lnSpc>
              <a:spcBef>
                <a:spcPct val="0"/>
              </a:spcBef>
              <a:buNone/>
              <a:tabLst>
                <a:tab pos="914240" algn="l"/>
              </a:tabLst>
              <a:defRPr lang="en-US" sz="1800" b="0" i="0" kern="1200" cap="none" spc="-113" baseline="0" dirty="0">
                <a:solidFill>
                  <a:srgbClr val="153D9E"/>
                </a:solidFill>
                <a:latin typeface="GOTHAM-BOOK" pitchFamily="2" charset="0"/>
                <a:ea typeface="+mn-ea"/>
                <a:cs typeface="Arial" pitchFamily="34" charset="0"/>
              </a:defRPr>
            </a:lvl1pPr>
          </a:lstStyle>
          <a:p>
            <a:r>
              <a:rPr lang="en-US" altLang="zh-CN" spc="0">
                <a:solidFill>
                  <a:schemeClr val="bg1"/>
                </a:solidFill>
                <a:latin typeface="Arial"/>
                <a:ea typeface="黑体"/>
                <a:cs typeface="Arial"/>
              </a:rPr>
              <a:t>Tianyu| 2026/08/28</a:t>
            </a:r>
            <a:endParaRPr lang="en-US" spc="0">
              <a:solidFill>
                <a:schemeClr val="bg1"/>
              </a:solidFill>
              <a:latin typeface="Arial" panose="020B0604020202020204" pitchFamily="34" charset="0"/>
            </a:endParaRPr>
          </a:p>
        </p:txBody>
      </p:sp>
      <p:pic>
        <p:nvPicPr>
          <p:cNvPr id="5" name="图片 4" descr="徽标, 图标&#10;&#10;描述已自动生成">
            <a:extLst>
              <a:ext uri="{FF2B5EF4-FFF2-40B4-BE49-F238E27FC236}">
                <a16:creationId xmlns:a16="http://schemas.microsoft.com/office/drawing/2014/main" id="{1EFC07DF-CDC8-DF1C-C528-0E4EDDBB11C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56191" y="1133239"/>
            <a:ext cx="951956" cy="561654"/>
          </a:xfrm>
          <a:prstGeom prst="rect">
            <a:avLst/>
          </a:prstGeom>
        </p:spPr>
      </p:pic>
    </p:spTree>
    <p:extLst>
      <p:ext uri="{BB962C8B-B14F-4D97-AF65-F5344CB8AC3E}">
        <p14:creationId xmlns:p14="http://schemas.microsoft.com/office/powerpoint/2010/main" val="111519879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B972D8F-3DE5-89A9-D131-15C1582F833B}"/>
              </a:ext>
            </a:extLst>
          </p:cNvPr>
          <p:cNvSpPr txBox="1"/>
          <p:nvPr/>
        </p:nvSpPr>
        <p:spPr>
          <a:xfrm>
            <a:off x="456636" y="694155"/>
            <a:ext cx="1723787" cy="461665"/>
          </a:xfrm>
          <a:prstGeom prst="rect">
            <a:avLst/>
          </a:prstGeom>
          <a:noFill/>
        </p:spPr>
        <p:txBody>
          <a:bodyPr wrap="square" rtlCol="0">
            <a:spAutoFit/>
          </a:bodyPr>
          <a:lstStyle/>
          <a:p>
            <a:r>
              <a:rPr kumimoji="1" lang="en-US" altLang="zh-CN" sz="2400" b="1">
                <a:solidFill>
                  <a:schemeClr val="bg1"/>
                </a:solidFill>
                <a:latin typeface="Arial Black" panose="020B0604020202020204" pitchFamily="34" charset="0"/>
                <a:cs typeface="Arial Black" panose="020B0604020202020204" pitchFamily="34" charset="0"/>
              </a:rPr>
              <a:t>AGENDA</a:t>
            </a:r>
            <a:endParaRPr kumimoji="1" lang="zh-CN" altLang="en-US" sz="2400" b="1">
              <a:solidFill>
                <a:schemeClr val="bg1"/>
              </a:solidFill>
              <a:latin typeface="Arial Black" panose="020B0604020202020204" pitchFamily="34" charset="0"/>
              <a:cs typeface="Arial Black" panose="020B0604020202020204" pitchFamily="34" charset="0"/>
            </a:endParaRPr>
          </a:p>
        </p:txBody>
      </p:sp>
      <p:sp>
        <p:nvSpPr>
          <p:cNvPr id="5" name="文本框 4">
            <a:extLst>
              <a:ext uri="{FF2B5EF4-FFF2-40B4-BE49-F238E27FC236}">
                <a16:creationId xmlns:a16="http://schemas.microsoft.com/office/drawing/2014/main" id="{CBE78554-42F4-73AF-62CF-CDE6C1B42E2D}"/>
              </a:ext>
            </a:extLst>
          </p:cNvPr>
          <p:cNvSpPr txBox="1"/>
          <p:nvPr/>
        </p:nvSpPr>
        <p:spPr>
          <a:xfrm>
            <a:off x="384717" y="1338527"/>
            <a:ext cx="5141275" cy="1668405"/>
          </a:xfrm>
          <a:prstGeom prst="rect">
            <a:avLst/>
          </a:prstGeom>
          <a:noFill/>
        </p:spPr>
        <p:txBody>
          <a:bodyPr wrap="square" lIns="91440" tIns="45720" rIns="91440" bIns="45720" rtlCol="0">
            <a:spAutoFit/>
          </a:bodyPr>
          <a:lstStyle>
            <a:defPPr>
              <a:defRPr lang="en-US"/>
            </a:defPPr>
            <a:lvl1pPr marL="400050" indent="-400050">
              <a:lnSpc>
                <a:spcPct val="200000"/>
              </a:lnSpc>
              <a:buFont typeface="+mj-lt"/>
              <a:buAutoNum type="romanUcPeriod"/>
              <a:defRPr>
                <a:solidFill>
                  <a:schemeClr val="bg1"/>
                </a:solidFill>
                <a:effectLst/>
                <a:latin typeface="+mj-lt"/>
                <a:ea typeface="微软雅黑" panose="020B0503020204020204" pitchFamily="34" charset="-122"/>
              </a:defRPr>
            </a:lvl1pPr>
          </a:lstStyle>
          <a:p>
            <a:r>
              <a:rPr lang="zh-CN" altLang="en-US">
                <a:ea typeface="微软雅黑"/>
              </a:rPr>
              <a:t>The background</a:t>
            </a:r>
            <a:endParaRPr lang="en-US" altLang="zh-CN">
              <a:ea typeface="微软雅黑"/>
            </a:endParaRPr>
          </a:p>
          <a:p>
            <a:r>
              <a:rPr lang="en-US" altLang="zh-CN">
                <a:ea typeface="微软雅黑"/>
              </a:rPr>
              <a:t> </a:t>
            </a:r>
            <a:r>
              <a:rPr lang="en-US" altLang="zh-CN" err="1">
                <a:ea typeface="微软雅黑"/>
              </a:rPr>
              <a:t>Front model</a:t>
            </a:r>
            <a:endParaRPr lang="en-US" altLang="zh-CN">
              <a:ea typeface="微软雅黑"/>
              <a:cs typeface="Arial"/>
            </a:endParaRPr>
          </a:p>
          <a:p>
            <a:r>
              <a:rPr lang="zh-CN" altLang="en-US">
                <a:ea typeface="微软雅黑"/>
              </a:rPr>
              <a:t>The engine reasoning</a:t>
            </a:r>
            <a:endParaRPr lang="en-US" altLang="zh-CN">
              <a:cs typeface="Arial"/>
            </a:endParaRPr>
          </a:p>
        </p:txBody>
      </p:sp>
    </p:spTree>
    <p:extLst>
      <p:ext uri="{BB962C8B-B14F-4D97-AF65-F5344CB8AC3E}">
        <p14:creationId xmlns:p14="http://schemas.microsoft.com/office/powerpoint/2010/main" val="42903142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1322308-8FE1-4F14-D186-FECCE910E30D}"/>
              </a:ext>
            </a:extLst>
          </p:cNvPr>
          <p:cNvSpPr txBox="1"/>
          <p:nvPr/>
        </p:nvSpPr>
        <p:spPr>
          <a:xfrm>
            <a:off x="360045" y="1917244"/>
            <a:ext cx="5217124" cy="461665"/>
          </a:xfrm>
          <a:prstGeom prst="rect">
            <a:avLst/>
          </a:prstGeom>
          <a:noFill/>
        </p:spPr>
        <p:txBody>
          <a:bodyPr wrap="square" lIns="91440" tIns="45720" rIns="91440" bIns="45720" rtlCol="0" anchor="t">
            <a:spAutoFit/>
          </a:bodyPr>
          <a:lstStyle/>
          <a:p>
            <a:r>
              <a:rPr lang="zh-CN" altLang="en-US" sz="2400" b="1">
                <a:ea typeface="黑体"/>
                <a:cs typeface="Arial"/>
              </a:rPr>
              <a:t>Development Trends</a:t>
            </a:r>
            <a:endParaRPr lang="en-US" altLang="zh-CN" sz="2400" b="1">
              <a:ea typeface="黑体"/>
              <a:cs typeface="Arial"/>
            </a:endParaRPr>
          </a:p>
        </p:txBody>
      </p:sp>
      <p:sp>
        <p:nvSpPr>
          <p:cNvPr id="5" name="文本框 4">
            <a:extLst>
              <a:ext uri="{FF2B5EF4-FFF2-40B4-BE49-F238E27FC236}">
                <a16:creationId xmlns:a16="http://schemas.microsoft.com/office/drawing/2014/main" id="{337FC54B-C03F-610C-A74A-5007CF8EFBDF}"/>
              </a:ext>
            </a:extLst>
          </p:cNvPr>
          <p:cNvSpPr txBox="1"/>
          <p:nvPr/>
        </p:nvSpPr>
        <p:spPr>
          <a:xfrm>
            <a:off x="360044" y="917714"/>
            <a:ext cx="1107996" cy="923330"/>
          </a:xfrm>
          <a:prstGeom prst="rect">
            <a:avLst/>
          </a:prstGeom>
          <a:noFill/>
        </p:spPr>
        <p:txBody>
          <a:bodyPr wrap="none" rtlCol="0">
            <a:spAutoFit/>
          </a:bodyPr>
          <a:lstStyle/>
          <a:p>
            <a:r>
              <a:rPr kumimoji="1" lang="en-US" altLang="zh-CN" sz="5400" i="1" spc="600">
                <a:solidFill>
                  <a:schemeClr val="bg1"/>
                </a:solidFill>
                <a:latin typeface="Arial" panose="020B0604020202020204" pitchFamily="34" charset="0"/>
                <a:ea typeface="Microsoft YaHei Light" panose="020B0503020204020204" pitchFamily="34" charset="-122"/>
                <a:cs typeface="Arial" panose="020B0604020202020204" pitchFamily="34" charset="0"/>
              </a:rPr>
              <a:t>01</a:t>
            </a:r>
            <a:endParaRPr kumimoji="1" lang="zh-CN" altLang="en-US" sz="5400" i="1" spc="600">
              <a:solidFill>
                <a:schemeClr val="bg1"/>
              </a:solidFill>
              <a:latin typeface="Arial" panose="020B0604020202020204" pitchFamily="34" charset="0"/>
              <a:ea typeface="Microsoft YaHei Light" panose="020B0503020204020204" pitchFamily="34" charset="-122"/>
              <a:cs typeface="Arial" panose="020B0604020202020204" pitchFamily="34" charset="0"/>
            </a:endParaRPr>
          </a:p>
        </p:txBody>
      </p:sp>
      <p:cxnSp>
        <p:nvCxnSpPr>
          <p:cNvPr id="7" name="直线连接符 6">
            <a:extLst>
              <a:ext uri="{FF2B5EF4-FFF2-40B4-BE49-F238E27FC236}">
                <a16:creationId xmlns:a16="http://schemas.microsoft.com/office/drawing/2014/main" id="{C6AEA02B-0942-91AC-0CC4-060EFA9D6091}"/>
              </a:ext>
            </a:extLst>
          </p:cNvPr>
          <p:cNvCxnSpPr>
            <a:cxnSpLocks/>
          </p:cNvCxnSpPr>
          <p:nvPr/>
        </p:nvCxnSpPr>
        <p:spPr>
          <a:xfrm>
            <a:off x="450573" y="1839480"/>
            <a:ext cx="865082"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43336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C32C43F-5DDF-AA65-DB68-AAD53EF939D1}"/>
              </a:ext>
            </a:extLst>
          </p:cNvPr>
          <p:cNvSpPr>
            <a:spLocks noGrp="1"/>
          </p:cNvSpPr>
          <p:nvPr>
            <p:ph type="body" sz="quarter" idx="10"/>
          </p:nvPr>
        </p:nvSpPr>
        <p:spPr/>
        <p:txBody>
          <a:bodyPr/>
          <a:lstStyle/>
          <a:p>
            <a:r>
              <a:rPr lang="zh-CN" altLang="en-US">
                <a:latin typeface="Arial"/>
                <a:ea typeface="黑体"/>
                <a:cs typeface="Arial"/>
              </a:rPr>
              <a:t>End-side research conclusions</a:t>
            </a:r>
            <a:endParaRPr lang="zh-CN" altLang="en-US">
              <a:latin typeface="Arial"/>
              <a:cs typeface="Arial"/>
            </a:endParaRPr>
          </a:p>
        </p:txBody>
      </p:sp>
      <p:sp>
        <p:nvSpPr>
          <p:cNvPr id="3" name="文本框 2">
            <a:extLst>
              <a:ext uri="{FF2B5EF4-FFF2-40B4-BE49-F238E27FC236}">
                <a16:creationId xmlns:a16="http://schemas.microsoft.com/office/drawing/2014/main" id="{C3098FF2-3301-5690-E2C4-66423D3AD40B}"/>
              </a:ext>
            </a:extLst>
          </p:cNvPr>
          <p:cNvSpPr txBox="1"/>
          <p:nvPr/>
        </p:nvSpPr>
        <p:spPr>
          <a:xfrm>
            <a:off x="198657" y="668769"/>
            <a:ext cx="8935291" cy="2246769"/>
          </a:xfrm>
          <a:prstGeom prst="rect">
            <a:avLst/>
          </a:prstGeom>
          <a:noFill/>
        </p:spPr>
        <p:txBody>
          <a:bodyPr wrap="square" lIns="91440" tIns="45720" rIns="91440" bIns="45720" rtlCol="0" anchor="t">
            <a:spAutoFit/>
          </a:bodyPr>
          <a:lstStyle/>
          <a:p>
            <a:pPr marL="171450" indent="-171450">
              <a:buFont typeface="Arial"/>
              <a:buChar char="•"/>
            </a:pPr>
            <a:r>
              <a:rPr lang="zh-CN" altLang="en-US" sz="1400" b="1">
                <a:latin typeface="Microsoft YaHei"/>
                <a:ea typeface="Microsoft YaHei"/>
                <a:cs typeface="Arial"/>
              </a:rPr>
              <a:t>Conclusion 1 :</a:t>
            </a:r>
            <a:r>
              <a:rPr lang="en-US" altLang="zh-CN" sz="1400" b="1">
                <a:latin typeface="Microsoft YaHei"/>
                <a:ea typeface="Microsoft YaHei"/>
                <a:cs typeface="Arial"/>
              </a:rPr>
              <a:t>Density</a:t>
            </a:r>
            <a:r>
              <a:rPr lang="zh-CN" altLang="en-US" sz="1400" b="1">
                <a:latin typeface="Microsoft YaHei"/>
                <a:ea typeface="Microsoft YaHei"/>
                <a:cs typeface="Arial"/>
              </a:rPr>
              <a:t>Model</a:t>
            </a:r>
            <a:r>
              <a:rPr lang="en-US" altLang="zh-CN" sz="1400" b="1">
                <a:latin typeface="Microsoft YaHei"/>
                <a:ea typeface="Microsoft YaHei"/>
                <a:cs typeface="Arial"/>
              </a:rPr>
              <a:t>and</a:t>
            </a:r>
            <a:r>
              <a:rPr lang="zh-CN" altLang="en-US" sz="1400" b="1">
                <a:latin typeface="Microsoft YaHei"/>
                <a:ea typeface="Microsoft YaHei"/>
                <a:cs typeface="Arial"/>
              </a:rPr>
              <a:t>Highest</a:t>
            </a:r>
            <a:r>
              <a:rPr lang="en-US" altLang="zh-CN" sz="1400" b="1">
                <a:latin typeface="Microsoft YaHei"/>
                <a:ea typeface="Microsoft YaHei"/>
                <a:cs typeface="Arial"/>
              </a:rPr>
              <a:t>SM8850</a:t>
            </a:r>
            <a:r>
              <a:rPr lang="zh-CN" altLang="en-US" sz="1400" b="1">
                <a:latin typeface="Microsoft YaHei"/>
                <a:ea typeface="Microsoft YaHei"/>
                <a:cs typeface="Arial"/>
              </a:rPr>
              <a:t>Up to</a:t>
            </a:r>
            <a:r>
              <a:rPr lang="en-US" altLang="zh-CN" sz="1400" b="1">
                <a:latin typeface="Microsoft YaHei"/>
                <a:ea typeface="Microsoft YaHei"/>
                <a:cs typeface="Arial"/>
              </a:rPr>
              <a:t>8G</a:t>
            </a:r>
            <a:r>
              <a:rPr lang="zh-CN" altLang="en-US" sz="1400" b="1">
                <a:latin typeface="Microsoft YaHei"/>
                <a:ea typeface="Microsoft YaHei"/>
                <a:cs typeface="Arial"/>
              </a:rPr>
              <a:t>Memory support</a:t>
            </a:r>
            <a:r>
              <a:rPr lang="en-US" altLang="zh-CN" sz="1400" b="1">
                <a:latin typeface="Microsoft YaHei"/>
                <a:ea typeface="Microsoft YaHei"/>
                <a:cs typeface="Arial"/>
              </a:rPr>
              <a:t>3B(int4 2G)-8B(int4 5.5G)</a:t>
            </a:r>
            <a:r>
              <a:rPr lang="zh-CN" altLang="en-US" sz="1400" b="1">
                <a:latin typeface="Microsoft YaHei"/>
                <a:ea typeface="Microsoft YaHei"/>
                <a:cs typeface="Arial"/>
              </a:rPr>
              <a:t>Number of Model</a:t>
            </a:r>
            <a:r>
              <a:rPr lang="en-US" altLang="zh-CN" sz="1400" b="1">
                <a:latin typeface="Microsoft YaHei"/>
                <a:ea typeface="Microsoft YaHei"/>
                <a:cs typeface="Arial"/>
              </a:rPr>
              <a:t>12G</a:t>
            </a:r>
            <a:r>
              <a:rPr lang="zh-CN" altLang="en-US" sz="1400" b="1">
                <a:latin typeface="Microsoft YaHei"/>
                <a:ea typeface="Microsoft YaHei"/>
                <a:cs typeface="Arial"/>
              </a:rPr>
              <a:t>Memory</a:t>
            </a:r>
            <a:r>
              <a:rPr lang="en-US" altLang="zh-CN" sz="1400" b="1">
                <a:latin typeface="Microsoft YaHei"/>
                <a:ea typeface="Microsoft YaHei"/>
                <a:cs typeface="Arial"/>
              </a:rPr>
              <a:t>Support 3B-12B number model, 24G memory support 3B-24B number model, 32G memory support 3B-32B number model. According to the MMLU-Pro rating, Qwen series</a:t>
            </a:r>
            <a:r>
              <a:rPr lang="en-US" sz="1400" b="1">
                <a:latin typeface="Microsoft YaHei"/>
                <a:ea typeface="Microsoft YaHei"/>
                <a:cs typeface="Arial"/>
              </a:rPr>
              <a:t>24 years 9</a:t>
            </a:r>
            <a:r>
              <a:rPr lang="zh-CN" altLang="en-US" sz="1400" b="1">
                <a:latin typeface="Microsoft YaHei"/>
                <a:ea typeface="Microsoft YaHei"/>
                <a:cs typeface="Arial"/>
              </a:rPr>
              <a:t>The month launched.</a:t>
            </a:r>
            <a:r>
              <a:rPr lang="en-US" sz="1400" b="1">
                <a:latin typeface="Microsoft YaHei"/>
                <a:ea typeface="Microsoft YaHei"/>
                <a:cs typeface="Arial"/>
              </a:rPr>
              <a:t>72</a:t>
            </a:r>
            <a:r>
              <a:rPr lang="en-US" altLang="zh-CN" sz="1400" b="1">
                <a:latin typeface="Microsoft YaHei"/>
                <a:ea typeface="Microsoft YaHei"/>
                <a:cs typeface="Arial"/>
              </a:rPr>
              <a:t>B</a:t>
            </a:r>
            <a:r>
              <a:rPr lang="zh-CN" altLang="en-US" sz="1400" b="1">
                <a:latin typeface="Microsoft YaHei"/>
                <a:ea typeface="Microsoft YaHei"/>
                <a:cs typeface="Arial"/>
              </a:rPr>
              <a:t>Model score (71.1) is approximately equal to</a:t>
            </a:r>
            <a:r>
              <a:rPr lang="en-US" altLang="zh-CN" sz="1400" b="1">
                <a:latin typeface="Microsoft YaHei"/>
                <a:ea typeface="Microsoft YaHei"/>
                <a:cs typeface="Arial"/>
              </a:rPr>
              <a:t>25</a:t>
            </a:r>
            <a:r>
              <a:rPr lang="zh-CN" sz="1400" b="1">
                <a:latin typeface="Microsoft YaHei"/>
                <a:ea typeface="Microsoft YaHei"/>
                <a:cs typeface="Arial"/>
              </a:rPr>
              <a:t>The 30B model of July</a:t>
            </a:r>
            <a:r>
              <a:rPr lang="zh-CN" altLang="en-US" sz="1400" b="1">
                <a:latin typeface="Microsoft YaHei"/>
                <a:ea typeface="Microsoft YaHei"/>
                <a:cs typeface="Arial"/>
              </a:rPr>
              <a:t>score (78 to 4), approximately equal to</a:t>
            </a:r>
            <a:r>
              <a:rPr lang="en-US" altLang="zh-CN" sz="1400" b="1">
                <a:latin typeface="Microsoft YaHei"/>
                <a:ea typeface="Microsoft YaHei"/>
                <a:cs typeface="Arial"/>
              </a:rPr>
              <a:t>26 is</a:t>
            </a:r>
            <a:r>
              <a:rPr lang="zh-CN" sz="1400" b="1">
                <a:latin typeface="Microsoft YaHei"/>
                <a:ea typeface="Microsoft YaHei"/>
                <a:cs typeface="Arial"/>
              </a:rPr>
              <a:t>March of the year.</a:t>
            </a:r>
            <a:r>
              <a:rPr lang="en-US" altLang="zh-CN" sz="1400" b="1">
                <a:latin typeface="Microsoft YaHei"/>
                <a:ea typeface="Microsoft YaHei"/>
                <a:cs typeface="Arial"/>
              </a:rPr>
              <a:t>4B</a:t>
            </a:r>
            <a:r>
              <a:rPr lang="zh-CN" altLang="en-US" sz="1400" b="1">
                <a:latin typeface="Microsoft YaHei"/>
                <a:ea typeface="Microsoft YaHei"/>
                <a:cs typeface="Arial"/>
              </a:rPr>
              <a:t>Model (76.1), estimated 27 years is equivalent to only a score of the model below 2B.</a:t>
            </a:r>
          </a:p>
          <a:p>
            <a:endParaRPr lang="zh-CN" altLang="en-US" sz="1400" b="1">
              <a:latin typeface="Microsoft YaHei"/>
              <a:ea typeface="Microsoft YaHei"/>
              <a:cs typeface="Arial"/>
            </a:endParaRPr>
          </a:p>
          <a:p>
            <a:pPr marL="171450" indent="-171450">
              <a:buFont typeface="Arial"/>
              <a:buChar char="•"/>
            </a:pPr>
            <a:r>
              <a:rPr lang="zh-CN" altLang="en-US" sz="1400" b="1">
                <a:latin typeface="Microsoft YaHei"/>
                <a:ea typeface="Microsoft YaHei"/>
                <a:cs typeface="Arial"/>
              </a:rPr>
              <a:t>Conclusion 2 :</a:t>
            </a:r>
            <a:r>
              <a:rPr lang="en-US" altLang="zh-CN" sz="1400" b="1">
                <a:latin typeface="Microsoft YaHei"/>
                <a:ea typeface="Microsoft YaHei"/>
                <a:cs typeface="Arial"/>
              </a:rPr>
              <a:t>MORE</a:t>
            </a:r>
            <a:r>
              <a:rPr lang="zh-CN" altLang="en-US" sz="1400" b="1">
                <a:latin typeface="Microsoft YaHei"/>
                <a:ea typeface="Microsoft YaHei"/>
                <a:cs typeface="Arial"/>
              </a:rPr>
              <a:t>Architectural Model</a:t>
            </a:r>
            <a:r>
              <a:rPr lang="en-US" altLang="zh-CN" sz="1400" b="1">
                <a:latin typeface="Microsoft YaHei"/>
                <a:ea typeface="Microsoft YaHei"/>
                <a:cs typeface="Arial"/>
              </a:rPr>
              <a:t>and</a:t>
            </a:r>
            <a:r>
              <a:rPr lang="zh-CN" altLang="en-US" sz="1400" b="1">
                <a:latin typeface="Microsoft YaHei"/>
                <a:ea typeface="Microsoft YaHei"/>
                <a:cs typeface="Arial"/>
              </a:rPr>
              <a:t>Highest estimates</a:t>
            </a:r>
            <a:r>
              <a:rPr lang="en-US" altLang="zh-CN" sz="1400" b="1">
                <a:latin typeface="Microsoft YaHei"/>
                <a:ea typeface="Microsoft YaHei"/>
                <a:cs typeface="Arial"/>
              </a:rPr>
              <a:t>26 is</a:t>
            </a:r>
            <a:r>
              <a:rPr lang="zh-CN" altLang="en-US" sz="1400" b="1">
                <a:latin typeface="Microsoft YaHei"/>
                <a:ea typeface="Microsoft YaHei"/>
                <a:cs typeface="Arial"/>
              </a:rPr>
              <a:t>Support is available at the end of September.</a:t>
            </a:r>
            <a:endParaRPr lang="en-US" altLang="zh-CN" sz="1400" b="1">
              <a:latin typeface="Microsoft YaHei"/>
              <a:ea typeface="Microsoft YaHei"/>
              <a:cs typeface="Arial"/>
            </a:endParaRPr>
          </a:p>
          <a:p>
            <a:pPr marL="171450" indent="-171450">
              <a:buFont typeface="Arial"/>
              <a:buChar char="•"/>
            </a:pPr>
            <a:endParaRPr lang="en-US" altLang="zh-CN" sz="1400" b="1">
              <a:latin typeface="Microsoft YaHei"/>
              <a:ea typeface="Microsoft YaHei"/>
              <a:cs typeface="Arial"/>
            </a:endParaRPr>
          </a:p>
          <a:p>
            <a:pPr marL="171450" indent="-171450">
              <a:buFont typeface="Arial"/>
              <a:buChar char="•"/>
            </a:pPr>
            <a:r>
              <a:rPr lang="zh-CN" altLang="en-US" sz="1400" b="1">
                <a:latin typeface="Microsoft YaHei"/>
                <a:ea typeface="Microsoft YaHei"/>
                <a:cs typeface="Arial"/>
              </a:rPr>
              <a:t>Conclusion of 3:</a:t>
            </a:r>
            <a:r>
              <a:rPr lang="en-US" altLang="zh-CN" sz="1400" b="1">
                <a:latin typeface="Microsoft YaHei"/>
                <a:ea typeface="Microsoft YaHei"/>
                <a:cs typeface="Arial"/>
              </a:rPr>
              <a:t>DFLash2</a:t>
            </a:r>
            <a:r>
              <a:rPr lang="zh-CN" altLang="en-US" sz="1400" b="1">
                <a:latin typeface="Microsoft YaHei"/>
                <a:ea typeface="Microsoft YaHei"/>
                <a:cs typeface="Arial"/>
              </a:rPr>
              <a:t>Not supported on the high-end side.</a:t>
            </a:r>
            <a:r>
              <a:rPr lang="en-US" altLang="zh-CN" sz="1400" b="1">
                <a:latin typeface="Microsoft YaHei"/>
                <a:ea typeface="Microsoft YaHei"/>
                <a:cs typeface="Arial"/>
              </a:rPr>
              <a:t>and</a:t>
            </a:r>
            <a:r>
              <a:rPr lang="zh-CN" altLang="en-US" sz="1400" b="1">
                <a:latin typeface="Microsoft YaHei"/>
                <a:ea typeface="Microsoft YaHei"/>
                <a:cs typeface="Arial"/>
              </a:rPr>
              <a:t>Its core algorithmic ideas and existing support</a:t>
            </a:r>
            <a:r>
              <a:rPr lang="en-US" altLang="zh-CN" sz="1400" b="1">
                <a:latin typeface="Microsoft YaHei"/>
                <a:ea typeface="Microsoft YaHei"/>
                <a:cs typeface="Arial"/>
              </a:rPr>
              <a:t>Eagle</a:t>
            </a:r>
            <a:r>
              <a:rPr lang="zh-CN" altLang="en-US" sz="1400" b="1">
                <a:latin typeface="Microsoft YaHei"/>
                <a:ea typeface="Microsoft YaHei"/>
                <a:cs typeface="Arial"/>
              </a:rPr>
              <a:t>similarly .</a:t>
            </a:r>
            <a:endParaRPr lang="en-US" altLang="zh-CN" sz="1400" b="1">
              <a:latin typeface="Microsoft YaHei"/>
              <a:ea typeface="Microsoft YaHei"/>
              <a:cs typeface="Arial"/>
            </a:endParaRPr>
          </a:p>
          <a:p>
            <a:pPr marL="171450" indent="-171450">
              <a:buFont typeface="Arial"/>
              <a:buChar char="•"/>
            </a:pPr>
            <a:endParaRPr lang="en-US" altLang="zh-CN" sz="1400" b="1">
              <a:latin typeface="Microsoft YaHei"/>
              <a:ea typeface="Microsoft YaHei"/>
              <a:cs typeface="Arial"/>
            </a:endParaRPr>
          </a:p>
          <a:p>
            <a:pPr marL="171450" indent="-171450">
              <a:buFont typeface="Arial"/>
              <a:buChar char="•"/>
            </a:pPr>
            <a:r>
              <a:rPr lang="zh-CN" altLang="en-US" sz="1400" b="1">
                <a:latin typeface="Microsoft YaHei"/>
                <a:ea typeface="Microsoft YaHei"/>
                <a:cs typeface="Arial"/>
              </a:rPr>
              <a:t>Conclusion of 4:</a:t>
            </a:r>
            <a:r>
              <a:rPr lang="en-US" altLang="zh-CN" sz="1400" b="1" err="1">
                <a:latin typeface="Microsoft YaHei"/>
                <a:ea typeface="Microsoft YaHei"/>
                <a:cs typeface="Arial"/>
              </a:rPr>
              <a:t>FreeToken</a:t>
            </a:r>
            <a:r>
              <a:rPr lang="zh-CN" altLang="en-US" sz="1400" b="1">
                <a:latin typeface="Microsoft YaHei"/>
                <a:ea typeface="Microsoft YaHei"/>
                <a:cs typeface="Arial"/>
              </a:rPr>
              <a:t>Only support</a:t>
            </a:r>
            <a:r>
              <a:rPr lang="en-US" altLang="zh-CN" sz="1400" b="1">
                <a:latin typeface="Microsoft YaHei"/>
                <a:ea typeface="Microsoft YaHei"/>
                <a:cs typeface="Arial"/>
              </a:rPr>
              <a:t>PC</a:t>
            </a:r>
            <a:r>
              <a:rPr lang="en-US" altLang="zh-CN" sz="1400" b="1">
                <a:solidFill>
                  <a:srgbClr val="000000"/>
                </a:solidFill>
                <a:latin typeface="Microsoft YaHei"/>
                <a:ea typeface="Microsoft YaHei"/>
                <a:cs typeface="+mn-lt"/>
              </a:rPr>
              <a:t>and</a:t>
            </a:r>
            <a:r>
              <a:rPr lang="zh-CN" altLang="en-US" sz="1400" b="1">
                <a:solidFill>
                  <a:srgbClr val="000000"/>
                </a:solidFill>
                <a:latin typeface="Microsoft YaHei"/>
                <a:ea typeface="Microsoft YaHei"/>
                <a:cs typeface="+mn-lt"/>
              </a:rPr>
              <a:t>limited to</a:t>
            </a:r>
            <a:r>
              <a:rPr lang="en-US" altLang="zh-CN" sz="1400" b="1">
                <a:solidFill>
                  <a:srgbClr val="000000"/>
                </a:solidFill>
                <a:latin typeface="Microsoft YaHei"/>
                <a:ea typeface="Microsoft YaHei"/>
                <a:cs typeface="+mn-lt"/>
              </a:rPr>
              <a:t>Android</a:t>
            </a:r>
            <a:r>
              <a:rPr lang="zh-CN" altLang="en-US" sz="1400" b="1">
                <a:solidFill>
                  <a:srgbClr val="000000"/>
                </a:solidFill>
                <a:latin typeface="Microsoft YaHei"/>
                <a:ea typeface="Microsoft YaHei"/>
                <a:cs typeface="+mn-lt"/>
              </a:rPr>
              <a:t>System architecture and hardware restrictions</a:t>
            </a:r>
            <a:r>
              <a:rPr lang="en-US" altLang="zh-CN" sz="1400" b="1">
                <a:solidFill>
                  <a:srgbClr val="000000"/>
                </a:solidFill>
                <a:latin typeface="Microsoft YaHei"/>
                <a:ea typeface="Microsoft YaHei"/>
                <a:cs typeface="+mn-lt"/>
              </a:rPr>
              <a:t>and</a:t>
            </a:r>
            <a:r>
              <a:rPr lang="zh-CN" altLang="en-US" sz="1400" b="1">
                <a:solidFill>
                  <a:srgbClr val="000000"/>
                </a:solidFill>
                <a:latin typeface="Microsoft YaHei"/>
                <a:ea typeface="Microsoft YaHei"/>
                <a:cs typeface="+mn-lt"/>
              </a:rPr>
              <a:t>The highway side is not supported.</a:t>
            </a:r>
            <a:r>
              <a:rPr lang="en-US" altLang="zh-CN" sz="1400" b="1">
                <a:solidFill>
                  <a:srgbClr val="000000"/>
                </a:solidFill>
                <a:latin typeface="Microsoft YaHei"/>
                <a:ea typeface="Microsoft YaHei"/>
                <a:cs typeface="+mn-lt"/>
              </a:rPr>
              <a:t> </a:t>
            </a:r>
            <a:endParaRPr lang="zh-CN" altLang="en-US" sz="1400" b="1">
              <a:latin typeface="Microsoft YaHei"/>
              <a:ea typeface="Microsoft YaHei"/>
              <a:cs typeface="Arial"/>
            </a:endParaRPr>
          </a:p>
        </p:txBody>
      </p:sp>
    </p:spTree>
    <p:extLst>
      <p:ext uri="{BB962C8B-B14F-4D97-AF65-F5344CB8AC3E}">
        <p14:creationId xmlns:p14="http://schemas.microsoft.com/office/powerpoint/2010/main" val="80877614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C32C43F-5DDF-AA65-DB68-AAD53EF939D1}"/>
              </a:ext>
            </a:extLst>
          </p:cNvPr>
          <p:cNvSpPr>
            <a:spLocks noGrp="1"/>
          </p:cNvSpPr>
          <p:nvPr>
            <p:ph type="body" sz="quarter" idx="10"/>
          </p:nvPr>
        </p:nvSpPr>
        <p:spPr/>
        <p:txBody>
          <a:bodyPr/>
          <a:lstStyle/>
          <a:p>
            <a:r>
              <a:rPr lang="zh-CN" altLang="en-US">
                <a:latin typeface="Arial"/>
                <a:ea typeface="黑体"/>
                <a:cs typeface="Arial"/>
              </a:rPr>
              <a:t>End-side reasoning research development trends</a:t>
            </a:r>
            <a:endParaRPr lang="zh-CN" altLang="en-US">
              <a:latin typeface="Arial"/>
              <a:cs typeface="Arial"/>
            </a:endParaRPr>
          </a:p>
        </p:txBody>
      </p:sp>
      <p:sp>
        <p:nvSpPr>
          <p:cNvPr id="3" name="文本框 2">
            <a:extLst>
              <a:ext uri="{FF2B5EF4-FFF2-40B4-BE49-F238E27FC236}">
                <a16:creationId xmlns:a16="http://schemas.microsoft.com/office/drawing/2014/main" id="{C3098FF2-3301-5690-E2C4-66423D3AD40B}"/>
              </a:ext>
            </a:extLst>
          </p:cNvPr>
          <p:cNvSpPr txBox="1"/>
          <p:nvPr/>
        </p:nvSpPr>
        <p:spPr>
          <a:xfrm>
            <a:off x="198657" y="668769"/>
            <a:ext cx="8935291" cy="1384995"/>
          </a:xfrm>
          <a:prstGeom prst="rect">
            <a:avLst/>
          </a:prstGeom>
          <a:noFill/>
        </p:spPr>
        <p:txBody>
          <a:bodyPr wrap="square" lIns="91440" tIns="45720" rIns="91440" bIns="45720" rtlCol="0" anchor="t">
            <a:spAutoFit/>
          </a:bodyPr>
          <a:lstStyle/>
          <a:p>
            <a:pPr marL="171450" indent="-171450">
              <a:buFont typeface="Arial"/>
              <a:buChar char="•"/>
            </a:pPr>
            <a:r>
              <a:rPr lang="zh-CN" altLang="en-US" sz="1400" b="1">
                <a:latin typeface="Microsoft YaHei"/>
                <a:ea typeface="Microsoft YaHei"/>
                <a:cs typeface="Arial"/>
              </a:rPr>
              <a:t>Model side: Small model, Large capacity</a:t>
            </a:r>
          </a:p>
          <a:p>
            <a:r>
              <a:rPr lang="zh-CN" altLang="en-US" sz="1400" b="1">
                <a:latin typeface="Microsoft YaHei"/>
                <a:ea typeface="Microsoft YaHei"/>
                <a:cs typeface="Arial"/>
              </a:rPr>
              <a:t>    </a:t>
            </a:r>
            <a:r>
              <a:rPr lang="zh-CN" altLang="en-US" sz="1400">
                <a:solidFill>
                  <a:srgbClr val="000000"/>
                </a:solidFill>
                <a:latin typeface="Microsoft YaHei"/>
                <a:ea typeface="Microsoft YaHei"/>
                <a:cs typeface="+mn-lt"/>
              </a:rPr>
              <a:t>With architectural innovation, the end-side small models (3B-8B) have approached the cloud big models in mathematics, reasoning etc. tasks, and have practical value.</a:t>
            </a:r>
            <a:endParaRPr lang="zh-CN" altLang="en-US" sz="1400">
              <a:solidFill>
                <a:srgbClr val="000000"/>
              </a:solidFill>
              <a:effectLst/>
              <a:latin typeface="Microsoft YaHei"/>
              <a:ea typeface="Microsoft YaHei"/>
              <a:cs typeface="+mn-lt"/>
            </a:endParaRPr>
          </a:p>
          <a:p>
            <a:pPr marL="171450" indent="-171450">
              <a:buFont typeface="Arial"/>
              <a:buChar char="•"/>
            </a:pPr>
            <a:r>
              <a:rPr lang="zh-CN" altLang="en-US" sz="1400" b="1">
                <a:latin typeface="Microsoft YaHei"/>
                <a:ea typeface="Microsoft YaHei"/>
                <a:cs typeface="Arial"/>
              </a:rPr>
              <a:t>by</a:t>
            </a:r>
            <a:r>
              <a:rPr lang="zh-CN" sz="1400" b="1">
                <a:latin typeface="Microsoft YaHei"/>
                <a:ea typeface="Microsoft YaHei"/>
                <a:cs typeface="Arial"/>
              </a:rPr>
              <a:t>Structure: MoE is born suitable for end side</a:t>
            </a:r>
          </a:p>
          <a:p>
            <a:r>
              <a:rPr lang="zh-CN" sz="1400" b="1">
                <a:solidFill>
                  <a:srgbClr val="000000"/>
                </a:solidFill>
                <a:latin typeface="Microsoft YaHei"/>
                <a:ea typeface="Microsoft YaHei"/>
                <a:cs typeface="+mn-lt"/>
              </a:rPr>
              <a:t>   </a:t>
            </a:r>
            <a:r>
              <a:rPr lang="zh-CN" altLang="en-US" sz="1400" b="1">
                <a:solidFill>
                  <a:srgbClr val="000000"/>
                </a:solidFill>
                <a:latin typeface="Microsoft YaHei"/>
                <a:ea typeface="Microsoft YaHei"/>
                <a:cs typeface="+mn-lt"/>
              </a:rPr>
              <a:t> </a:t>
            </a:r>
            <a:r>
              <a:rPr lang="zh-CN" sz="1400">
                <a:solidFill>
                  <a:srgbClr val="000000"/>
                </a:solidFill>
                <a:latin typeface="Microsoft YaHei"/>
                <a:ea typeface="Microsoft YaHei"/>
                <a:cs typeface="+mn-lt"/>
              </a:rPr>
              <a:t>The combined model (</a:t>
            </a:r>
            <a:r>
              <a:rPr lang="en-US" altLang="zh-CN" sz="1400" err="1">
                <a:solidFill>
                  <a:srgbClr val="000000"/>
                </a:solidFill>
                <a:latin typeface="Microsoft YaHei"/>
                <a:ea typeface="Microsoft YaHei"/>
                <a:cs typeface="+mn-lt"/>
              </a:rPr>
              <a:t>MORE</a:t>
            </a:r>
            <a:r>
              <a:rPr lang="zh-CN" sz="1400">
                <a:solidFill>
                  <a:srgbClr val="000000"/>
                </a:solidFill>
                <a:latin typeface="Microsoft YaHei"/>
                <a:ea typeface="Microsoft YaHei"/>
                <a:cs typeface="+mn-lt"/>
              </a:rPr>
              <a:t>By rare activation, achieving lower delays and power consumption at equal quantity of parsons, providing ideal architecture for the end side deployment</a:t>
            </a:r>
            <a:r>
              <a:rPr lang="zh-CN" altLang="en-US" sz="1400">
                <a:solidFill>
                  <a:srgbClr val="000000"/>
                </a:solidFill>
                <a:latin typeface="Microsoft YaHei"/>
                <a:ea typeface="Microsoft YaHei"/>
                <a:cs typeface="+mn-lt"/>
              </a:rPr>
              <a:t>and .</a:t>
            </a:r>
          </a:p>
          <a:p>
            <a:pPr marL="171450" indent="-171450">
              <a:buFont typeface="Arial,Sans-Serif"/>
              <a:buChar char="•"/>
            </a:pPr>
            <a:r>
              <a:rPr lang="zh-CN" sz="1400" b="1">
                <a:solidFill>
                  <a:srgbClr val="000000"/>
                </a:solidFill>
                <a:latin typeface="Microsoft YaHei"/>
                <a:ea typeface="Microsoft YaHei"/>
                <a:cs typeface="+mn-lt"/>
              </a:rPr>
              <a:t>Terminal side: Hardware and ecological remaining layer</a:t>
            </a:r>
            <a:endParaRPr lang="en-US" altLang="zh-CN" sz="1400">
              <a:solidFill>
                <a:srgbClr val="000000"/>
              </a:solidFill>
              <a:latin typeface="Microsoft YaHei"/>
              <a:ea typeface="Microsoft YaHei"/>
              <a:cs typeface="Arial"/>
            </a:endParaRPr>
          </a:p>
          <a:p>
            <a:r>
              <a:rPr lang="zh-CN" sz="1400">
                <a:solidFill>
                  <a:srgbClr val="000000"/>
                </a:solidFill>
                <a:latin typeface="Microsoft YaHei"/>
                <a:ea typeface="Microsoft YaHei"/>
                <a:cs typeface="+mn-lt"/>
              </a:rPr>
              <a:t>Current phones, tablets NPU/memory broadband and reasoning framework for MoE, dynamic shape support is insufficient, and actual performance is far from released.</a:t>
            </a:r>
            <a:endParaRPr lang="zh-CN" sz="1400">
              <a:latin typeface="Microsoft YaHei"/>
              <a:ea typeface="Microsoft YaHei"/>
              <a:cs typeface="Arial"/>
            </a:endParaRPr>
          </a:p>
        </p:txBody>
      </p:sp>
      <p:sp>
        <p:nvSpPr>
          <p:cNvPr id="5" name="文本框 4">
            <a:extLst>
              <a:ext uri="{FF2B5EF4-FFF2-40B4-BE49-F238E27FC236}">
                <a16:creationId xmlns:a16="http://schemas.microsoft.com/office/drawing/2014/main" id="{A5302C57-0F75-5F97-1A96-F32C88F4A4B6}"/>
              </a:ext>
            </a:extLst>
          </p:cNvPr>
          <p:cNvSpPr txBox="1"/>
          <p:nvPr/>
        </p:nvSpPr>
        <p:spPr>
          <a:xfrm>
            <a:off x="196331" y="2011146"/>
            <a:ext cx="8802760" cy="307777"/>
          </a:xfrm>
          <a:prstGeom prst="rect">
            <a:avLst/>
          </a:prstGeom>
          <a:noFill/>
        </p:spPr>
        <p:txBody>
          <a:bodyPr wrap="square" lIns="91440" tIns="45720" rIns="91440" bIns="45720" rtlCol="0" anchor="t">
            <a:spAutoFit/>
          </a:bodyPr>
          <a:lstStyle/>
          <a:p>
            <a:pPr marL="285750" indent="-285750">
              <a:buFont typeface="Wingdings"/>
              <a:buChar char="Ø"/>
            </a:pPr>
            <a:r>
              <a:rPr lang="zh-CN" altLang="en-US" sz="1400" b="1">
                <a:latin typeface="Microsoft YaHei"/>
                <a:ea typeface="Microsoft YaHei"/>
                <a:cs typeface="Arial"/>
              </a:rPr>
              <a:t>Difficulty in implementation of the current tablet.</a:t>
            </a:r>
          </a:p>
        </p:txBody>
      </p:sp>
      <p:sp>
        <p:nvSpPr>
          <p:cNvPr id="7" name="文本框 6">
            <a:extLst>
              <a:ext uri="{FF2B5EF4-FFF2-40B4-BE49-F238E27FC236}">
                <a16:creationId xmlns:a16="http://schemas.microsoft.com/office/drawing/2014/main" id="{F312BF90-4335-866C-8861-A6551373BFC3}"/>
              </a:ext>
            </a:extLst>
          </p:cNvPr>
          <p:cNvSpPr txBox="1"/>
          <p:nvPr/>
        </p:nvSpPr>
        <p:spPr>
          <a:xfrm>
            <a:off x="207062" y="2320173"/>
            <a:ext cx="8801209" cy="1169551"/>
          </a:xfrm>
          <a:prstGeom prst="rect">
            <a:avLst/>
          </a:prstGeom>
          <a:noFill/>
        </p:spPr>
        <p:txBody>
          <a:bodyPr wrap="square" lIns="91440" tIns="45720" rIns="91440" bIns="45720" rtlCol="0" anchor="t">
            <a:spAutoFit/>
          </a:bodyPr>
          <a:lstStyle/>
          <a:p>
            <a:r>
              <a:rPr lang="zh-CN" altLang="en-US" sz="1400">
                <a:solidFill>
                  <a:srgbClr val="000000"/>
                </a:solidFill>
                <a:latin typeface="Microsoft YaHei"/>
                <a:ea typeface="Microsoft YaHei"/>
                <a:cs typeface="+mn-lt"/>
              </a:rPr>
              <a:t>Unlike PC architecture, the phone, tablet NPU, CPU etc share the same battery, because the current device memory generally does not exceed 16GB, max 32GB, and the smallest MoE model of the Qwen 3.5 (3.6 etc) series (35B-A3B),</a:t>
            </a:r>
            <a:r>
              <a:rPr lang="zh-CN" sz="1400">
                <a:solidFill>
                  <a:srgbClr val="000000"/>
                </a:solidFill>
                <a:latin typeface="Microsoft YaHei"/>
                <a:ea typeface="Microsoft YaHei"/>
                <a:cs typeface="+mn-lt"/>
              </a:rPr>
              <a:t>Unable to fully load to the device memory</a:t>
            </a:r>
            <a:r>
              <a:rPr lang="zh-CN" altLang="en-US" sz="1400">
                <a:solidFill>
                  <a:srgbClr val="000000"/>
                </a:solidFill>
                <a:latin typeface="Microsoft YaHei"/>
                <a:ea typeface="Microsoft YaHei"/>
                <a:cs typeface="+mn-lt"/>
              </a:rPr>
              <a:t>and .</a:t>
            </a:r>
            <a:r>
              <a:rPr lang="zh-CN" sz="1400">
                <a:solidFill>
                  <a:srgbClr val="000000"/>
                </a:solidFill>
                <a:latin typeface="Microsoft YaHei"/>
                <a:ea typeface="Microsoft YaHei"/>
                <a:cs typeface="+mn-lt"/>
              </a:rPr>
              <a:t>Thus</a:t>
            </a:r>
            <a:r>
              <a:rPr lang="zh-CN" altLang="en-US" sz="1400">
                <a:solidFill>
                  <a:srgbClr val="000000"/>
                </a:solidFill>
                <a:latin typeface="Microsoft YaHei"/>
                <a:ea typeface="Microsoft YaHei"/>
                <a:cs typeface="+mn-lt"/>
              </a:rPr>
              <a:t>Only the expert weight can be placed in external storage and read it again in the device memory when needed. Once activated parameter 3B, the end-side calculation resources are sufficient.</a:t>
            </a:r>
            <a:endParaRPr lang="zh-CN" sz="1400">
              <a:solidFill>
                <a:srgbClr val="000000"/>
              </a:solidFill>
              <a:latin typeface="Microsoft YaHei"/>
              <a:ea typeface="Microsoft YaHei"/>
              <a:cs typeface="+mn-lt"/>
            </a:endParaRPr>
          </a:p>
          <a:p>
            <a:r>
              <a:rPr lang="zh-CN" altLang="en-US" sz="1400">
                <a:solidFill>
                  <a:srgbClr val="000000"/>
                </a:solidFill>
                <a:latin typeface="Microsoft YaHei"/>
                <a:ea typeface="Microsoft YaHei"/>
                <a:cs typeface="+mn-lt"/>
              </a:rPr>
              <a:t>But the process of reasoning requires frequent IO operations, limited to the limitation of UFS4.1 transmission speed (theoretical</a:t>
            </a:r>
            <a:r>
              <a:rPr lang="en-US" altLang="zh-CN" sz="1400">
                <a:solidFill>
                  <a:srgbClr val="000000"/>
                </a:solidFill>
                <a:latin typeface="Microsoft YaHei"/>
                <a:ea typeface="Microsoft YaHei"/>
                <a:cs typeface="+mn-lt"/>
              </a:rPr>
              <a:t>~2.46GB/s and</a:t>
            </a:r>
            <a:r>
              <a:rPr lang="zh-CN" altLang="en-US" sz="1400">
                <a:solidFill>
                  <a:srgbClr val="000000"/>
                </a:solidFill>
                <a:latin typeface="Microsoft YaHei"/>
                <a:ea typeface="Microsoft YaHei"/>
                <a:cs typeface="+mn-lt"/>
              </a:rPr>
              <a:t>Examination</a:t>
            </a:r>
            <a:r>
              <a:rPr lang="en-US" altLang="zh-CN" sz="1400">
                <a:solidFill>
                  <a:srgbClr val="000000"/>
                </a:solidFill>
                <a:latin typeface="Microsoft YaHei"/>
                <a:ea typeface="Microsoft YaHei"/>
                <a:cs typeface="+mn-lt"/>
              </a:rPr>
              <a:t>0.91GB/s</a:t>
            </a:r>
            <a:r>
              <a:rPr lang="zh-CN" altLang="en-US" sz="1400">
                <a:solidFill>
                  <a:srgbClr val="000000"/>
                </a:solidFill>
                <a:latin typeface="Microsoft YaHei"/>
                <a:ea typeface="Microsoft YaHei"/>
                <a:cs typeface="+mn-lt"/>
              </a:rPr>
              <a:t>35BMoE model is rational on 8850 chips</a:t>
            </a:r>
            <a:r>
              <a:rPr lang="en-US" altLang="zh-CN" sz="1400">
                <a:solidFill>
                  <a:srgbClr val="000000"/>
                </a:solidFill>
                <a:latin typeface="Microsoft YaHei"/>
                <a:ea typeface="Microsoft YaHei"/>
                <a:cs typeface="+mn-lt"/>
              </a:rPr>
              <a:t>Decode</a:t>
            </a:r>
            <a:r>
              <a:rPr lang="zh-CN" altLang="en-US" sz="1400">
                <a:solidFill>
                  <a:srgbClr val="000000"/>
                </a:solidFill>
                <a:latin typeface="Microsoft YaHei"/>
                <a:ea typeface="Microsoft YaHei"/>
                <a:cs typeface="+mn-lt"/>
              </a:rPr>
              <a:t>Speed is only 5tok/s.</a:t>
            </a:r>
            <a:endParaRPr lang="zh-CN" sz="1400">
              <a:latin typeface="Microsoft YaHei"/>
              <a:ea typeface="Microsoft YaHei"/>
              <a:cs typeface="Arial"/>
            </a:endParaRPr>
          </a:p>
        </p:txBody>
      </p:sp>
      <p:pic>
        <p:nvPicPr>
          <p:cNvPr id="4" name="图片 3">
            <a:extLst>
              <a:ext uri="{FF2B5EF4-FFF2-40B4-BE49-F238E27FC236}">
                <a16:creationId xmlns:a16="http://schemas.microsoft.com/office/drawing/2014/main" id="{2E06ACA5-AE3F-2845-2751-6BA00CEC1E91}"/>
              </a:ext>
            </a:extLst>
          </p:cNvPr>
          <p:cNvPicPr>
            <a:picLocks noChangeAspect="1"/>
          </p:cNvPicPr>
          <p:nvPr/>
        </p:nvPicPr>
        <p:blipFill>
          <a:blip r:embed="rId3"/>
          <a:srcRect b="282"/>
          <a:stretch>
            <a:fillRect/>
          </a:stretch>
        </p:blipFill>
        <p:spPr>
          <a:xfrm>
            <a:off x="5762625" y="3445118"/>
            <a:ext cx="2674328" cy="1488825"/>
          </a:xfrm>
          <a:prstGeom prst="rect">
            <a:avLst/>
          </a:prstGeom>
        </p:spPr>
      </p:pic>
      <p:pic>
        <p:nvPicPr>
          <p:cNvPr id="8" name="图片 7">
            <a:extLst>
              <a:ext uri="{FF2B5EF4-FFF2-40B4-BE49-F238E27FC236}">
                <a16:creationId xmlns:a16="http://schemas.microsoft.com/office/drawing/2014/main" id="{694C2BB8-F3D9-2566-FEB4-3C1EBA39B212}"/>
              </a:ext>
            </a:extLst>
          </p:cNvPr>
          <p:cNvPicPr>
            <a:picLocks noChangeAspect="1"/>
          </p:cNvPicPr>
          <p:nvPr/>
        </p:nvPicPr>
        <p:blipFill>
          <a:blip r:embed="rId4"/>
          <a:stretch>
            <a:fillRect/>
          </a:stretch>
        </p:blipFill>
        <p:spPr>
          <a:xfrm>
            <a:off x="159683" y="3480891"/>
            <a:ext cx="5387229" cy="1451032"/>
          </a:xfrm>
          <a:prstGeom prst="rect">
            <a:avLst/>
          </a:prstGeom>
        </p:spPr>
      </p:pic>
    </p:spTree>
    <p:extLst>
      <p:ext uri="{BB962C8B-B14F-4D97-AF65-F5344CB8AC3E}">
        <p14:creationId xmlns:p14="http://schemas.microsoft.com/office/powerpoint/2010/main" val="239023133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44DFB-522F-2189-3391-D710A603A4B1}"/>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701643FB-8DCF-9C66-63E5-D954A2287831}"/>
              </a:ext>
            </a:extLst>
          </p:cNvPr>
          <p:cNvSpPr>
            <a:spLocks noGrp="1"/>
          </p:cNvSpPr>
          <p:nvPr>
            <p:ph type="body" sz="quarter" idx="10"/>
          </p:nvPr>
        </p:nvSpPr>
        <p:spPr/>
        <p:txBody>
          <a:bodyPr/>
          <a:lstStyle/>
          <a:p>
            <a:r>
              <a:rPr lang="zh-CN" altLang="en-US">
                <a:latin typeface="Arial"/>
                <a:ea typeface="黑体"/>
                <a:cs typeface="Arial"/>
              </a:rPr>
              <a:t>End-side reasoning research development trends</a:t>
            </a:r>
            <a:endParaRPr lang="zh-CN" altLang="en-US">
              <a:latin typeface="Arial"/>
              <a:cs typeface="Arial"/>
            </a:endParaRPr>
          </a:p>
        </p:txBody>
      </p:sp>
      <p:sp>
        <p:nvSpPr>
          <p:cNvPr id="7" name="文本框 6">
            <a:extLst>
              <a:ext uri="{FF2B5EF4-FFF2-40B4-BE49-F238E27FC236}">
                <a16:creationId xmlns:a16="http://schemas.microsoft.com/office/drawing/2014/main" id="{5159220D-5A7F-67E7-C7B9-2DA9556FD0FC}"/>
              </a:ext>
            </a:extLst>
          </p:cNvPr>
          <p:cNvSpPr txBox="1"/>
          <p:nvPr/>
        </p:nvSpPr>
        <p:spPr>
          <a:xfrm>
            <a:off x="105046" y="921160"/>
            <a:ext cx="8945635" cy="1169551"/>
          </a:xfrm>
          <a:prstGeom prst="rect">
            <a:avLst/>
          </a:prstGeom>
          <a:noFill/>
        </p:spPr>
        <p:txBody>
          <a:bodyPr wrap="square" lIns="91440" tIns="45720" rIns="91440" bIns="45720" rtlCol="0" anchor="t">
            <a:spAutoFit/>
          </a:bodyPr>
          <a:lstStyle/>
          <a:p>
            <a:pPr marL="285750" indent="-285750">
              <a:buFont typeface="Arial"/>
              <a:buChar char="•"/>
            </a:pPr>
            <a:r>
              <a:rPr lang="zh-CN" altLang="en-US" sz="1400">
                <a:latin typeface="微软雅黑"/>
                <a:ea typeface="微软雅黑"/>
                <a:cs typeface="Arial"/>
              </a:rPr>
              <a:t>The small models of Dense architecture and MoE architecture, the capacity of the modernization is increasingly stronger. Take the end-side common 4B-level Dense models. Scores on MLU-Pro, such as Qwen 3.5-4B have overpassed the previous 14B models, and the 72B's Qwen 2.5 models. Expected in the 27 year, the capacity of the 4B model will be stronger, and the ML</a:t>
            </a:r>
          </a:p>
          <a:p>
            <a:pPr marL="285750" indent="-285750">
              <a:buFont typeface="Arial"/>
              <a:buChar char="•"/>
            </a:pPr>
            <a:r>
              <a:rPr lang="zh-CN" altLang="en-US" sz="1400">
                <a:latin typeface="微软雅黑"/>
                <a:ea typeface="微软雅黑"/>
                <a:cs typeface="Arial"/>
              </a:rPr>
              <a:t>With the hardware of mobile devices’ computing and memory, the stronger capacity 14B models are expected to be installed on mobile devices.</a:t>
            </a:r>
          </a:p>
          <a:p>
            <a:pPr marL="285750" indent="-285750">
              <a:buFont typeface="Arial"/>
              <a:buChar char="•"/>
            </a:pPr>
            <a:endParaRPr lang="zh-CN" altLang="en-US" sz="1400">
              <a:latin typeface="微软雅黑"/>
              <a:ea typeface="微软雅黑"/>
              <a:cs typeface="Arial"/>
            </a:endParaRPr>
          </a:p>
        </p:txBody>
      </p:sp>
      <p:sp>
        <p:nvSpPr>
          <p:cNvPr id="6" name="文本框 5">
            <a:extLst>
              <a:ext uri="{FF2B5EF4-FFF2-40B4-BE49-F238E27FC236}">
                <a16:creationId xmlns:a16="http://schemas.microsoft.com/office/drawing/2014/main" id="{F9A9E6B0-009F-FFC5-ADE7-615FF19D6FB2}"/>
              </a:ext>
            </a:extLst>
          </p:cNvPr>
          <p:cNvSpPr txBox="1"/>
          <p:nvPr/>
        </p:nvSpPr>
        <p:spPr>
          <a:xfrm>
            <a:off x="73239" y="613169"/>
            <a:ext cx="8802760" cy="307777"/>
          </a:xfrm>
          <a:prstGeom prst="rect">
            <a:avLst/>
          </a:prstGeom>
          <a:noFill/>
        </p:spPr>
        <p:txBody>
          <a:bodyPr wrap="square" lIns="91440" tIns="45720" rIns="91440" bIns="45720" rtlCol="0" anchor="t">
            <a:spAutoFit/>
          </a:bodyPr>
          <a:lstStyle/>
          <a:p>
            <a:pPr marL="285750" indent="-285750">
              <a:buFont typeface="Wingdings"/>
              <a:buChar char="Ø"/>
            </a:pPr>
            <a:r>
              <a:rPr lang="zh-CN" altLang="en-US" sz="1400" b="1">
                <a:latin typeface="Microsoft YaHei"/>
                <a:ea typeface="Microsoft YaHei"/>
                <a:cs typeface="Arial"/>
              </a:rPr>
              <a:t>The value of implementation</a:t>
            </a:r>
          </a:p>
        </p:txBody>
      </p:sp>
      <p:pic>
        <p:nvPicPr>
          <p:cNvPr id="12" name="图片 11">
            <a:extLst>
              <a:ext uri="{FF2B5EF4-FFF2-40B4-BE49-F238E27FC236}">
                <a16:creationId xmlns:a16="http://schemas.microsoft.com/office/drawing/2014/main" id="{D862D669-EB84-B015-CF45-F51722C09461}"/>
              </a:ext>
            </a:extLst>
          </p:cNvPr>
          <p:cNvPicPr>
            <a:picLocks noChangeAspect="1"/>
          </p:cNvPicPr>
          <p:nvPr/>
        </p:nvPicPr>
        <p:blipFill>
          <a:blip r:embed="rId3"/>
          <a:stretch>
            <a:fillRect/>
          </a:stretch>
        </p:blipFill>
        <p:spPr>
          <a:xfrm>
            <a:off x="5486400" y="1982461"/>
            <a:ext cx="3596056" cy="677417"/>
          </a:xfrm>
          <a:prstGeom prst="rect">
            <a:avLst/>
          </a:prstGeom>
        </p:spPr>
      </p:pic>
      <p:graphicFrame>
        <p:nvGraphicFramePr>
          <p:cNvPr id="14" name="表格 13">
            <a:extLst>
              <a:ext uri="{FF2B5EF4-FFF2-40B4-BE49-F238E27FC236}">
                <a16:creationId xmlns:a16="http://schemas.microsoft.com/office/drawing/2014/main" id="{8C0EB058-E1E6-2C77-DE13-6FFC2522FE79}"/>
              </a:ext>
            </a:extLst>
          </p:cNvPr>
          <p:cNvGraphicFramePr>
            <a:graphicFrameLocks noGrp="1"/>
          </p:cNvGraphicFramePr>
          <p:nvPr>
            <p:extLst>
              <p:ext uri="{D42A27DB-BD31-4B8C-83A1-F6EECF244321}">
                <p14:modId xmlns:p14="http://schemas.microsoft.com/office/powerpoint/2010/main" val="261642555"/>
              </p:ext>
            </p:extLst>
          </p:nvPr>
        </p:nvGraphicFramePr>
        <p:xfrm>
          <a:off x="5486400" y="2708935"/>
          <a:ext cx="3560626" cy="2405164"/>
        </p:xfrm>
        <a:graphic>
          <a:graphicData uri="http://schemas.openxmlformats.org/drawingml/2006/table">
            <a:tbl>
              <a:tblPr bandRow="1">
                <a:tableStyleId>{5C22544A-7EE6-4342-B048-85BDC9FD1C3A}</a:tableStyleId>
              </a:tblPr>
              <a:tblGrid>
                <a:gridCol w="561413">
                  <a:extLst>
                    <a:ext uri="{9D8B030D-6E8A-4147-A177-3AD203B41FA5}">
                      <a16:colId xmlns:a16="http://schemas.microsoft.com/office/drawing/2014/main" val="2154643076"/>
                    </a:ext>
                  </a:extLst>
                </a:gridCol>
                <a:gridCol w="896570">
                  <a:extLst>
                    <a:ext uri="{9D8B030D-6E8A-4147-A177-3AD203B41FA5}">
                      <a16:colId xmlns:a16="http://schemas.microsoft.com/office/drawing/2014/main" val="2454005943"/>
                    </a:ext>
                  </a:extLst>
                </a:gridCol>
                <a:gridCol w="1212485">
                  <a:extLst>
                    <a:ext uri="{9D8B030D-6E8A-4147-A177-3AD203B41FA5}">
                      <a16:colId xmlns:a16="http://schemas.microsoft.com/office/drawing/2014/main" val="1473653666"/>
                    </a:ext>
                  </a:extLst>
                </a:gridCol>
                <a:gridCol w="890158">
                  <a:extLst>
                    <a:ext uri="{9D8B030D-6E8A-4147-A177-3AD203B41FA5}">
                      <a16:colId xmlns:a16="http://schemas.microsoft.com/office/drawing/2014/main" val="3732065555"/>
                    </a:ext>
                  </a:extLst>
                </a:gridCol>
              </a:tblGrid>
              <a:tr h="393484">
                <a:tc>
                  <a:txBody>
                    <a:bodyPr/>
                    <a:lstStyle/>
                    <a:p>
                      <a:pPr lvl="0" algn="ctr">
                        <a:buNone/>
                      </a:pPr>
                      <a:r>
                        <a:rPr lang="zh-CN" sz="1100" b="1">
                          <a:effectLst/>
                          <a:latin typeface="Microsoft YaHei"/>
                          <a:ea typeface="Microsoft YaHei"/>
                        </a:rPr>
                        <a:t>Type of equipment</a:t>
                      </a:r>
                      <a:endParaRPr lang="zh-CN" b="1">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zh-CN" altLang="en-US" sz="1100" b="1">
                          <a:effectLst/>
                          <a:latin typeface="Microsoft YaHei"/>
                          <a:ea typeface="Microsoft YaHei"/>
                        </a:rPr>
                        <a:t>Memory of Equipment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zh-CN" altLang="en-US" sz="1100" b="1" i="0" u="none" strike="noStrike" noProof="0">
                          <a:solidFill>
                            <a:srgbClr val="000000"/>
                          </a:solidFill>
                          <a:effectLst/>
                          <a:latin typeface="Microsoft YaHei"/>
                          <a:ea typeface="Microsoft YaHei"/>
                        </a:rPr>
                        <a:t>Maximum carried model</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zh-CN" altLang="en-US" sz="1100" b="1">
                          <a:effectLst/>
                          <a:latin typeface="Microsoft YaHei"/>
                          <a:ea typeface="Microsoft YaHei"/>
                        </a:rPr>
                        <a:t>Capacity to respond</a:t>
                      </a:r>
                      <a:endParaRPr lang="zh-CN" sz="1100" b="1">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07776553"/>
                  </a:ext>
                </a:extLst>
              </a:tr>
              <a:tr h="393484">
                <a:tc rowSpan="4">
                  <a:txBody>
                    <a:bodyPr/>
                    <a:lstStyle/>
                    <a:p>
                      <a:pPr lvl="0" algn="ctr">
                        <a:buNone/>
                      </a:pPr>
                      <a:r>
                        <a:rPr lang="zh-CN" altLang="en-US" sz="1100">
                          <a:effectLst/>
                          <a:latin typeface="Microsoft YaHei"/>
                          <a:ea typeface="Microsoft YaHei"/>
                        </a:rPr>
                        <a:t>Phone and Tablet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altLang="zh-CN" sz="1100">
                          <a:effectLst/>
                          <a:latin typeface="Microsoft YaHei"/>
                          <a:ea typeface="Microsoft YaHei"/>
                        </a:rPr>
                        <a:t>32G</a:t>
                      </a:r>
                      <a:endParaRPr lang="zh-CN" sz="1100">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en-US" sz="1100" b="0" i="0" u="none" strike="noStrike" noProof="0">
                          <a:solidFill>
                            <a:srgbClr val="000000"/>
                          </a:solidFill>
                          <a:effectLst/>
                          <a:latin typeface="Microsoft YaHei"/>
                          <a:ea typeface="Microsoft YaHei"/>
                        </a:rPr>
                        <a:t>(Int8 version of the version)</a:t>
                      </a:r>
                    </a:p>
                    <a:p>
                      <a:pPr lvl="0" algn="ctr">
                        <a:buNone/>
                      </a:pPr>
                      <a:r>
                        <a:rPr lang="en-US" altLang="zh-CN" sz="1100">
                          <a:effectLst/>
                          <a:latin typeface="Microsoft YaHei"/>
                          <a:ea typeface="Microsoft YaHei"/>
                        </a:rPr>
                        <a:t>27B density model; (30.9GB)</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sz="900" b="0" i="0" u="none" strike="noStrike" noProof="0" err="1">
                          <a:solidFill>
                            <a:srgbClr val="000000"/>
                          </a:solidFill>
                          <a:effectLst/>
                          <a:latin typeface="Arial"/>
                          <a:ea typeface="Microsoft YaHei"/>
                          <a:cs typeface="Arial"/>
                        </a:rPr>
                        <a:t>Agent</a:t>
                      </a:r>
                      <a:r>
                        <a:rPr lang="en-US" sz="900" b="0" i="0" u="none" strike="noStrike" noProof="0" err="1">
                          <a:effectLst/>
                          <a:latin typeface="Microsoft YaHei"/>
                          <a:ea typeface="Microsoft YaHei"/>
                        </a:rPr>
                        <a:t>Workflow</a:t>
                      </a:r>
                      <a:r>
                        <a:rPr lang="en-US" sz="900" b="0" i="0" u="none" strike="noStrike" noProof="0">
                          <a:effectLst/>
                          <a:latin typeface="Microsoft YaHei"/>
                          <a:ea typeface="Microsoft YaHei"/>
                        </a:rPr>
                        <a:t/>
                      </a:r>
                      <a:r>
                        <a:rPr lang="zh-CN" altLang="en-US" sz="900" b="0" i="0" u="none" strike="noStrike" noProof="0">
                          <a:effectLst/>
                          <a:latin typeface="Microsoft YaHei"/>
                          <a:ea typeface="Microsoft YaHei"/>
                        </a:rPr>
                        <a:t>Code generation etc.</a:t>
                      </a:r>
                      <a:endParaRPr lang="en-US" sz="900" b="0" i="0" u="none" strike="noStrike" noProof="0">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455646096"/>
                  </a:ext>
                </a:extLst>
              </a:tr>
              <a:tr h="393484">
                <a:tc vMerge="1">
                  <a:txBody>
                    <a:bodyPr/>
                    <a:lstStyle/>
                    <a:p>
                      <a:endParaRPr lang="zh-CN"/>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altLang="zh-CN" sz="1100">
                          <a:effectLst/>
                          <a:latin typeface="Microsoft YaHei"/>
                          <a:ea typeface="Microsoft YaHei"/>
                        </a:rPr>
                        <a:t>24G</a:t>
                      </a:r>
                      <a:endParaRPr lang="zh-CN" sz="1100">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en-US" altLang="zh-CN" sz="1100" b="0" i="0" u="none" strike="noStrike" noProof="0">
                          <a:solidFill>
                            <a:srgbClr val="000000"/>
                          </a:solidFill>
                          <a:effectLst/>
                          <a:latin typeface="Microsoft YaHei"/>
                          <a:ea typeface="Microsoft YaHei"/>
                        </a:rPr>
                        <a:t>(Int4 version of the version)</a:t>
                      </a:r>
                      <a:endParaRPr lang="zh-CN" altLang="en-US"/>
                    </a:p>
                    <a:p>
                      <a:pPr lvl="0" algn="ctr">
                        <a:lnSpc>
                          <a:spcPct val="100000"/>
                        </a:lnSpc>
                        <a:spcBef>
                          <a:spcPts val="0"/>
                        </a:spcBef>
                        <a:spcAft>
                          <a:spcPts val="0"/>
                        </a:spcAft>
                        <a:buNone/>
                      </a:pPr>
                      <a:r>
                        <a:rPr lang="en-US" altLang="zh-CN" sz="1100" b="0" i="0" u="none" strike="noStrike" noProof="0">
                          <a:solidFill>
                            <a:srgbClr val="000000"/>
                          </a:solidFill>
                          <a:effectLst/>
                          <a:latin typeface="Microsoft YaHei"/>
                          <a:ea typeface="Microsoft YaHei"/>
                        </a:rPr>
                        <a:t>27B</a:t>
                      </a:r>
                      <a:r>
                        <a:rPr lang="zh-CN" altLang="en-US" sz="1100" b="0" i="0" u="none" strike="noStrike" noProof="0">
                          <a:solidFill>
                            <a:srgbClr val="000000"/>
                          </a:solidFill>
                          <a:effectLst/>
                          <a:latin typeface="Microsoft YaHei"/>
                          <a:ea typeface="Microsoft YaHei"/>
                        </a:rPr>
                        <a:t>The density model;</a:t>
                      </a:r>
                    </a:p>
                    <a:p>
                      <a:pPr lvl="0" algn="ctr">
                        <a:lnSpc>
                          <a:spcPct val="100000"/>
                        </a:lnSpc>
                        <a:spcBef>
                          <a:spcPts val="0"/>
                        </a:spcBef>
                        <a:spcAft>
                          <a:spcPts val="0"/>
                        </a:spcAft>
                        <a:buNone/>
                      </a:pPr>
                      <a:r>
                        <a:rPr lang="zh-CN" altLang="en-US" sz="1100" b="0" i="0" u="none" strike="noStrike" noProof="0">
                          <a:solidFill>
                            <a:srgbClr val="000000"/>
                          </a:solidFill>
                          <a:effectLst/>
                          <a:latin typeface="Microsoft YaHei"/>
                          <a:ea typeface="Microsoft YaHei"/>
                        </a:rPr>
                        <a:t>(</a:t>
                      </a:r>
                      <a:r>
                        <a:rPr lang="en-US" altLang="zh-CN" sz="1100" b="0" i="0" u="none" strike="noStrike" noProof="0">
                          <a:solidFill>
                            <a:srgbClr val="000000"/>
                          </a:solidFill>
                          <a:effectLst/>
                          <a:latin typeface="Microsoft YaHei"/>
                          <a:ea typeface="Microsoft YaHei"/>
                        </a:rPr>
                        <a:t>by 19.5GB</a:t>
                      </a:r>
                      <a:r>
                        <a:rPr lang="zh-CN" altLang="en-US" sz="1100" b="0" i="0" u="none" strike="noStrike" noProof="0">
                          <a:solidFill>
                            <a:srgbClr val="000000"/>
                          </a:solidFill>
                          <a:effectLst/>
                          <a:latin typeface="Microsoft YaHei"/>
                          <a:ea typeface="Microsoft YaHei"/>
                        </a:rPr>
                        <a:t>)</a:t>
                      </a:r>
                      <a:endParaRPr lang="zh-CN" sz="1100" b="0" i="0" u="none" strike="noStrike" noProof="0">
                        <a:solidFill>
                          <a:srgbClr val="000000"/>
                        </a:solidFill>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en-US" sz="900" b="0" i="0" u="none" strike="noStrike" noProof="0" err="1">
                          <a:solidFill>
                            <a:srgbClr val="000000"/>
                          </a:solidFill>
                          <a:effectLst/>
                          <a:latin typeface="Arial"/>
                          <a:ea typeface="Microsoft YaHei"/>
                          <a:cs typeface="Arial"/>
                        </a:rPr>
                        <a:t>Agent</a:t>
                      </a:r>
                      <a:r>
                        <a:rPr lang="en-US" sz="900" b="0" i="0" u="none" strike="noStrike" noProof="0" err="1">
                          <a:solidFill>
                            <a:srgbClr val="000000"/>
                          </a:solidFill>
                          <a:effectLst/>
                          <a:latin typeface="Microsoft YaHei"/>
                          <a:ea typeface="Microsoft YaHei"/>
                        </a:rPr>
                        <a:t>Workflow</a:t>
                      </a:r>
                      <a:r>
                        <a:rPr lang="en-US" sz="900" b="0" i="0" u="none" strike="noStrike" noProof="0">
                          <a:solidFill>
                            <a:srgbClr val="000000"/>
                          </a:solidFill>
                          <a:effectLst/>
                          <a:latin typeface="Microsoft YaHei"/>
                          <a:ea typeface="Microsoft YaHei"/>
                        </a:rPr>
                        <a:t/>
                      </a:r>
                      <a:r>
                        <a:rPr lang="zh-CN" altLang="en-US" sz="900" b="0" i="0" u="none" strike="noStrike" noProof="0">
                          <a:solidFill>
                            <a:srgbClr val="000000"/>
                          </a:solidFill>
                          <a:effectLst/>
                          <a:latin typeface="Microsoft YaHei"/>
                          <a:ea typeface="Microsoft YaHei"/>
                        </a:rPr>
                        <a:t>Code generation etc.</a:t>
                      </a:r>
                      <a:endParaRPr lang="en-US" sz="900" b="0" i="0" u="none" strike="noStrike" noProof="0">
                        <a:solidFill>
                          <a:srgbClr val="000000"/>
                        </a:solidFill>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060102691"/>
                  </a:ext>
                </a:extLst>
              </a:tr>
              <a:tr h="393484">
                <a:tc vMerge="1">
                  <a:txBody>
                    <a:bodyPr/>
                    <a:lstStyle/>
                    <a:p>
                      <a:endParaRPr lang="zh-CN"/>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altLang="zh-CN" sz="1100">
                          <a:effectLst/>
                          <a:latin typeface="Microsoft YaHei"/>
                          <a:ea typeface="Microsoft YaHei"/>
                        </a:rPr>
                        <a:t>16G</a:t>
                      </a:r>
                      <a:endParaRPr lang="zh-CN" sz="1100">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100" b="0" i="0" u="none" strike="noStrike" noProof="0">
                          <a:solidFill>
                            <a:srgbClr val="000000"/>
                          </a:solidFill>
                          <a:effectLst/>
                          <a:latin typeface="Microsoft YaHei"/>
                          <a:ea typeface="Microsoft YaHei"/>
                        </a:rPr>
                        <a:t>(Int8 version of the version)</a:t>
                      </a:r>
                    </a:p>
                    <a:p>
                      <a:pPr lvl="0" algn="ctr">
                        <a:buNone/>
                      </a:pPr>
                      <a:r>
                        <a:rPr lang="en-US" altLang="zh-CN" sz="1100" b="0" i="0" u="none" strike="noStrike" noProof="0">
                          <a:solidFill>
                            <a:srgbClr val="000000"/>
                          </a:solidFill>
                          <a:effectLst/>
                          <a:latin typeface="Microsoft YaHei"/>
                          <a:ea typeface="Microsoft YaHei"/>
                        </a:rPr>
                        <a:t>14B</a:t>
                      </a:r>
                      <a:r>
                        <a:rPr lang="zh-CN" altLang="en-US" sz="1100" b="0" i="0" u="none" strike="noStrike" noProof="0">
                          <a:solidFill>
                            <a:srgbClr val="000000"/>
                          </a:solidFill>
                          <a:effectLst/>
                          <a:latin typeface="Microsoft YaHei"/>
                          <a:ea typeface="Microsoft YaHei"/>
                        </a:rPr>
                        <a:t>The Intensity Model</a:t>
                      </a:r>
                    </a:p>
                    <a:p>
                      <a:pPr lvl="0" algn="ctr">
                        <a:buNone/>
                      </a:pPr>
                      <a:r>
                        <a:rPr lang="zh-CN" altLang="en-US" sz="1100" b="0" i="0" u="none" strike="noStrike" noProof="0">
                          <a:solidFill>
                            <a:srgbClr val="000000"/>
                          </a:solidFill>
                          <a:effectLst/>
                          <a:latin typeface="Microsoft YaHei"/>
                          <a:ea typeface="Microsoft YaHei"/>
                        </a:rPr>
                        <a:t>(15.68GB of the)</a:t>
                      </a: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ctr">
                        <a:buNone/>
                      </a:pPr>
                      <a:r>
                        <a:rPr lang="en-US" sz="900" b="0" i="0" u="none" strike="noStrike" noProof="0" err="1">
                          <a:effectLst/>
                          <a:latin typeface="Microsoft YaHei"/>
                          <a:ea typeface="Microsoft YaHei"/>
                        </a:rPr>
                        <a:t>Smart Assistant</a:t>
                      </a:r>
                      <a:r>
                        <a:rPr lang="en-US" sz="900" b="0" i="0" u="none" strike="noStrike" noProof="0">
                          <a:effectLst/>
                          <a:latin typeface="Microsoft YaHei"/>
                          <a:ea typeface="Microsoft YaHei"/>
                        </a:rPr>
                        <a:t/>
                      </a:r>
                      <a:r>
                        <a:rPr lang="zh-CN" altLang="en-US" sz="900" b="0" i="0" u="none" strike="noStrike" noProof="0">
                          <a:effectLst/>
                          <a:latin typeface="Microsoft YaHei"/>
                          <a:ea typeface="Microsoft YaHei"/>
                        </a:rPr>
                        <a:t>Knowledge Base Questions</a:t>
                      </a:r>
                      <a:endParaRPr lang="zh-CN" altLang="en-US"/>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9904360"/>
                  </a:ext>
                </a:extLst>
              </a:tr>
              <a:tr h="393484">
                <a:tc vMerge="1">
                  <a:txBody>
                    <a:bodyPr/>
                    <a:lstStyle/>
                    <a:p>
                      <a:endParaRPr lang="zh-CN"/>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altLang="zh-CN" sz="1100">
                          <a:effectLst/>
                          <a:latin typeface="Microsoft YaHei"/>
                          <a:ea typeface="Microsoft YaHei"/>
                        </a:rPr>
                        <a:t>12G</a:t>
                      </a: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zh-CN" altLang="en-US" sz="1100" b="0" i="0" u="none" strike="noStrike" noProof="0">
                          <a:solidFill>
                            <a:srgbClr val="000000"/>
                          </a:solidFill>
                          <a:effectLst/>
                          <a:latin typeface="Microsoft YaHei"/>
                          <a:ea typeface="Microsoft YaHei"/>
                        </a:rPr>
                        <a:t>(</a:t>
                      </a:r>
                      <a:r>
                        <a:rPr lang="en-US" altLang="zh-CN" sz="1100" b="0" i="0" u="none" strike="noStrike" noProof="0">
                          <a:solidFill>
                            <a:srgbClr val="000000"/>
                          </a:solidFill>
                          <a:effectLst/>
                          <a:latin typeface="Microsoft YaHei"/>
                          <a:ea typeface="Microsoft YaHei"/>
                        </a:rPr>
                        <a:t>Int8</a:t>
                      </a:r>
                      <a:r>
                        <a:rPr lang="zh-CN" altLang="en-US" sz="1100" b="0" i="0" u="none" strike="noStrike" noProof="0">
                          <a:solidFill>
                            <a:srgbClr val="000000"/>
                          </a:solidFill>
                          <a:effectLst/>
                          <a:latin typeface="Microsoft YaHei"/>
                          <a:ea typeface="Microsoft YaHei"/>
                        </a:rPr>
                        <a:t>The version)</a:t>
                      </a:r>
                      <a:endParaRPr lang="en-US" altLang="zh-CN" sz="1100" b="0" i="0" u="none" strike="noStrike" noProof="0">
                        <a:solidFill>
                          <a:srgbClr val="000000"/>
                        </a:solidFill>
                        <a:effectLst/>
                        <a:latin typeface="Microsoft YaHei"/>
                        <a:ea typeface="Microsoft YaHei"/>
                      </a:endParaRPr>
                    </a:p>
                    <a:p>
                      <a:pPr lvl="0" algn="ctr">
                        <a:buNone/>
                      </a:pPr>
                      <a:r>
                        <a:rPr lang="en-US" altLang="zh-CN" sz="1100" b="0" i="0" u="none" strike="noStrike" noProof="0">
                          <a:solidFill>
                            <a:srgbClr val="000000"/>
                          </a:solidFill>
                          <a:effectLst/>
                          <a:latin typeface="Microsoft YaHei"/>
                          <a:ea typeface="Microsoft YaHei"/>
                        </a:rPr>
                        <a:t>9B</a:t>
                      </a:r>
                      <a:r>
                        <a:rPr lang="zh-CN" altLang="en-US" sz="1100" b="0" i="0" u="none" strike="noStrike" noProof="0">
                          <a:solidFill>
                            <a:srgbClr val="000000"/>
                          </a:solidFill>
                          <a:effectLst/>
                          <a:latin typeface="Microsoft YaHei"/>
                          <a:ea typeface="Microsoft YaHei"/>
                        </a:rPr>
                        <a:t>The Intensity Model</a:t>
                      </a:r>
                    </a:p>
                    <a:p>
                      <a:pPr lvl="0" algn="ctr">
                        <a:buNone/>
                      </a:pPr>
                      <a:r>
                        <a:rPr lang="zh-CN" altLang="en-US" sz="1100" b="0" i="0" u="none" strike="noStrike" noProof="0">
                          <a:solidFill>
                            <a:srgbClr val="000000"/>
                          </a:solidFill>
                          <a:effectLst/>
                          <a:latin typeface="Microsoft YaHei"/>
                          <a:ea typeface="Microsoft YaHei"/>
                        </a:rPr>
                        <a:t>by 0.8 GB</a:t>
                      </a: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900" b="0" i="0" u="none" strike="noStrike" noProof="0" err="1">
                          <a:solidFill>
                            <a:srgbClr val="000000"/>
                          </a:solidFill>
                          <a:effectLst/>
                          <a:latin typeface="Microsoft YaHei"/>
                          <a:ea typeface="Microsoft YaHei"/>
                        </a:rPr>
                        <a:t>Smart Assistant</a:t>
                      </a:r>
                      <a:r>
                        <a:rPr lang="en-US" sz="900" b="0" i="0" u="none" strike="noStrike" noProof="0">
                          <a:solidFill>
                            <a:srgbClr val="000000"/>
                          </a:solidFill>
                          <a:effectLst/>
                          <a:latin typeface="Microsoft YaHei"/>
                          <a:ea typeface="Microsoft YaHei"/>
                        </a:rPr>
                        <a:t/>
                      </a:r>
                      <a:r>
                        <a:rPr lang="zh-CN" altLang="en-US" sz="900" b="0" i="0" u="none" strike="noStrike" noProof="0">
                          <a:solidFill>
                            <a:srgbClr val="000000"/>
                          </a:solidFill>
                          <a:effectLst/>
                          <a:latin typeface="Microsoft YaHei"/>
                          <a:ea typeface="Microsoft YaHei"/>
                        </a:rPr>
                        <a:t>Knowledge Base Questions</a:t>
                      </a:r>
                      <a:endParaRPr lang="en-US" sz="900" b="0" i="0" u="none" strike="noStrike" noProof="0">
                        <a:solidFill>
                          <a:srgbClr val="000000"/>
                        </a:solidFill>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9704474"/>
                  </a:ext>
                </a:extLst>
              </a:tr>
            </a:tbl>
          </a:graphicData>
        </a:graphic>
      </p:graphicFrame>
      <p:pic>
        <p:nvPicPr>
          <p:cNvPr id="15" name="图片 14">
            <a:extLst>
              <a:ext uri="{FF2B5EF4-FFF2-40B4-BE49-F238E27FC236}">
                <a16:creationId xmlns:a16="http://schemas.microsoft.com/office/drawing/2014/main" id="{00A34A34-A77A-5C28-1416-2E5F02145E16}"/>
              </a:ext>
            </a:extLst>
          </p:cNvPr>
          <p:cNvPicPr>
            <a:picLocks noChangeAspect="1"/>
          </p:cNvPicPr>
          <p:nvPr/>
        </p:nvPicPr>
        <p:blipFill>
          <a:blip r:embed="rId4"/>
          <a:srcRect l="-95" t="4250" r="19038" b="6667"/>
          <a:stretch>
            <a:fillRect/>
          </a:stretch>
        </p:blipFill>
        <p:spPr>
          <a:xfrm>
            <a:off x="101665" y="1974340"/>
            <a:ext cx="5372036" cy="2962341"/>
          </a:xfrm>
          <a:prstGeom prst="rect">
            <a:avLst/>
          </a:prstGeom>
        </p:spPr>
      </p:pic>
    </p:spTree>
    <p:extLst>
      <p:ext uri="{BB962C8B-B14F-4D97-AF65-F5344CB8AC3E}">
        <p14:creationId xmlns:p14="http://schemas.microsoft.com/office/powerpoint/2010/main" val="348884372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47FA9-E7B6-9373-B700-CB4DE778AB93}"/>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2B680D0F-8170-3DC4-E6DF-A777D002C90F}"/>
              </a:ext>
            </a:extLst>
          </p:cNvPr>
          <p:cNvSpPr>
            <a:spLocks noGrp="1"/>
          </p:cNvSpPr>
          <p:nvPr>
            <p:ph type="body" sz="quarter" idx="10"/>
          </p:nvPr>
        </p:nvSpPr>
        <p:spPr/>
        <p:txBody>
          <a:bodyPr/>
          <a:lstStyle/>
          <a:p>
            <a:r>
              <a:rPr lang="zh-CN" altLang="en-US">
                <a:latin typeface="Arial"/>
                <a:ea typeface="黑体"/>
                <a:cs typeface="Arial"/>
              </a:rPr>
              <a:t>End-side reasoning research development trends</a:t>
            </a:r>
            <a:endParaRPr lang="zh-CN" altLang="en-US">
              <a:latin typeface="Arial"/>
              <a:cs typeface="Arial"/>
            </a:endParaRPr>
          </a:p>
        </p:txBody>
      </p:sp>
      <p:pic>
        <p:nvPicPr>
          <p:cNvPr id="5" name="图片 4">
            <a:extLst>
              <a:ext uri="{FF2B5EF4-FFF2-40B4-BE49-F238E27FC236}">
                <a16:creationId xmlns:a16="http://schemas.microsoft.com/office/drawing/2014/main" id="{81D49CC2-1394-04FE-6FCF-33134AF567C7}"/>
              </a:ext>
            </a:extLst>
          </p:cNvPr>
          <p:cNvPicPr>
            <a:picLocks noChangeAspect="1"/>
          </p:cNvPicPr>
          <p:nvPr/>
        </p:nvPicPr>
        <p:blipFill>
          <a:blip r:embed="rId3"/>
          <a:srcRect r="-189" b="297"/>
          <a:stretch>
            <a:fillRect/>
          </a:stretch>
        </p:blipFill>
        <p:spPr>
          <a:xfrm>
            <a:off x="75317" y="2073302"/>
            <a:ext cx="4811490" cy="3062283"/>
          </a:xfrm>
          <a:prstGeom prst="rect">
            <a:avLst/>
          </a:prstGeom>
        </p:spPr>
      </p:pic>
      <p:graphicFrame>
        <p:nvGraphicFramePr>
          <p:cNvPr id="4" name="表格 3">
            <a:extLst>
              <a:ext uri="{FF2B5EF4-FFF2-40B4-BE49-F238E27FC236}">
                <a16:creationId xmlns:a16="http://schemas.microsoft.com/office/drawing/2014/main" id="{22F1003C-BA98-1BB0-D153-862F3FE6013F}"/>
              </a:ext>
            </a:extLst>
          </p:cNvPr>
          <p:cNvGraphicFramePr>
            <a:graphicFrameLocks noGrp="1"/>
          </p:cNvGraphicFramePr>
          <p:nvPr>
            <p:extLst>
              <p:ext uri="{D42A27DB-BD31-4B8C-83A1-F6EECF244321}">
                <p14:modId xmlns:p14="http://schemas.microsoft.com/office/powerpoint/2010/main" val="2392188849"/>
              </p:ext>
            </p:extLst>
          </p:nvPr>
        </p:nvGraphicFramePr>
        <p:xfrm>
          <a:off x="4932485" y="2092569"/>
          <a:ext cx="4114820" cy="1566417"/>
        </p:xfrm>
        <a:graphic>
          <a:graphicData uri="http://schemas.openxmlformats.org/drawingml/2006/table">
            <a:tbl>
              <a:tblPr bandRow="1">
                <a:tableStyleId>{5C22544A-7EE6-4342-B048-85BDC9FD1C3A}</a:tableStyleId>
              </a:tblPr>
              <a:tblGrid>
                <a:gridCol w="823163">
                  <a:extLst>
                    <a:ext uri="{9D8B030D-6E8A-4147-A177-3AD203B41FA5}">
                      <a16:colId xmlns:a16="http://schemas.microsoft.com/office/drawing/2014/main" val="2154643076"/>
                    </a:ext>
                  </a:extLst>
                </a:gridCol>
                <a:gridCol w="861749">
                  <a:extLst>
                    <a:ext uri="{9D8B030D-6E8A-4147-A177-3AD203B41FA5}">
                      <a16:colId xmlns:a16="http://schemas.microsoft.com/office/drawing/2014/main" val="2454005943"/>
                    </a:ext>
                  </a:extLst>
                </a:gridCol>
                <a:gridCol w="1401202">
                  <a:extLst>
                    <a:ext uri="{9D8B030D-6E8A-4147-A177-3AD203B41FA5}">
                      <a16:colId xmlns:a16="http://schemas.microsoft.com/office/drawing/2014/main" val="1473653666"/>
                    </a:ext>
                  </a:extLst>
                </a:gridCol>
                <a:gridCol w="1028706">
                  <a:extLst>
                    <a:ext uri="{9D8B030D-6E8A-4147-A177-3AD203B41FA5}">
                      <a16:colId xmlns:a16="http://schemas.microsoft.com/office/drawing/2014/main" val="3732065555"/>
                    </a:ext>
                  </a:extLst>
                </a:gridCol>
              </a:tblGrid>
              <a:tr h="522139">
                <a:tc>
                  <a:txBody>
                    <a:bodyPr/>
                    <a:lstStyle/>
                    <a:p>
                      <a:pPr lvl="0" algn="ctr">
                        <a:buNone/>
                      </a:pPr>
                      <a:r>
                        <a:rPr lang="zh-CN" sz="1100" b="1">
                          <a:effectLst/>
                          <a:latin typeface="Microsoft YaHei"/>
                          <a:ea typeface="Microsoft YaHei"/>
                        </a:rPr>
                        <a:t>Type of equipment</a:t>
                      </a:r>
                      <a:endParaRPr lang="zh-CN" b="1">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zh-CN" altLang="en-US" sz="1100" b="1">
                          <a:effectLst/>
                          <a:latin typeface="Microsoft YaHei"/>
                          <a:ea typeface="Microsoft YaHei"/>
                        </a:rPr>
                        <a:t>Memory of Equipment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zh-CN" altLang="en-US" sz="1100" b="1" i="0" u="none" strike="noStrike" noProof="0">
                          <a:solidFill>
                            <a:srgbClr val="000000"/>
                          </a:solidFill>
                          <a:effectLst/>
                          <a:latin typeface="Microsoft YaHei"/>
                          <a:ea typeface="Microsoft YaHei"/>
                        </a:rPr>
                        <a:t>Maximum carried model</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zh-CN" altLang="en-US" sz="1100" b="1">
                          <a:effectLst/>
                          <a:latin typeface="Microsoft YaHei"/>
                          <a:ea typeface="Microsoft YaHei"/>
                        </a:rPr>
                        <a:t>Capacity to respond</a:t>
                      </a:r>
                      <a:endParaRPr lang="zh-CN" sz="1100" b="1">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07776553"/>
                  </a:ext>
                </a:extLst>
              </a:tr>
              <a:tr h="522139">
                <a:tc rowSpan="2">
                  <a:txBody>
                    <a:bodyPr/>
                    <a:lstStyle/>
                    <a:p>
                      <a:pPr lvl="0" algn="ctr">
                        <a:buNone/>
                      </a:pPr>
                      <a:r>
                        <a:rPr lang="zh-CN" altLang="en-US" sz="1100">
                          <a:effectLst/>
                          <a:latin typeface="Microsoft YaHei"/>
                          <a:ea typeface="Microsoft YaHei"/>
                        </a:rPr>
                        <a:t>Phone and Tablet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altLang="zh-CN" sz="1100">
                          <a:effectLst/>
                          <a:latin typeface="Microsoft YaHei"/>
                          <a:ea typeface="Microsoft YaHei"/>
                        </a:rPr>
                        <a:t>32G</a:t>
                      </a:r>
                      <a:endParaRPr lang="zh-CN" sz="1100">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en-US" sz="1100" b="0" i="0" u="none" strike="noStrike" noProof="0">
                          <a:solidFill>
                            <a:srgbClr val="000000"/>
                          </a:solidFill>
                          <a:effectLst/>
                          <a:latin typeface="Microsoft YaHei"/>
                          <a:ea typeface="Microsoft YaHei"/>
                        </a:rPr>
                        <a:t>(Int8 version of the version)</a:t>
                      </a:r>
                    </a:p>
                    <a:p>
                      <a:pPr lvl="0" algn="ctr">
                        <a:buNone/>
                      </a:pPr>
                      <a:r>
                        <a:rPr lang="en-US" altLang="zh-CN" sz="1100">
                          <a:effectLst/>
                          <a:latin typeface="Microsoft YaHei"/>
                          <a:ea typeface="Microsoft YaHei"/>
                        </a:rPr>
                        <a:t>35BMoE model</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sz="900" b="0" i="0" u="none" strike="noStrike" noProof="0" err="1">
                          <a:solidFill>
                            <a:srgbClr val="000000"/>
                          </a:solidFill>
                          <a:effectLst/>
                          <a:latin typeface="Arial"/>
                          <a:ea typeface="Microsoft YaHei"/>
                          <a:cs typeface="Arial"/>
                        </a:rPr>
                        <a:t>Agent</a:t>
                      </a:r>
                      <a:r>
                        <a:rPr lang="en-US" sz="900" b="0" i="0" u="none" strike="noStrike" noProof="0" err="1">
                          <a:effectLst/>
                          <a:latin typeface="Microsoft YaHei"/>
                          <a:ea typeface="Microsoft YaHei"/>
                        </a:rPr>
                        <a:t>Workflow</a:t>
                      </a:r>
                      <a:r>
                        <a:rPr lang="en-US" sz="900" b="0" i="0" u="none" strike="noStrike" noProof="0">
                          <a:effectLst/>
                          <a:latin typeface="Microsoft YaHei"/>
                          <a:ea typeface="Microsoft YaHei"/>
                        </a:rPr>
                        <a:t/>
                      </a:r>
                      <a:r>
                        <a:rPr lang="zh-CN" altLang="en-US" sz="900" b="0" i="0" u="none" strike="noStrike" noProof="0">
                          <a:effectLst/>
                          <a:latin typeface="Microsoft YaHei"/>
                          <a:ea typeface="Microsoft YaHei"/>
                        </a:rPr>
                        <a:t>Code generation etc.</a:t>
                      </a:r>
                      <a:endParaRPr lang="en-US" sz="900" b="0" i="0" u="none" strike="noStrike" noProof="0">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455646096"/>
                  </a:ext>
                </a:extLst>
              </a:tr>
              <a:tr h="522139">
                <a:tc vMerge="1">
                  <a:txBody>
                    <a:bodyPr/>
                    <a:lstStyle/>
                    <a:p>
                      <a:endParaRPr lang="zh-CN"/>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altLang="zh-CN" sz="1100">
                          <a:effectLst/>
                          <a:latin typeface="Microsoft YaHei"/>
                          <a:ea typeface="Microsoft YaHei"/>
                        </a:rPr>
                        <a:t>24G</a:t>
                      </a:r>
                      <a:endParaRPr lang="zh-CN" sz="1100">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en-US" altLang="zh-CN" sz="1100" b="0" i="0" u="none" strike="noStrike" noProof="0">
                          <a:solidFill>
                            <a:srgbClr val="000000"/>
                          </a:solidFill>
                          <a:effectLst/>
                          <a:latin typeface="Microsoft YaHei"/>
                          <a:ea typeface="Microsoft YaHei"/>
                        </a:rPr>
                        <a:t>(Int4 version of the version)</a:t>
                      </a:r>
                      <a:endParaRPr lang="zh-CN" altLang="en-US" sz="1100" b="0" i="0" u="none" strike="noStrike" noProof="0">
                        <a:solidFill>
                          <a:srgbClr val="000000"/>
                        </a:solidFill>
                        <a:effectLst/>
                        <a:latin typeface="Microsoft YaHei"/>
                        <a:ea typeface="Microsoft YaHei"/>
                      </a:endParaRPr>
                    </a:p>
                    <a:p>
                      <a:pPr lvl="0" algn="ctr">
                        <a:lnSpc>
                          <a:spcPct val="100000"/>
                        </a:lnSpc>
                        <a:spcBef>
                          <a:spcPts val="0"/>
                        </a:spcBef>
                        <a:spcAft>
                          <a:spcPts val="0"/>
                        </a:spcAft>
                        <a:buNone/>
                      </a:pPr>
                      <a:r>
                        <a:rPr lang="en-US" altLang="zh-CN" sz="1100" b="0" i="0" u="none" strike="noStrike" noProof="0">
                          <a:solidFill>
                            <a:srgbClr val="000000"/>
                          </a:solidFill>
                          <a:effectLst/>
                          <a:latin typeface="Microsoft YaHei"/>
                          <a:ea typeface="Microsoft YaHei"/>
                        </a:rPr>
                        <a:t>35BMOE</a:t>
                      </a:r>
                      <a:r>
                        <a:rPr lang="zh-CN" altLang="en-US" sz="1100" b="0" i="0" u="none" strike="noStrike" noProof="0">
                          <a:solidFill>
                            <a:srgbClr val="000000"/>
                          </a:solidFill>
                          <a:effectLst/>
                          <a:latin typeface="Microsoft YaHei"/>
                          <a:ea typeface="Microsoft YaHei"/>
                        </a:rPr>
                        <a:t>Model</a:t>
                      </a:r>
                      <a:endParaRPr lang="zh-CN" sz="1100" b="0" i="0" u="none" strike="noStrike" noProof="0">
                        <a:solidFill>
                          <a:srgbClr val="000000"/>
                        </a:solidFill>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en-US" sz="900" b="0" i="0" u="none" strike="noStrike" noProof="0" err="1">
                          <a:solidFill>
                            <a:srgbClr val="000000"/>
                          </a:solidFill>
                          <a:effectLst/>
                          <a:latin typeface="Arial"/>
                          <a:ea typeface="Microsoft YaHei"/>
                          <a:cs typeface="Arial"/>
                        </a:rPr>
                        <a:t>Agent</a:t>
                      </a:r>
                      <a:r>
                        <a:rPr lang="en-US" sz="900" b="0" i="0" u="none" strike="noStrike" noProof="0" err="1">
                          <a:solidFill>
                            <a:srgbClr val="000000"/>
                          </a:solidFill>
                          <a:effectLst/>
                          <a:latin typeface="Microsoft YaHei"/>
                          <a:ea typeface="Microsoft YaHei"/>
                        </a:rPr>
                        <a:t>Workflow</a:t>
                      </a:r>
                      <a:r>
                        <a:rPr lang="en-US" sz="900" b="0" i="0" u="none" strike="noStrike" noProof="0">
                          <a:solidFill>
                            <a:srgbClr val="000000"/>
                          </a:solidFill>
                          <a:effectLst/>
                          <a:latin typeface="Microsoft YaHei"/>
                          <a:ea typeface="Microsoft YaHei"/>
                        </a:rPr>
                        <a:t/>
                      </a:r>
                      <a:r>
                        <a:rPr lang="zh-CN" altLang="en-US" sz="900" b="0" i="0" u="none" strike="noStrike" noProof="0">
                          <a:solidFill>
                            <a:srgbClr val="000000"/>
                          </a:solidFill>
                          <a:effectLst/>
                          <a:latin typeface="Microsoft YaHei"/>
                          <a:ea typeface="Microsoft YaHei"/>
                        </a:rPr>
                        <a:t>Code generation etc.</a:t>
                      </a:r>
                      <a:endParaRPr lang="en-US" sz="900" b="0" i="0" u="none" strike="noStrike" noProof="0">
                        <a:solidFill>
                          <a:srgbClr val="000000"/>
                        </a:solidFill>
                        <a:effectLst/>
                        <a:latin typeface="Microsoft YaHei"/>
                        <a:ea typeface="Microsoft YaHe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060102691"/>
                  </a:ext>
                </a:extLst>
              </a:tr>
            </a:tbl>
          </a:graphicData>
        </a:graphic>
      </p:graphicFrame>
      <p:sp>
        <p:nvSpPr>
          <p:cNvPr id="6" name="文本框 5">
            <a:extLst>
              <a:ext uri="{FF2B5EF4-FFF2-40B4-BE49-F238E27FC236}">
                <a16:creationId xmlns:a16="http://schemas.microsoft.com/office/drawing/2014/main" id="{CD50EBAC-BE83-2E68-CE0A-C386036F7DAE}"/>
              </a:ext>
            </a:extLst>
          </p:cNvPr>
          <p:cNvSpPr txBox="1"/>
          <p:nvPr/>
        </p:nvSpPr>
        <p:spPr>
          <a:xfrm>
            <a:off x="73239" y="613169"/>
            <a:ext cx="8802760" cy="307777"/>
          </a:xfrm>
          <a:prstGeom prst="rect">
            <a:avLst/>
          </a:prstGeom>
          <a:noFill/>
        </p:spPr>
        <p:txBody>
          <a:bodyPr wrap="square" lIns="91440" tIns="45720" rIns="91440" bIns="45720" rtlCol="0" anchor="t">
            <a:spAutoFit/>
          </a:bodyPr>
          <a:lstStyle/>
          <a:p>
            <a:pPr marL="285750" indent="-285750">
              <a:buFont typeface="Wingdings"/>
              <a:buChar char="Ø"/>
            </a:pPr>
            <a:r>
              <a:rPr lang="zh-CN" altLang="en-US" sz="1400" b="1">
                <a:latin typeface="Microsoft YaHei"/>
                <a:ea typeface="Microsoft YaHei"/>
                <a:cs typeface="Arial"/>
              </a:rPr>
              <a:t>The value of implementation</a:t>
            </a:r>
          </a:p>
        </p:txBody>
      </p:sp>
      <p:sp>
        <p:nvSpPr>
          <p:cNvPr id="8" name="文本框 7">
            <a:extLst>
              <a:ext uri="{FF2B5EF4-FFF2-40B4-BE49-F238E27FC236}">
                <a16:creationId xmlns:a16="http://schemas.microsoft.com/office/drawing/2014/main" id="{53F653E9-5D50-1DCD-5A91-16D3883C4575}"/>
              </a:ext>
            </a:extLst>
          </p:cNvPr>
          <p:cNvSpPr txBox="1"/>
          <p:nvPr/>
        </p:nvSpPr>
        <p:spPr>
          <a:xfrm>
            <a:off x="105046" y="921160"/>
            <a:ext cx="8945635" cy="1169551"/>
          </a:xfrm>
          <a:prstGeom prst="rect">
            <a:avLst/>
          </a:prstGeom>
          <a:noFill/>
        </p:spPr>
        <p:txBody>
          <a:bodyPr wrap="square" lIns="91440" tIns="45720" rIns="91440" bIns="45720" rtlCol="0" anchor="t">
            <a:spAutoFit/>
          </a:bodyPr>
          <a:lstStyle/>
          <a:p>
            <a:pPr marL="285750" indent="-285750">
              <a:buFont typeface="Arial"/>
              <a:buChar char="•"/>
            </a:pPr>
            <a:r>
              <a:rPr lang="zh-CN" altLang="en-US" sz="1400">
                <a:latin typeface="微软雅黑"/>
                <a:ea typeface="微软雅黑"/>
                <a:cs typeface="Arial"/>
              </a:rPr>
              <a:t>Open source models are currently using MoE architecture, and the number of vapored versions dropped to 35B level, in</a:t>
            </a:r>
            <a:r>
              <a:rPr lang="zh-CN" sz="1400">
                <a:latin typeface="Microsoft YaHei"/>
                <a:ea typeface="Microsoft YaHei"/>
                <a:cs typeface="Arial"/>
              </a:rPr>
              <a:t>Programming Capacity (Terminal 2.0 bench)</a:t>
            </a:r>
            <a:r>
              <a:rPr lang="zh-CN" altLang="en-US" sz="1400">
                <a:latin typeface="Microsoft YaHei"/>
                <a:ea typeface="Microsoft YaHei"/>
                <a:cs typeface="Arial"/>
              </a:rPr>
              <a:t>Up to 35</a:t>
            </a:r>
            <a:r>
              <a:rPr lang="en-US" altLang="zh-CN" sz="1400">
                <a:latin typeface="Microsoft YaHei"/>
                <a:ea typeface="Microsoft YaHei"/>
                <a:cs typeface="Arial"/>
              </a:rPr>
              <a:t>B</a:t>
            </a:r>
            <a:r>
              <a:rPr lang="zh-CN" altLang="en-US" sz="1400">
                <a:latin typeface="Microsoft YaHei"/>
                <a:ea typeface="Microsoft YaHei"/>
                <a:cs typeface="Arial"/>
              </a:rPr>
              <a:t>by Mo</a:t>
            </a:r>
            <a:r>
              <a:rPr lang="en-US" altLang="zh-CN" sz="1400">
                <a:latin typeface="Microsoft YaHei"/>
                <a:ea typeface="Microsoft YaHei"/>
                <a:cs typeface="Arial"/>
              </a:rPr>
              <a:t>E</a:t>
            </a:r>
            <a:r>
              <a:rPr lang="zh-CN" altLang="en-US" sz="1400">
                <a:latin typeface="Microsoft YaHei"/>
                <a:ea typeface="Microsoft YaHei"/>
                <a:cs typeface="Arial"/>
              </a:rPr>
              <a:t>Model</a:t>
            </a:r>
            <a:r>
              <a:rPr lang="zh-CN" sz="1400">
                <a:latin typeface="Microsoft YaHei"/>
                <a:ea typeface="Microsoft YaHei"/>
                <a:cs typeface="Arial"/>
              </a:rPr>
              <a:t>It has been over 25 years of top open source models such as DeepSeek-V3.2. It is expected that by 2027, the programming capabilities of the 35B MoE model will exceed the current GLM5.1 model, and by 2028, it will reach the current top open source models capacity such as GPT5.5</a:t>
            </a:r>
            <a:r>
              <a:rPr lang="zh-CN" altLang="en-US" sz="1400">
                <a:latin typeface="Microsoft YaHei"/>
                <a:ea typeface="Microsoft YaHei"/>
                <a:cs typeface="Arial"/>
              </a:rPr>
              <a:t>and .</a:t>
            </a:r>
          </a:p>
          <a:p>
            <a:pPr marL="285750" indent="-285750">
              <a:buFont typeface="Arial"/>
              <a:buChar char="•"/>
            </a:pPr>
            <a:r>
              <a:rPr lang="zh-CN" altLang="en-US" sz="1400">
                <a:latin typeface="Microsoft YaHei"/>
                <a:ea typeface="Microsoft YaHei"/>
                <a:cs typeface="Arial"/>
              </a:rPr>
              <a:t>While the current open source MoE model number has no further decline trend, due to its low-calculating load, with further upgrade of device memory, the MoE model with 35B on mobile devices can also be implemented, to meet productivity requirements due to its low-end computing load.</a:t>
            </a:r>
          </a:p>
        </p:txBody>
      </p:sp>
    </p:spTree>
    <p:extLst>
      <p:ext uri="{BB962C8B-B14F-4D97-AF65-F5344CB8AC3E}">
        <p14:creationId xmlns:p14="http://schemas.microsoft.com/office/powerpoint/2010/main" val="355520855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84FCB-1281-BECF-C184-7779FFF4092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3E25810E-D913-9A22-BFEC-B44AC0BD431A}"/>
              </a:ext>
            </a:extLst>
          </p:cNvPr>
          <p:cNvSpPr>
            <a:spLocks noGrp="1"/>
          </p:cNvSpPr>
          <p:nvPr>
            <p:ph type="body" sz="quarter" idx="10"/>
          </p:nvPr>
        </p:nvSpPr>
        <p:spPr/>
        <p:txBody>
          <a:bodyPr/>
          <a:lstStyle/>
          <a:p>
            <a:r>
              <a:rPr lang="zh-CN" altLang="en-US">
                <a:latin typeface="Arial"/>
                <a:ea typeface="黑体"/>
                <a:cs typeface="Arial"/>
              </a:rPr>
              <a:t>Dflash Series</a:t>
            </a:r>
            <a:endParaRPr lang="zh-CN" altLang="en-US"/>
          </a:p>
        </p:txBody>
      </p:sp>
      <p:sp>
        <p:nvSpPr>
          <p:cNvPr id="4" name="文本框 3">
            <a:extLst>
              <a:ext uri="{FF2B5EF4-FFF2-40B4-BE49-F238E27FC236}">
                <a16:creationId xmlns:a16="http://schemas.microsoft.com/office/drawing/2014/main" id="{ED5CBF9D-8257-9C22-A53E-098584F6AA45}"/>
              </a:ext>
            </a:extLst>
          </p:cNvPr>
          <p:cNvSpPr txBox="1"/>
          <p:nvPr/>
        </p:nvSpPr>
        <p:spPr>
          <a:xfrm>
            <a:off x="246182" y="611066"/>
            <a:ext cx="879230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ltLang="zh-CN" sz="1600" b="1" err="1">
                <a:solidFill>
                  <a:srgbClr val="0F1115"/>
                </a:solidFill>
                <a:latin typeface="Microsoft YaHei"/>
                <a:ea typeface="Microsoft YaHei"/>
                <a:cs typeface="Arial"/>
              </a:rPr>
              <a:t>Performance Summary</a:t>
            </a:r>
          </a:p>
        </p:txBody>
      </p:sp>
      <p:graphicFrame>
        <p:nvGraphicFramePr>
          <p:cNvPr id="5" name="表格 4">
            <a:extLst>
              <a:ext uri="{FF2B5EF4-FFF2-40B4-BE49-F238E27FC236}">
                <a16:creationId xmlns:a16="http://schemas.microsoft.com/office/drawing/2014/main" id="{1C6ACEB9-037A-97AB-BF27-20B94638B4E8}"/>
              </a:ext>
            </a:extLst>
          </p:cNvPr>
          <p:cNvGraphicFramePr>
            <a:graphicFrameLocks noGrp="1"/>
          </p:cNvGraphicFramePr>
          <p:nvPr/>
        </p:nvGraphicFramePr>
        <p:xfrm>
          <a:off x="630330" y="2218764"/>
          <a:ext cx="7807263" cy="1225994"/>
        </p:xfrm>
        <a:graphic>
          <a:graphicData uri="http://schemas.openxmlformats.org/drawingml/2006/table">
            <a:tbl>
              <a:tblPr firstRow="1" bandRow="1">
                <a:tableStyleId>{5C22544A-7EE6-4342-B048-85BDC9FD1C3A}</a:tableStyleId>
              </a:tblPr>
              <a:tblGrid>
                <a:gridCol w="2602421">
                  <a:extLst>
                    <a:ext uri="{9D8B030D-6E8A-4147-A177-3AD203B41FA5}">
                      <a16:colId xmlns:a16="http://schemas.microsoft.com/office/drawing/2014/main" val="4004366312"/>
                    </a:ext>
                  </a:extLst>
                </a:gridCol>
                <a:gridCol w="2602421">
                  <a:extLst>
                    <a:ext uri="{9D8B030D-6E8A-4147-A177-3AD203B41FA5}">
                      <a16:colId xmlns:a16="http://schemas.microsoft.com/office/drawing/2014/main" val="3007838935"/>
                    </a:ext>
                  </a:extLst>
                </a:gridCol>
                <a:gridCol w="2602421">
                  <a:extLst>
                    <a:ext uri="{9D8B030D-6E8A-4147-A177-3AD203B41FA5}">
                      <a16:colId xmlns:a16="http://schemas.microsoft.com/office/drawing/2014/main" val="2222400242"/>
                    </a:ext>
                  </a:extLst>
                </a:gridCol>
              </a:tblGrid>
              <a:tr h="277232">
                <a:tc>
                  <a:txBody>
                    <a:bodyPr/>
                    <a:lstStyle/>
                    <a:p>
                      <a:pPr lvl="0" algn="ctr">
                        <a:buNone/>
                      </a:pPr>
                      <a:r>
                        <a:rPr lang="en-US" altLang="zh-CN" sz="1400" kern="1200" noProof="0" err="1">
                          <a:solidFill>
                            <a:schemeClr val="bg1"/>
                          </a:solidFill>
                          <a:latin typeface="Microsoft YaHei"/>
                          <a:ea typeface="Microsoft YaHei"/>
                          <a:cs typeface="Arial"/>
                        </a:rPr>
                        <a:t>Comparative Dimensions</a:t>
                      </a:r>
                    </a:p>
                  </a:txBody>
                  <a:tcPr anchor="ctr"/>
                </a:tc>
                <a:tc>
                  <a:txBody>
                    <a:bodyPr/>
                    <a:lstStyle/>
                    <a:p>
                      <a:pPr lvl="0" algn="ctr">
                        <a:lnSpc>
                          <a:spcPct val="100000"/>
                        </a:lnSpc>
                        <a:spcBef>
                          <a:spcPts val="0"/>
                        </a:spcBef>
                        <a:spcAft>
                          <a:spcPts val="0"/>
                        </a:spcAft>
                        <a:buNone/>
                      </a:pPr>
                      <a:r>
                        <a:rPr lang="en-US" sz="1400" b="1" i="0" u="none" strike="noStrike" kern="1200" noProof="0" err="1">
                          <a:solidFill>
                            <a:schemeClr val="bg1"/>
                          </a:solidFill>
                          <a:latin typeface="Microsoft YaHei"/>
                          <a:ea typeface="Microsoft YaHei"/>
                          <a:cs typeface="Arial"/>
                        </a:rPr>
                        <a:t>DFLash</a:t>
                      </a:r>
                    </a:p>
                  </a:txBody>
                  <a:tcPr anchor="ctr"/>
                </a:tc>
                <a:tc>
                  <a:txBody>
                    <a:bodyPr/>
                    <a:lstStyle/>
                    <a:p>
                      <a:pPr lvl="0" algn="ctr">
                        <a:buNone/>
                      </a:pPr>
                      <a:r>
                        <a:rPr lang="en-US" altLang="zh-CN" sz="1400" kern="1200" noProof="0">
                          <a:solidFill>
                            <a:schemeClr val="bg1"/>
                          </a:solidFill>
                          <a:latin typeface="Microsoft YaHei"/>
                          <a:ea typeface="Microsoft YaHei"/>
                          <a:cs typeface="Arial"/>
                        </a:rPr>
                        <a:t>Eagle</a:t>
                      </a:r>
                      <a:endParaRPr lang="zh-CN" altLang="en-US" sz="1400" kern="1200">
                        <a:solidFill>
                          <a:schemeClr val="bg1"/>
                        </a:solidFill>
                        <a:latin typeface="Microsoft YaHei"/>
                        <a:ea typeface="Microsoft YaHei"/>
                        <a:cs typeface="Arial"/>
                      </a:endParaRPr>
                    </a:p>
                  </a:txBody>
                  <a:tcPr anchor="ctr"/>
                </a:tc>
                <a:extLst>
                  <a:ext uri="{0D108BD9-81ED-4DB2-BD59-A6C34878D82A}">
                    <a16:rowId xmlns:a16="http://schemas.microsoft.com/office/drawing/2014/main" val="4052069340"/>
                  </a:ext>
                </a:extLst>
              </a:tr>
              <a:tr h="265680">
                <a:tc>
                  <a:txBody>
                    <a:bodyPr/>
                    <a:lstStyle/>
                    <a:p>
                      <a:pPr lvl="0" algn="ctr">
                        <a:buNone/>
                      </a:pPr>
                      <a:r>
                        <a:rPr lang="zh-CN" sz="1200" b="0" i="0" u="none" strike="noStrike" kern="1200" baseline="0" noProof="0">
                          <a:solidFill>
                            <a:srgbClr val="000000"/>
                          </a:solidFill>
                          <a:latin typeface="Microsoft YaHei"/>
                          <a:ea typeface="Microsoft YaHei"/>
                        </a:rPr>
                        <a:t>The core principle</a:t>
                      </a:r>
                      <a:endParaRPr lang="zh-CN" sz="1200">
                        <a:latin typeface="Microsoft YaHei"/>
                        <a:ea typeface="Microsoft YaHei"/>
                      </a:endParaRPr>
                    </a:p>
                  </a:txBody>
                  <a:tcPr anchor="ctr"/>
                </a:tc>
                <a:tc>
                  <a:txBody>
                    <a:bodyPr/>
                    <a:lstStyle/>
                    <a:p>
                      <a:pPr lvl="0" algn="ctr">
                        <a:buNone/>
                      </a:pPr>
                      <a:r>
                        <a:rPr lang="zh-CN" sz="1200" b="0" i="0" u="none" strike="noStrike" kern="1200" baseline="0" noProof="0">
                          <a:solidFill>
                            <a:srgbClr val="000000"/>
                          </a:solidFill>
                          <a:latin typeface="Microsoft YaHei"/>
                          <a:ea typeface="Microsoft YaHei"/>
                        </a:rPr>
                        <a:t>Block-based spread and parallel generate drafted symbols</a:t>
                      </a:r>
                      <a:endParaRPr lang="zh-CN"/>
                    </a:p>
                  </a:txBody>
                  <a:tcPr anchor="ctr"/>
                </a:tc>
                <a:tc>
                  <a:txBody>
                    <a:bodyPr/>
                    <a:lstStyle/>
                    <a:p>
                      <a:pPr lvl="0" algn="ctr">
                        <a:buNone/>
                      </a:pPr>
                      <a:r>
                        <a:rPr lang="zh-CN" sz="1200" b="0" i="0" u="none" strike="noStrike" kern="1200" baseline="0" noProof="0">
                          <a:solidFill>
                            <a:srgbClr val="000000"/>
                          </a:solidFill>
                          <a:latin typeface="Microsoft YaHei"/>
                          <a:ea typeface="Microsoft YaHei"/>
                        </a:rPr>
                        <a:t>Based on self-return, each project projected roulette</a:t>
                      </a:r>
                      <a:endParaRPr lang="zh-CN"/>
                    </a:p>
                  </a:txBody>
                  <a:tcPr anchor="ctr"/>
                </a:tc>
                <a:extLst>
                  <a:ext uri="{0D108BD9-81ED-4DB2-BD59-A6C34878D82A}">
                    <a16:rowId xmlns:a16="http://schemas.microsoft.com/office/drawing/2014/main" val="2033718726"/>
                  </a:ext>
                </a:extLst>
              </a:tr>
              <a:tr h="323437">
                <a:tc>
                  <a:txBody>
                    <a:bodyPr/>
                    <a:lstStyle/>
                    <a:p>
                      <a:pPr lvl="0" algn="ctr">
                        <a:buNone/>
                      </a:pPr>
                      <a:r>
                        <a:rPr lang="zh-CN" sz="1200" b="0" i="0" u="none" strike="noStrike" baseline="0" noProof="0">
                          <a:solidFill>
                            <a:srgbClr val="000000"/>
                          </a:solidFill>
                          <a:latin typeface="Microsoft YaHei"/>
                          <a:ea typeface="Microsoft YaHei"/>
                        </a:rPr>
                        <a:t>Highest</a:t>
                      </a:r>
                      <a:r>
                        <a:rPr lang="en-US" altLang="zh-CN" sz="1200" b="0" i="0" u="none" strike="noStrike" baseline="0" noProof="0">
                          <a:solidFill>
                            <a:srgbClr val="000000"/>
                          </a:solidFill>
                          <a:latin typeface="Microsoft YaHei"/>
                          <a:ea typeface="Microsoft YaHei"/>
                        </a:rPr>
                        <a:t>NPU</a:t>
                      </a:r>
                      <a:r>
                        <a:rPr lang="zh-CN" sz="1200" b="0" i="0" u="none" strike="noStrike" baseline="0" noProof="0">
                          <a:solidFill>
                            <a:srgbClr val="000000"/>
                          </a:solidFill>
                          <a:latin typeface="Microsoft YaHei"/>
                          <a:ea typeface="Microsoft YaHei"/>
                        </a:rPr>
                        <a:t>Adaptation status</a:t>
                      </a:r>
                      <a:endParaRPr lang="zh-CN"/>
                    </a:p>
                  </a:txBody>
                  <a:tcPr anchor="ctr"/>
                </a:tc>
                <a:tc>
                  <a:txBody>
                    <a:bodyPr/>
                    <a:lstStyle/>
                    <a:p>
                      <a:pPr lvl="0" algn="ctr">
                        <a:buNone/>
                      </a:pPr>
                      <a:r>
                        <a:rPr lang="zh-CN" altLang="en-US" sz="1200">
                          <a:latin typeface="Microsoft YaHei"/>
                          <a:ea typeface="Microsoft YaHei"/>
                        </a:rPr>
                        <a:t>Not adapted (maybe the calculator supports etc.)</a:t>
                      </a:r>
                    </a:p>
                  </a:txBody>
                  <a:tcPr anchor="ctr"/>
                </a:tc>
                <a:tc>
                  <a:txBody>
                    <a:bodyPr/>
                    <a:lstStyle/>
                    <a:p>
                      <a:pPr lvl="0" algn="ctr">
                        <a:buNone/>
                      </a:pPr>
                      <a:r>
                        <a:rPr lang="zh-CN" altLang="en-US" sz="1200" b="0" i="0" u="none" strike="noStrike" baseline="0" noProof="0">
                          <a:solidFill>
                            <a:srgbClr val="000000"/>
                          </a:solidFill>
                          <a:latin typeface="Microsoft YaHei"/>
                          <a:ea typeface="Microsoft YaHei"/>
                        </a:rPr>
                        <a:t>by</a:t>
                      </a:r>
                      <a:r>
                        <a:rPr lang="zh-CN" sz="1200" b="0" i="0" u="none" strike="noStrike" baseline="0" noProof="0">
                          <a:solidFill>
                            <a:srgbClr val="000000"/>
                          </a:solidFill>
                          <a:latin typeface="Microsoft YaHei"/>
                          <a:ea typeface="Microsoft YaHei"/>
                        </a:rPr>
                        <a:t>Working on Hexagon NPU (HTP)</a:t>
                      </a:r>
                      <a:endParaRPr lang="zh-CN"/>
                    </a:p>
                  </a:txBody>
                  <a:tcPr anchor="ctr"/>
                </a:tc>
                <a:extLst>
                  <a:ext uri="{0D108BD9-81ED-4DB2-BD59-A6C34878D82A}">
                    <a16:rowId xmlns:a16="http://schemas.microsoft.com/office/drawing/2014/main" val="2651932869"/>
                  </a:ext>
                </a:extLst>
              </a:tr>
              <a:tr h="323437">
                <a:tc>
                  <a:txBody>
                    <a:bodyPr/>
                    <a:lstStyle/>
                    <a:p>
                      <a:pPr lvl="0" algn="ctr">
                        <a:buNone/>
                      </a:pPr>
                      <a:r>
                        <a:rPr lang="zh-CN" altLang="en-US" sz="1200">
                          <a:latin typeface="Microsoft YaHei"/>
                          <a:ea typeface="Microsoft YaHei"/>
                        </a:rPr>
                        <a:t>Performance Profits</a:t>
                      </a:r>
                    </a:p>
                  </a:txBody>
                  <a:tcPr anchor="ctr"/>
                </a:tc>
                <a:tc>
                  <a:txBody>
                    <a:bodyPr/>
                    <a:lstStyle/>
                    <a:p>
                      <a:pPr lvl="0" algn="ctr">
                        <a:buNone/>
                      </a:pPr>
                      <a:r>
                        <a:rPr lang="zh-CN" altLang="en-US" sz="1200">
                          <a:latin typeface="Microsoft YaHei"/>
                          <a:ea typeface="Microsoft YaHei"/>
                        </a:rPr>
                        <a:t>Expected speed performance increases by 30%</a:t>
                      </a:r>
                    </a:p>
                  </a:txBody>
                  <a:tcPr anchor="ctr"/>
                </a:tc>
                <a:tc>
                  <a:txBody>
                    <a:bodyPr/>
                    <a:lstStyle/>
                    <a:p>
                      <a:pPr algn="ctr"/>
                      <a:r>
                        <a:rPr lang="zh-CN" altLang="en-US" sz="1200">
                          <a:latin typeface="Microsoft YaHei"/>
                          <a:ea typeface="Microsoft YaHei"/>
                        </a:rPr>
                        <a:t>by</a:t>
                      </a:r>
                    </a:p>
                  </a:txBody>
                  <a:tcPr anchor="ctr"/>
                </a:tc>
                <a:extLst>
                  <a:ext uri="{0D108BD9-81ED-4DB2-BD59-A6C34878D82A}">
                    <a16:rowId xmlns:a16="http://schemas.microsoft.com/office/drawing/2014/main" val="3036920214"/>
                  </a:ext>
                </a:extLst>
              </a:tr>
            </a:tbl>
          </a:graphicData>
        </a:graphic>
      </p:graphicFrame>
      <p:sp>
        <p:nvSpPr>
          <p:cNvPr id="8" name="文本框 7">
            <a:extLst>
              <a:ext uri="{FF2B5EF4-FFF2-40B4-BE49-F238E27FC236}">
                <a16:creationId xmlns:a16="http://schemas.microsoft.com/office/drawing/2014/main" id="{D50EF1AD-2572-8D66-10F1-EB53343676DA}"/>
              </a:ext>
            </a:extLst>
          </p:cNvPr>
          <p:cNvSpPr txBox="1"/>
          <p:nvPr/>
        </p:nvSpPr>
        <p:spPr>
          <a:xfrm>
            <a:off x="246185" y="945175"/>
            <a:ext cx="8792306" cy="1613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ts val="1875"/>
              </a:lnSpc>
              <a:buFont typeface="Arial,Sans-Serif"/>
              <a:buChar char="•"/>
            </a:pPr>
            <a:r>
              <a:rPr lang="en-US" sz="1400" b="0" i="0" u="none" strike="noStrike" baseline="0" err="1">
                <a:solidFill>
                  <a:srgbClr val="000000"/>
                </a:solidFill>
                <a:latin typeface="Microsoft YaHei"/>
                <a:ea typeface="Microsoft YaHei"/>
                <a:cs typeface="Arial"/>
              </a:rPr>
              <a:t>DFLash</a:t>
            </a:r>
            <a:r>
              <a:rPr lang="zh-CN" altLang="en-US" sz="1400">
                <a:solidFill>
                  <a:srgbClr val="000000"/>
                </a:solidFill>
                <a:latin typeface="Microsoft YaHei"/>
                <a:ea typeface="Microsoft YaHei"/>
                <a:cs typeface="Arial"/>
              </a:rPr>
              <a:t>The algorithms and Eagle algorithms are the estimated decoding algorithms, focusing on rapidly generating candidate sequence using draft models and verified parallel by large models.DFlash acceleration is significantly better than the mainstream method, suitable for density models with the end-sized Qwen 3.5-9b and size below.</a:t>
            </a:r>
          </a:p>
          <a:p>
            <a:pPr marL="285750" indent="-285750">
              <a:lnSpc>
                <a:spcPts val="1875"/>
              </a:lnSpc>
              <a:buFont typeface="Arial,Sans-Serif"/>
              <a:buChar char="•"/>
            </a:pPr>
            <a:r>
              <a:rPr lang="zh-CN" altLang="en-US" sz="1400">
                <a:latin typeface="Microsoft YaHei"/>
                <a:ea typeface="Microsoft YaHei"/>
                <a:cs typeface="Arial"/>
              </a:rPr>
              <a:t>Eagle has already been supported on the Qualcomm platform, so Dflash has the possibility of application on the Qualcomm platform. But because the design model requires a spread model architecture, Qualcomm platform may not support the related calculators. Moreover, Dflash’s design model is slightly larger than Eagle’s design model, which accelerates the open source community.</a:t>
            </a:r>
            <a:r>
              <a:rPr lang="zh-CN" altLang="en-US" sz="1400">
                <a:solidFill>
                  <a:srgbClr val="000000"/>
                </a:solidFill>
                <a:latin typeface="Microsoft YaHei"/>
                <a:ea typeface="Microsoft YaHei"/>
                <a:cs typeface="Arial"/>
              </a:rPr>
              <a:t>For example, the eagle draft model is about 400MB, and Dflash about 1.2G. It will bring a greater load to the end-side device memory.</a:t>
            </a:r>
            <a:endParaRPr lang="zh-CN" altLang="en-US" sz="1400">
              <a:solidFill>
                <a:srgbClr val="000000"/>
              </a:solidFill>
              <a:latin typeface="Microsoft YaHei"/>
              <a:ea typeface="Microsoft YaHei"/>
              <a:cs typeface="Arial" pitchFamily="34" charset="0"/>
            </a:endParaRPr>
          </a:p>
          <a:p>
            <a:pPr algn="ctr"/>
            <a:endParaRPr lang="zh-CN" altLang="en-US">
              <a:latin typeface="Arial" pitchFamily="34" charset="0"/>
              <a:cs typeface="Arial" pitchFamily="34" charset="0"/>
            </a:endParaRPr>
          </a:p>
        </p:txBody>
      </p:sp>
      <p:pic>
        <p:nvPicPr>
          <p:cNvPr id="3" name="图片 2">
            <a:extLst>
              <a:ext uri="{FF2B5EF4-FFF2-40B4-BE49-F238E27FC236}">
                <a16:creationId xmlns:a16="http://schemas.microsoft.com/office/drawing/2014/main" id="{5F5BD303-4389-3907-3A23-6DC214E34AB5}"/>
              </a:ext>
            </a:extLst>
          </p:cNvPr>
          <p:cNvPicPr>
            <a:picLocks noChangeAspect="1"/>
          </p:cNvPicPr>
          <p:nvPr/>
        </p:nvPicPr>
        <p:blipFill>
          <a:blip r:embed="rId2"/>
          <a:stretch>
            <a:fillRect/>
          </a:stretch>
        </p:blipFill>
        <p:spPr>
          <a:xfrm>
            <a:off x="624254" y="3525392"/>
            <a:ext cx="2875085" cy="1554041"/>
          </a:xfrm>
          <a:prstGeom prst="rect">
            <a:avLst/>
          </a:prstGeom>
        </p:spPr>
      </p:pic>
      <p:pic>
        <p:nvPicPr>
          <p:cNvPr id="6" name="图片 5">
            <a:extLst>
              <a:ext uri="{FF2B5EF4-FFF2-40B4-BE49-F238E27FC236}">
                <a16:creationId xmlns:a16="http://schemas.microsoft.com/office/drawing/2014/main" id="{FCD11A8A-D648-5B44-4FDD-FE8C2CF1C5B3}"/>
              </a:ext>
            </a:extLst>
          </p:cNvPr>
          <p:cNvPicPr>
            <a:picLocks noChangeAspect="1"/>
          </p:cNvPicPr>
          <p:nvPr/>
        </p:nvPicPr>
        <p:blipFill>
          <a:blip r:embed="rId3"/>
          <a:stretch>
            <a:fillRect/>
          </a:stretch>
        </p:blipFill>
        <p:spPr>
          <a:xfrm>
            <a:off x="3622430" y="3521037"/>
            <a:ext cx="4835771" cy="1545167"/>
          </a:xfrm>
          <a:prstGeom prst="rect">
            <a:avLst/>
          </a:prstGeom>
        </p:spPr>
      </p:pic>
    </p:spTree>
    <p:extLst>
      <p:ext uri="{BB962C8B-B14F-4D97-AF65-F5344CB8AC3E}">
        <p14:creationId xmlns:p14="http://schemas.microsoft.com/office/powerpoint/2010/main" val="49366305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83C48-7660-F94E-988D-0DE284220338}"/>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9444D536-74CC-5A7E-26CD-AE230E4FD3B9}"/>
              </a:ext>
            </a:extLst>
          </p:cNvPr>
          <p:cNvSpPr/>
          <p:nvPr/>
        </p:nvSpPr>
        <p:spPr>
          <a:xfrm>
            <a:off x="7303771" y="240030"/>
            <a:ext cx="1405889" cy="2743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750"/>
              <a:t>Takeaways</a:t>
            </a:r>
          </a:p>
        </p:txBody>
      </p:sp>
      <p:sp>
        <p:nvSpPr>
          <p:cNvPr id="33" name="TextBox 32">
            <a:extLst>
              <a:ext uri="{FF2B5EF4-FFF2-40B4-BE49-F238E27FC236}">
                <a16:creationId xmlns:a16="http://schemas.microsoft.com/office/drawing/2014/main" id="{33A4084D-C854-592A-C995-45B418D53820}"/>
              </a:ext>
            </a:extLst>
          </p:cNvPr>
          <p:cNvSpPr txBox="1"/>
          <p:nvPr/>
        </p:nvSpPr>
        <p:spPr>
          <a:xfrm>
            <a:off x="7235190" y="4855464"/>
            <a:ext cx="1474470" cy="184666"/>
          </a:xfrm>
          <a:prstGeom prst="rect">
            <a:avLst/>
          </a:prstGeom>
          <a:noFill/>
        </p:spPr>
        <p:txBody>
          <a:bodyPr wrap="square" lIns="27432" rIns="27432" anchor="t">
            <a:spAutoFit/>
          </a:bodyPr>
          <a:lstStyle/>
          <a:p>
            <a:pPr algn="r">
              <a:defRPr sz="800" b="0">
                <a:solidFill>
                  <a:srgbClr val="94A3B8"/>
                </a:solidFill>
              </a:defRPr>
            </a:pPr>
            <a:r>
              <a:rPr sz="600"/>
              <a:t>FreeToken Technical Share · 8/8</a:t>
            </a:r>
          </a:p>
        </p:txBody>
      </p:sp>
      <p:sp>
        <p:nvSpPr>
          <p:cNvPr id="34" name="文本占位符 1">
            <a:extLst>
              <a:ext uri="{FF2B5EF4-FFF2-40B4-BE49-F238E27FC236}">
                <a16:creationId xmlns:a16="http://schemas.microsoft.com/office/drawing/2014/main" id="{C0CE9B40-20C5-1D6C-3AD9-3C27DFE4061E}"/>
              </a:ext>
            </a:extLst>
          </p:cNvPr>
          <p:cNvSpPr>
            <a:spLocks noGrp="1"/>
          </p:cNvSpPr>
          <p:nvPr>
            <p:ph type="body" sz="quarter" idx="10"/>
          </p:nvPr>
        </p:nvSpPr>
        <p:spPr>
          <a:xfrm>
            <a:off x="370132" y="188156"/>
            <a:ext cx="8397557" cy="403860"/>
          </a:xfrm>
        </p:spPr>
        <p:txBody>
          <a:bodyPr/>
          <a:lstStyle/>
          <a:p>
            <a:r>
              <a:rPr lang="en-US" altLang="zh-CN" err="1">
                <a:latin typeface="Arial"/>
                <a:ea typeface="黑体"/>
                <a:cs typeface="Arial"/>
              </a:rPr>
              <a:t>FreeToken</a:t>
            </a:r>
            <a:endParaRPr lang="en-US" altLang="zh-CN">
              <a:latin typeface="Arial"/>
              <a:ea typeface="黑体"/>
              <a:cs typeface="Arial"/>
            </a:endParaRPr>
          </a:p>
          <a:p>
            <a:r>
              <a:rPr lang="en-US" altLang="zh-CN" sz="1400">
                <a:latin typeface="Arial"/>
                <a:ea typeface="黑体"/>
                <a:cs typeface="Arial"/>
              </a:rPr>
              <a:t>Efficient Edge-Native</a:t>
            </a:r>
            <a:r>
              <a:rPr lang="en-US" altLang="zh-CN" sz="1400" err="1">
                <a:latin typeface="Arial"/>
                <a:ea typeface="黑体"/>
                <a:cs typeface="Arial"/>
              </a:rPr>
              <a:t>MORE</a:t>
            </a:r>
            <a:r>
              <a:rPr lang="en-US" altLang="zh-CN" sz="1400">
                <a:latin typeface="Arial"/>
                <a:ea typeface="黑体"/>
                <a:cs typeface="Arial"/>
              </a:rPr>
              <a:t>Serving</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with</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Bandwidth Adaptive</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Execution</a:t>
            </a:r>
            <a:endParaRPr lang="zh-CN" altLang="en-US" sz="1400">
              <a:latin typeface="Arial"/>
              <a:ea typeface="黑体"/>
              <a:cs typeface="Arial"/>
            </a:endParaRPr>
          </a:p>
        </p:txBody>
      </p:sp>
      <p:sp>
        <p:nvSpPr>
          <p:cNvPr id="3" name="文本框 2">
            <a:extLst>
              <a:ext uri="{FF2B5EF4-FFF2-40B4-BE49-F238E27FC236}">
                <a16:creationId xmlns:a16="http://schemas.microsoft.com/office/drawing/2014/main" id="{CB7FED20-5FB8-D4E5-4F3F-111F58BAEC6C}"/>
              </a:ext>
            </a:extLst>
          </p:cNvPr>
          <p:cNvSpPr txBox="1"/>
          <p:nvPr/>
        </p:nvSpPr>
        <p:spPr>
          <a:xfrm>
            <a:off x="290144" y="786912"/>
            <a:ext cx="879230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ltLang="zh-CN" sz="1600" b="1" err="1">
                <a:solidFill>
                  <a:srgbClr val="0F1115"/>
                </a:solidFill>
                <a:latin typeface="Microsoft YaHei"/>
                <a:ea typeface="Microsoft YaHei"/>
                <a:cs typeface="Arial"/>
              </a:rPr>
              <a:t>Summary</a:t>
            </a:r>
          </a:p>
        </p:txBody>
      </p:sp>
      <p:sp>
        <p:nvSpPr>
          <p:cNvPr id="8" name="TextBox 6">
            <a:extLst>
              <a:ext uri="{FF2B5EF4-FFF2-40B4-BE49-F238E27FC236}">
                <a16:creationId xmlns:a16="http://schemas.microsoft.com/office/drawing/2014/main" id="{D552EE57-4E1E-6B69-17B6-576F11C6333B}"/>
              </a:ext>
            </a:extLst>
          </p:cNvPr>
          <p:cNvSpPr txBox="1"/>
          <p:nvPr/>
        </p:nvSpPr>
        <p:spPr>
          <a:xfrm>
            <a:off x="235323" y="1075765"/>
            <a:ext cx="8791015" cy="32859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ltLang="ja-JP" sz="1400" err="1">
                <a:solidFill>
                  <a:srgbClr val="000000"/>
                </a:solidFill>
                <a:latin typeface="Microsoft YaHei"/>
                <a:ea typeface="Microsoft YaHei"/>
                <a:cs typeface="+mn-lt"/>
              </a:rPr>
              <a:t>Accelerated core of FreeToken Rational Framework: GPU, CPU, and Memory (HBM) for the Unified Measurement PC Platform</a:t>
            </a:r>
            <a:r>
              <a:rPr lang="en-US" altLang="ja-JP" sz="1400">
                <a:solidFill>
                  <a:srgbClr val="000000"/>
                </a:solidFill>
                <a:latin typeface="Microsoft YaHei"/>
                <a:ea typeface="Microsoft YaHei"/>
                <a:cs typeface="+mn-lt"/>
              </a:rPr>
              <a:t>Memory (DRAM) and PCIe resources. Consumer graphics card on PC devices memory&gt;8GB, memory 32-256GB, when reasoning, it can load the expert weight to the memory and by changing the memory resources in real time, optimize the expert weight to the memory and memory distribution, thus accelerate the MoE model reasoning in case MoE model cannot be loaded all to the memory.</a:t>
            </a:r>
            <a:endParaRPr lang="en-US">
              <a:cs typeface="Arial" panose="020B0604020202020204"/>
            </a:endParaRPr>
          </a:p>
          <a:p>
            <a:pPr marL="285750" indent="-285750">
              <a:lnSpc>
                <a:spcPct val="150000"/>
              </a:lnSpc>
              <a:buFont typeface="Arial"/>
              <a:buChar char="•"/>
            </a:pPr>
            <a:r>
              <a:rPr lang="en-US" altLang="ja-JP" sz="1400" err="1">
                <a:solidFill>
                  <a:srgbClr val="000000"/>
                </a:solidFill>
                <a:latin typeface="Microsoft YaHei"/>
                <a:ea typeface="Microsoft YaHei"/>
                <a:cs typeface="+mn-lt"/>
              </a:rPr>
              <a:t>Mobile devices for high-tech platforms (telephone, tablets)</a:t>
            </a:r>
            <a:r>
              <a:rPr lang="en-US" altLang="ja-JP" sz="1400">
                <a:solidFill>
                  <a:srgbClr val="000000"/>
                </a:solidFill>
                <a:latin typeface="Microsoft YaHei"/>
                <a:ea typeface="Microsoft YaHei"/>
                <a:cs typeface="+mn-lt"/>
              </a:rPr>
              <a:t>CPU, NPU, GPU share the same device memory (12-16G), which is completely different from the hardware architecture of the PC, expert weights are stored only in external storage, only loaded to the device memory when needed. Therefore, it is impossible to directly apply FreeToken’s reasonable acceleration strategy to mobile devices.</a:t>
            </a:r>
          </a:p>
          <a:p>
            <a:pPr marL="285750" indent="-285750">
              <a:lnSpc>
                <a:spcPct val="150000"/>
              </a:lnSpc>
              <a:buFont typeface="Arial"/>
              <a:buChar char="•"/>
            </a:pPr>
            <a:r>
              <a:rPr lang="en-US" altLang="ja-JP" sz="1400" err="1">
                <a:solidFill>
                  <a:srgbClr val="000000"/>
                </a:solidFill>
                <a:latin typeface="Microsoft YaHei"/>
                <a:ea typeface="Microsoft YaHei"/>
                <a:cs typeface="+mn-lt"/>
              </a:rPr>
              <a:t>The calculation strategy can only be applied to the MoE reasoning on mobile devices.</a:t>
            </a:r>
            <a:endParaRPr lang="en-US" altLang="ja-JP" sz="1400">
              <a:solidFill>
                <a:srgbClr val="000000"/>
              </a:solidFill>
              <a:latin typeface="Microsoft YaHei"/>
              <a:ea typeface="Microsoft YaHei"/>
              <a:cs typeface="+mn-lt"/>
            </a:endParaRPr>
          </a:p>
          <a:p>
            <a:pPr>
              <a:lnSpc>
                <a:spcPct val="150000"/>
              </a:lnSpc>
            </a:pPr>
            <a:r>
              <a:rPr lang="en-US" altLang="ja-JP" sz="1400">
                <a:solidFill>
                  <a:srgbClr val="000000"/>
                </a:solidFill>
                <a:latin typeface="Microsoft YaHei"/>
                <a:ea typeface="Microsoft YaHei"/>
                <a:cs typeface="+mn-lt"/>
              </a:rPr>
              <a:t>      </a:t>
            </a:r>
          </a:p>
          <a:p>
            <a:pPr marL="285750" indent="-285750">
              <a:lnSpc>
                <a:spcPct val="150000"/>
              </a:lnSpc>
              <a:buFont typeface="Arial"/>
              <a:buChar char="•"/>
            </a:pPr>
            <a:endParaRPr lang="en-US" altLang="ja-JP" sz="1400">
              <a:solidFill>
                <a:srgbClr val="000000"/>
              </a:solidFill>
              <a:latin typeface="Microsoft YaHei"/>
              <a:ea typeface="Microsoft YaHei"/>
              <a:cs typeface="+mn-lt"/>
            </a:endParaRPr>
          </a:p>
        </p:txBody>
      </p:sp>
      <p:pic>
        <p:nvPicPr>
          <p:cNvPr id="7" name="图片 6" descr="GPGPU 架构_gpgpu架构-CSDN博客">
            <a:extLst>
              <a:ext uri="{FF2B5EF4-FFF2-40B4-BE49-F238E27FC236}">
                <a16:creationId xmlns:a16="http://schemas.microsoft.com/office/drawing/2014/main" id="{C8B494C5-3D8C-9627-E6C3-98A4DAF8D724}"/>
              </a:ext>
            </a:extLst>
          </p:cNvPr>
          <p:cNvPicPr>
            <a:picLocks noChangeAspect="1"/>
          </p:cNvPicPr>
          <p:nvPr/>
        </p:nvPicPr>
        <p:blipFill>
          <a:blip r:embed="rId2"/>
          <a:srcRect l="307" b="11650"/>
          <a:stretch>
            <a:fillRect/>
          </a:stretch>
        </p:blipFill>
        <p:spPr>
          <a:xfrm>
            <a:off x="370998" y="3677420"/>
            <a:ext cx="4319314" cy="1401506"/>
          </a:xfrm>
          <a:prstGeom prst="rect">
            <a:avLst/>
          </a:prstGeom>
        </p:spPr>
      </p:pic>
      <p:pic>
        <p:nvPicPr>
          <p:cNvPr id="2" name="图片 1">
            <a:extLst>
              <a:ext uri="{FF2B5EF4-FFF2-40B4-BE49-F238E27FC236}">
                <a16:creationId xmlns:a16="http://schemas.microsoft.com/office/drawing/2014/main" id="{0D2F60C9-8CEE-28C0-6E24-DBB1104148A7}"/>
              </a:ext>
            </a:extLst>
          </p:cNvPr>
          <p:cNvPicPr>
            <a:picLocks noChangeAspect="1"/>
          </p:cNvPicPr>
          <p:nvPr/>
        </p:nvPicPr>
        <p:blipFill>
          <a:blip r:embed="rId3"/>
          <a:srcRect l="6640" t="4684" r="5445" b="18803"/>
          <a:stretch>
            <a:fillRect/>
          </a:stretch>
        </p:blipFill>
        <p:spPr>
          <a:xfrm>
            <a:off x="5227731" y="3049780"/>
            <a:ext cx="3691539" cy="2018700"/>
          </a:xfrm>
          <a:prstGeom prst="rect">
            <a:avLst/>
          </a:prstGeom>
        </p:spPr>
      </p:pic>
    </p:spTree>
    <p:extLst>
      <p:ext uri="{BB962C8B-B14F-4D97-AF65-F5344CB8AC3E}">
        <p14:creationId xmlns:p14="http://schemas.microsoft.com/office/powerpoint/2010/main" val="83402830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1322308-8FE1-4F14-D186-FECCE910E30D}"/>
              </a:ext>
            </a:extLst>
          </p:cNvPr>
          <p:cNvSpPr txBox="1"/>
          <p:nvPr/>
        </p:nvSpPr>
        <p:spPr>
          <a:xfrm>
            <a:off x="360045" y="1917244"/>
            <a:ext cx="5217124" cy="461665"/>
          </a:xfrm>
          <a:prstGeom prst="rect">
            <a:avLst/>
          </a:prstGeom>
          <a:noFill/>
        </p:spPr>
        <p:txBody>
          <a:bodyPr wrap="square" lIns="91440" tIns="45720" rIns="91440" bIns="45720" rtlCol="0" anchor="t">
            <a:spAutoFit/>
          </a:bodyPr>
          <a:lstStyle/>
          <a:p>
            <a:r>
              <a:rPr lang="en-US" altLang="zh-CN" sz="2400" b="1" err="1">
                <a:ea typeface="黑体"/>
                <a:cs typeface="Arial"/>
              </a:rPr>
              <a:t>Front model</a:t>
            </a:r>
          </a:p>
        </p:txBody>
      </p:sp>
      <p:sp>
        <p:nvSpPr>
          <p:cNvPr id="5" name="文本框 4">
            <a:extLst>
              <a:ext uri="{FF2B5EF4-FFF2-40B4-BE49-F238E27FC236}">
                <a16:creationId xmlns:a16="http://schemas.microsoft.com/office/drawing/2014/main" id="{337FC54B-C03F-610C-A74A-5007CF8EFBDF}"/>
              </a:ext>
            </a:extLst>
          </p:cNvPr>
          <p:cNvSpPr txBox="1"/>
          <p:nvPr/>
        </p:nvSpPr>
        <p:spPr>
          <a:xfrm>
            <a:off x="360044" y="917714"/>
            <a:ext cx="1107996" cy="923330"/>
          </a:xfrm>
          <a:prstGeom prst="rect">
            <a:avLst/>
          </a:prstGeom>
          <a:noFill/>
        </p:spPr>
        <p:txBody>
          <a:bodyPr wrap="none" rtlCol="0">
            <a:spAutoFit/>
          </a:bodyPr>
          <a:lstStyle/>
          <a:p>
            <a:r>
              <a:rPr kumimoji="1" lang="en-US" altLang="zh-CN" sz="5400" i="1" spc="600">
                <a:solidFill>
                  <a:schemeClr val="bg1"/>
                </a:solidFill>
                <a:latin typeface="Arial" panose="020B0604020202020204" pitchFamily="34" charset="0"/>
                <a:ea typeface="Microsoft YaHei Light" panose="020B0503020204020204" pitchFamily="34" charset="-122"/>
                <a:cs typeface="Arial" panose="020B0604020202020204" pitchFamily="34" charset="0"/>
              </a:rPr>
              <a:t>02</a:t>
            </a:r>
            <a:endParaRPr kumimoji="1" lang="zh-CN" altLang="en-US" sz="5400" i="1" spc="600">
              <a:solidFill>
                <a:schemeClr val="bg1"/>
              </a:solidFill>
              <a:latin typeface="Arial" panose="020B0604020202020204" pitchFamily="34" charset="0"/>
              <a:ea typeface="Microsoft YaHei Light" panose="020B0503020204020204" pitchFamily="34" charset="-122"/>
              <a:cs typeface="Arial" panose="020B0604020202020204" pitchFamily="34" charset="0"/>
            </a:endParaRPr>
          </a:p>
        </p:txBody>
      </p:sp>
      <p:cxnSp>
        <p:nvCxnSpPr>
          <p:cNvPr id="7" name="直线连接符 6">
            <a:extLst>
              <a:ext uri="{FF2B5EF4-FFF2-40B4-BE49-F238E27FC236}">
                <a16:creationId xmlns:a16="http://schemas.microsoft.com/office/drawing/2014/main" id="{C6AEA02B-0942-91AC-0CC4-060EFA9D6091}"/>
              </a:ext>
            </a:extLst>
          </p:cNvPr>
          <p:cNvCxnSpPr>
            <a:cxnSpLocks/>
          </p:cNvCxnSpPr>
          <p:nvPr/>
        </p:nvCxnSpPr>
        <p:spPr>
          <a:xfrm>
            <a:off x="450573" y="1839480"/>
            <a:ext cx="865082"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016821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BAE8C-050B-6753-B0B6-D077A03A4BE2}"/>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29F03748-748E-4956-0E89-EC5E0F500619}"/>
              </a:ext>
            </a:extLst>
          </p:cNvPr>
          <p:cNvSpPr>
            <a:spLocks noGrp="1"/>
          </p:cNvSpPr>
          <p:nvPr>
            <p:ph type="body" sz="quarter" idx="10"/>
          </p:nvPr>
        </p:nvSpPr>
        <p:spPr/>
        <p:txBody>
          <a:bodyPr/>
          <a:lstStyle/>
          <a:p>
            <a:r>
              <a:rPr lang="zh-CN" altLang="en-US">
                <a:latin typeface="Arial"/>
                <a:ea typeface="黑体"/>
                <a:cs typeface="Arial"/>
              </a:rPr>
              <a:t>Advanced model</a:t>
            </a:r>
            <a:endParaRPr lang="zh-CN" altLang="en-US"/>
          </a:p>
        </p:txBody>
      </p:sp>
      <p:pic>
        <p:nvPicPr>
          <p:cNvPr id="3" name="图片 2">
            <a:extLst>
              <a:ext uri="{FF2B5EF4-FFF2-40B4-BE49-F238E27FC236}">
                <a16:creationId xmlns:a16="http://schemas.microsoft.com/office/drawing/2014/main" id="{5EEBFA9C-4E30-D534-0A52-251FCC38C963}"/>
              </a:ext>
            </a:extLst>
          </p:cNvPr>
          <p:cNvPicPr>
            <a:picLocks noChangeAspect="1"/>
          </p:cNvPicPr>
          <p:nvPr/>
        </p:nvPicPr>
        <p:blipFill>
          <a:blip r:embed="rId2"/>
          <a:stretch>
            <a:fillRect/>
          </a:stretch>
        </p:blipFill>
        <p:spPr>
          <a:xfrm>
            <a:off x="145073" y="1139704"/>
            <a:ext cx="2041435" cy="516548"/>
          </a:xfrm>
          <a:prstGeom prst="rect">
            <a:avLst/>
          </a:prstGeom>
        </p:spPr>
      </p:pic>
      <p:graphicFrame>
        <p:nvGraphicFramePr>
          <p:cNvPr id="9" name="表格 8">
            <a:extLst>
              <a:ext uri="{FF2B5EF4-FFF2-40B4-BE49-F238E27FC236}">
                <a16:creationId xmlns:a16="http://schemas.microsoft.com/office/drawing/2014/main" id="{38472986-1925-A32B-25BC-96D2C9841047}"/>
              </a:ext>
            </a:extLst>
          </p:cNvPr>
          <p:cNvGraphicFramePr>
            <a:graphicFrameLocks noGrp="1"/>
          </p:cNvGraphicFramePr>
          <p:nvPr>
            <p:extLst>
              <p:ext uri="{D42A27DB-BD31-4B8C-83A1-F6EECF244321}">
                <p14:modId xmlns:p14="http://schemas.microsoft.com/office/powerpoint/2010/main" val="340503902"/>
              </p:ext>
            </p:extLst>
          </p:nvPr>
        </p:nvGraphicFramePr>
        <p:xfrm>
          <a:off x="149469" y="1767254"/>
          <a:ext cx="2042211" cy="3165043"/>
        </p:xfrm>
        <a:graphic>
          <a:graphicData uri="http://schemas.openxmlformats.org/drawingml/2006/table">
            <a:tbl>
              <a:tblPr firstRow="1" bandRow="1">
                <a:tableStyleId>{5C22544A-7EE6-4342-B048-85BDC9FD1C3A}</a:tableStyleId>
              </a:tblPr>
              <a:tblGrid>
                <a:gridCol w="961040">
                  <a:extLst>
                    <a:ext uri="{9D8B030D-6E8A-4147-A177-3AD203B41FA5}">
                      <a16:colId xmlns:a16="http://schemas.microsoft.com/office/drawing/2014/main" val="4052272174"/>
                    </a:ext>
                  </a:extLst>
                </a:gridCol>
                <a:gridCol w="1081171">
                  <a:extLst>
                    <a:ext uri="{9D8B030D-6E8A-4147-A177-3AD203B41FA5}">
                      <a16:colId xmlns:a16="http://schemas.microsoft.com/office/drawing/2014/main" val="2319145074"/>
                    </a:ext>
                  </a:extLst>
                </a:gridCol>
              </a:tblGrid>
              <a:tr h="420292">
                <a:tc>
                  <a:txBody>
                    <a:bodyPr/>
                    <a:lstStyle/>
                    <a:p>
                      <a:pPr algn="ctr"/>
                      <a:r>
                        <a:rPr lang="zh-CN" altLang="en-US" sz="1050" b="1">
                          <a:latin typeface="Microsoft YaHei"/>
                          <a:ea typeface="Microsoft YaHei"/>
                        </a:rPr>
                        <a:t>Time</a:t>
                      </a:r>
                    </a:p>
                  </a:txBody>
                  <a:tcPr anchor="ctr">
                    <a:noFill/>
                  </a:tcPr>
                </a:tc>
                <a:tc>
                  <a:txBody>
                    <a:bodyPr/>
                    <a:lstStyle/>
                    <a:p>
                      <a:pPr algn="ctr"/>
                      <a:r>
                        <a:rPr lang="zh-CN" altLang="en-US" sz="1050" b="1">
                          <a:latin typeface="Microsoft YaHei"/>
                          <a:ea typeface="Microsoft YaHei"/>
                        </a:rPr>
                        <a:t>Published Model</a:t>
                      </a:r>
                    </a:p>
                  </a:txBody>
                  <a:tcPr anchor="ctr">
                    <a:noFill/>
                  </a:tcPr>
                </a:tc>
                <a:extLst>
                  <a:ext uri="{0D108BD9-81ED-4DB2-BD59-A6C34878D82A}">
                    <a16:rowId xmlns:a16="http://schemas.microsoft.com/office/drawing/2014/main" val="2565222465"/>
                  </a:ext>
                </a:extLst>
              </a:tr>
              <a:tr h="643571">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2026-02 to 24</a:t>
                      </a:r>
                      <a:endParaRPr lang="zh-CN" altLang="en-US" sz="1000" b="0" kern="1200" noProof="0">
                        <a:solidFill>
                          <a:schemeClr val="lt1"/>
                        </a:solidFill>
                        <a:latin typeface="Microsoft YaHei"/>
                        <a:ea typeface="Microsoft YaHei"/>
                        <a:cs typeface="+mn-cs"/>
                      </a:endParaRPr>
                    </a:p>
                  </a:txBody>
                  <a:tcPr anchor="ctr">
                    <a:noFill/>
                  </a:tcPr>
                </a:tc>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Qwen3.5-35B-A3B</a:t>
                      </a:r>
                      <a:r>
                        <a:rPr lang="zh-CN" altLang="en-US" sz="1000" b="0" kern="1200" noProof="0">
                          <a:solidFill>
                            <a:schemeClr val="lt1"/>
                          </a:solidFill>
                          <a:latin typeface="Microsoft YaHei"/>
                          <a:ea typeface="Microsoft YaHei"/>
                          <a:cs typeface="+mn-cs"/>
                        </a:rPr>
                        <a:t>and</a:t>
                      </a:r>
                      <a:r>
                        <a:rPr lang="en-US" altLang="zh-CN" sz="1000" b="0" kern="1200" noProof="0">
                          <a:solidFill>
                            <a:schemeClr val="lt1"/>
                          </a:solidFill>
                          <a:latin typeface="Microsoft YaHei"/>
                          <a:ea typeface="Microsoft YaHei"/>
                          <a:cs typeface="+mn-cs"/>
                        </a:rPr>
                        <a:t>Qwen3.5-27B</a:t>
                      </a:r>
                      <a:endParaRPr lang="zh-CN" altLang="en-US" sz="1000" b="0" kern="1200">
                        <a:solidFill>
                          <a:schemeClr val="lt1"/>
                        </a:solidFill>
                        <a:latin typeface="Microsoft YaHei"/>
                        <a:ea typeface="Microsoft YaHei"/>
                        <a:cs typeface="+mn-cs"/>
                      </a:endParaRPr>
                    </a:p>
                  </a:txBody>
                  <a:tcPr anchor="ctr">
                    <a:noFill/>
                  </a:tcPr>
                </a:tc>
                <a:extLst>
                  <a:ext uri="{0D108BD9-81ED-4DB2-BD59-A6C34878D82A}">
                    <a16:rowId xmlns:a16="http://schemas.microsoft.com/office/drawing/2014/main" val="3008990055"/>
                  </a:ext>
                </a:extLst>
              </a:tr>
              <a:tr h="827449">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2026-03 to</a:t>
                      </a:r>
                      <a:endParaRPr lang="zh-CN" altLang="en-US" sz="1000" b="0" kern="1200">
                        <a:solidFill>
                          <a:schemeClr val="lt1"/>
                        </a:solidFill>
                        <a:latin typeface="Microsoft YaHei"/>
                        <a:ea typeface="Microsoft YaHei"/>
                        <a:cs typeface="+mn-cs"/>
                      </a:endParaRPr>
                    </a:p>
                  </a:txBody>
                  <a:tcPr anchor="ctr">
                    <a:noFill/>
                  </a:tcPr>
                </a:tc>
                <a:tc>
                  <a:txBody>
                    <a:bodyPr/>
                    <a:lstStyle/>
                    <a:p>
                      <a:pPr marL="0" lvl="0" algn="ctr" rtl="0" eaLnBrk="1" latinLnBrk="0" hangingPunct="1">
                        <a:buNone/>
                      </a:pPr>
                      <a:r>
                        <a:rPr lang="en-US" altLang="zh-CN" sz="1000" b="0" kern="1200" noProof="0">
                          <a:solidFill>
                            <a:schemeClr val="lt1"/>
                          </a:solidFill>
                          <a:latin typeface="Microsoft YaHei"/>
                          <a:ea typeface="Microsoft YaHei"/>
                          <a:cs typeface="+mn-cs"/>
                        </a:rPr>
                        <a:t>Qwen3.5-9B</a:t>
                      </a:r>
                      <a:r>
                        <a:rPr lang="zh-CN" altLang="en-US" sz="1000" b="0" kern="1200" noProof="0">
                          <a:solidFill>
                            <a:schemeClr val="lt1"/>
                          </a:solidFill>
                          <a:latin typeface="Microsoft YaHei"/>
                          <a:ea typeface="Microsoft YaHei"/>
                          <a:cs typeface="+mn-cs"/>
                        </a:rPr>
                        <a:t/>
                      </a:r>
                      <a:r>
                        <a:rPr lang="en-US" altLang="zh-CN" sz="1000" b="0" kern="1200" noProof="0">
                          <a:solidFill>
                            <a:schemeClr val="lt1"/>
                          </a:solidFill>
                          <a:latin typeface="Microsoft YaHei"/>
                          <a:ea typeface="Microsoft YaHei"/>
                          <a:cs typeface="+mn-cs"/>
                        </a:rPr>
                        <a:t>Qwen3.5-4B</a:t>
                      </a:r>
                      <a:r>
                        <a:rPr lang="zh-CN" altLang="en-US" sz="1000" b="0" kern="1200" noProof="0">
                          <a:solidFill>
                            <a:schemeClr val="lt1"/>
                          </a:solidFill>
                          <a:latin typeface="Microsoft YaHei"/>
                          <a:ea typeface="Microsoft YaHei"/>
                          <a:cs typeface="+mn-cs"/>
                        </a:rPr>
                        <a:t/>
                      </a:r>
                      <a:r>
                        <a:rPr lang="en-US" altLang="zh-CN" sz="1000" b="0" kern="1200" noProof="0">
                          <a:solidFill>
                            <a:schemeClr val="lt1"/>
                          </a:solidFill>
                          <a:latin typeface="Microsoft YaHei"/>
                          <a:ea typeface="Microsoft YaHei"/>
                          <a:cs typeface="+mn-cs"/>
                        </a:rPr>
                        <a:t>Qwen3.5-2B</a:t>
                      </a:r>
                      <a:r>
                        <a:rPr lang="zh-CN" altLang="en-US" sz="1000" b="0" kern="1200" noProof="0">
                          <a:solidFill>
                            <a:schemeClr val="lt1"/>
                          </a:solidFill>
                          <a:latin typeface="Microsoft YaHei"/>
                          <a:ea typeface="Microsoft YaHei"/>
                          <a:cs typeface="+mn-cs"/>
                        </a:rPr>
                        <a:t> </a:t>
                      </a:r>
                      <a:r>
                        <a:rPr lang="en-US" altLang="zh-CN" sz="1000" b="0" kern="1200" noProof="0">
                          <a:solidFill>
                            <a:schemeClr val="lt1"/>
                          </a:solidFill>
                          <a:latin typeface="Microsoft YaHei"/>
                          <a:ea typeface="Microsoft YaHei"/>
                          <a:cs typeface="+mn-cs"/>
                        </a:rPr>
                        <a:t>Qwen3.5-0.8B</a:t>
                      </a:r>
                      <a:endParaRPr lang="zh-CN" altLang="en-US" sz="1000" b="0" kern="1200">
                        <a:solidFill>
                          <a:schemeClr val="lt1"/>
                        </a:solidFill>
                        <a:latin typeface="Microsoft YaHei"/>
                        <a:ea typeface="Microsoft YaHei"/>
                        <a:cs typeface="+mn-cs"/>
                      </a:endParaRPr>
                    </a:p>
                  </a:txBody>
                  <a:tcPr anchor="ctr">
                    <a:noFill/>
                  </a:tcPr>
                </a:tc>
                <a:extLst>
                  <a:ext uri="{0D108BD9-81ED-4DB2-BD59-A6C34878D82A}">
                    <a16:rowId xmlns:a16="http://schemas.microsoft.com/office/drawing/2014/main" val="1759096239"/>
                  </a:ext>
                </a:extLst>
              </a:tr>
              <a:tr h="459694">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2026-04-16</a:t>
                      </a:r>
                      <a:endParaRPr lang="zh-CN" altLang="en-US" sz="1000" b="0" kern="1200">
                        <a:solidFill>
                          <a:schemeClr val="lt1"/>
                        </a:solidFill>
                        <a:latin typeface="Microsoft YaHei"/>
                        <a:ea typeface="Microsoft YaHei"/>
                        <a:cs typeface="+mn-cs"/>
                      </a:endParaRPr>
                    </a:p>
                  </a:txBody>
                  <a:tcPr anchor="ctr">
                    <a:noFill/>
                  </a:tcPr>
                </a:tc>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Qwen3.6-35B-A3B</a:t>
                      </a:r>
                      <a:endParaRPr lang="zh-CN" altLang="en-US" sz="1000" b="0" kern="1200">
                        <a:solidFill>
                          <a:schemeClr val="lt1"/>
                        </a:solidFill>
                        <a:latin typeface="Microsoft YaHei"/>
                        <a:ea typeface="Microsoft YaHei"/>
                        <a:cs typeface="+mn-cs"/>
                      </a:endParaRPr>
                    </a:p>
                  </a:txBody>
                  <a:tcPr anchor="ctr">
                    <a:noFill/>
                  </a:tcPr>
                </a:tc>
                <a:extLst>
                  <a:ext uri="{0D108BD9-81ED-4DB2-BD59-A6C34878D82A}">
                    <a16:rowId xmlns:a16="http://schemas.microsoft.com/office/drawing/2014/main" val="1476402427"/>
                  </a:ext>
                </a:extLst>
              </a:tr>
              <a:tr h="394023">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2026-04-22</a:t>
                      </a:r>
                      <a:endParaRPr lang="zh-CN" altLang="en-US" sz="1000" b="0" kern="1200">
                        <a:solidFill>
                          <a:schemeClr val="lt1"/>
                        </a:solidFill>
                        <a:latin typeface="Microsoft YaHei"/>
                        <a:ea typeface="Microsoft YaHei"/>
                        <a:cs typeface="+mn-cs"/>
                      </a:endParaRPr>
                    </a:p>
                  </a:txBody>
                  <a:tcPr anchor="ctr">
                    <a:noFill/>
                  </a:tcPr>
                </a:tc>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Qwen3.6-27B</a:t>
                      </a:r>
                      <a:endParaRPr lang="zh-CN" altLang="en-US" sz="1000" b="0" kern="1200">
                        <a:solidFill>
                          <a:schemeClr val="lt1"/>
                        </a:solidFill>
                        <a:latin typeface="Microsoft YaHei"/>
                        <a:ea typeface="Microsoft YaHei"/>
                        <a:cs typeface="+mn-cs"/>
                      </a:endParaRPr>
                    </a:p>
                  </a:txBody>
                  <a:tcPr anchor="ctr">
                    <a:noFill/>
                  </a:tcPr>
                </a:tc>
                <a:extLst>
                  <a:ext uri="{0D108BD9-81ED-4DB2-BD59-A6C34878D82A}">
                    <a16:rowId xmlns:a16="http://schemas.microsoft.com/office/drawing/2014/main" val="3779478687"/>
                  </a:ext>
                </a:extLst>
              </a:tr>
              <a:tr h="394023">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2026-08 to 14</a:t>
                      </a:r>
                      <a:endParaRPr lang="zh-CN" altLang="en-US" sz="1000" b="0" kern="1200">
                        <a:solidFill>
                          <a:schemeClr val="lt1"/>
                        </a:solidFill>
                        <a:latin typeface="Microsoft YaHei"/>
                        <a:ea typeface="Microsoft YaHei"/>
                        <a:cs typeface="+mn-cs"/>
                      </a:endParaRPr>
                    </a:p>
                  </a:txBody>
                  <a:tcPr anchor="ctr">
                    <a:noFill/>
                  </a:tcPr>
                </a:tc>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Qwen3.8-27B</a:t>
                      </a:r>
                      <a:endParaRPr lang="zh-CN" altLang="en-US" sz="1000" b="0" kern="1200">
                        <a:solidFill>
                          <a:schemeClr val="lt1"/>
                        </a:solidFill>
                        <a:latin typeface="Microsoft YaHei"/>
                        <a:ea typeface="Microsoft YaHei"/>
                        <a:cs typeface="+mn-cs"/>
                      </a:endParaRPr>
                    </a:p>
                  </a:txBody>
                  <a:tcPr anchor="ctr">
                    <a:noFill/>
                  </a:tcPr>
                </a:tc>
                <a:extLst>
                  <a:ext uri="{0D108BD9-81ED-4DB2-BD59-A6C34878D82A}">
                    <a16:rowId xmlns:a16="http://schemas.microsoft.com/office/drawing/2014/main" val="1484897608"/>
                  </a:ext>
                </a:extLst>
              </a:tr>
            </a:tbl>
          </a:graphicData>
        </a:graphic>
      </p:graphicFrame>
      <p:graphicFrame>
        <p:nvGraphicFramePr>
          <p:cNvPr id="13" name="表格 12">
            <a:extLst>
              <a:ext uri="{FF2B5EF4-FFF2-40B4-BE49-F238E27FC236}">
                <a16:creationId xmlns:a16="http://schemas.microsoft.com/office/drawing/2014/main" id="{BAC794F9-5582-9428-39BA-654056C5DB01}"/>
              </a:ext>
            </a:extLst>
          </p:cNvPr>
          <p:cNvGraphicFramePr>
            <a:graphicFrameLocks noGrp="1"/>
          </p:cNvGraphicFramePr>
          <p:nvPr>
            <p:extLst>
              <p:ext uri="{D42A27DB-BD31-4B8C-83A1-F6EECF244321}">
                <p14:modId xmlns:p14="http://schemas.microsoft.com/office/powerpoint/2010/main" val="1911164853"/>
              </p:ext>
            </p:extLst>
          </p:nvPr>
        </p:nvGraphicFramePr>
        <p:xfrm>
          <a:off x="4721469" y="1767254"/>
          <a:ext cx="2004451" cy="3151462"/>
        </p:xfrm>
        <a:graphic>
          <a:graphicData uri="http://schemas.openxmlformats.org/drawingml/2006/table">
            <a:tbl>
              <a:tblPr firstRow="1" bandRow="1">
                <a:tableStyleId>{5C22544A-7EE6-4342-B048-85BDC9FD1C3A}</a:tableStyleId>
              </a:tblPr>
              <a:tblGrid>
                <a:gridCol w="958102">
                  <a:extLst>
                    <a:ext uri="{9D8B030D-6E8A-4147-A177-3AD203B41FA5}">
                      <a16:colId xmlns:a16="http://schemas.microsoft.com/office/drawing/2014/main" val="4052272174"/>
                    </a:ext>
                  </a:extLst>
                </a:gridCol>
                <a:gridCol w="1046349">
                  <a:extLst>
                    <a:ext uri="{9D8B030D-6E8A-4147-A177-3AD203B41FA5}">
                      <a16:colId xmlns:a16="http://schemas.microsoft.com/office/drawing/2014/main" val="2319145074"/>
                    </a:ext>
                  </a:extLst>
                </a:gridCol>
              </a:tblGrid>
              <a:tr h="435568">
                <a:tc>
                  <a:txBody>
                    <a:bodyPr/>
                    <a:lstStyle/>
                    <a:p>
                      <a:pPr algn="ctr"/>
                      <a:r>
                        <a:rPr lang="zh-CN" altLang="en-US" sz="1050">
                          <a:latin typeface="Microsoft YaHei"/>
                          <a:ea typeface="Microsoft YaHei"/>
                        </a:rPr>
                        <a:t>Time</a:t>
                      </a:r>
                    </a:p>
                  </a:txBody>
                  <a:tcPr anchor="ctr">
                    <a:noFill/>
                  </a:tcPr>
                </a:tc>
                <a:tc>
                  <a:txBody>
                    <a:bodyPr/>
                    <a:lstStyle/>
                    <a:p>
                      <a:pPr algn="ctr"/>
                      <a:r>
                        <a:rPr lang="zh-CN" altLang="en-US" sz="1050">
                          <a:latin typeface="Microsoft YaHei"/>
                          <a:ea typeface="Microsoft YaHei"/>
                        </a:rPr>
                        <a:t>Published Model</a:t>
                      </a:r>
                    </a:p>
                  </a:txBody>
                  <a:tcPr anchor="ctr">
                    <a:noFill/>
                  </a:tcPr>
                </a:tc>
                <a:extLst>
                  <a:ext uri="{0D108BD9-81ED-4DB2-BD59-A6C34878D82A}">
                    <a16:rowId xmlns:a16="http://schemas.microsoft.com/office/drawing/2014/main" val="2565222465"/>
                  </a:ext>
                </a:extLst>
              </a:tr>
              <a:tr h="909568">
                <a:tc>
                  <a:txBody>
                    <a:bodyPr/>
                    <a:lstStyle/>
                    <a:p>
                      <a:pPr lvl="0" algn="ctr">
                        <a:lnSpc>
                          <a:spcPct val="100000"/>
                        </a:lnSpc>
                        <a:spcBef>
                          <a:spcPts val="0"/>
                        </a:spcBef>
                        <a:spcAft>
                          <a:spcPts val="0"/>
                        </a:spcAft>
                        <a:buNone/>
                      </a:pPr>
                      <a:r>
                        <a:rPr lang="en-US" sz="1000" b="0" i="0" u="none" strike="noStrike" kern="1200" noProof="0">
                          <a:solidFill>
                            <a:schemeClr val="lt1"/>
                          </a:solidFill>
                          <a:latin typeface="Microsoft YaHei"/>
                          <a:ea typeface="Microsoft YaHei"/>
                          <a:cs typeface="+mn-cs"/>
                        </a:rPr>
                        <a:t>2026-06 to 26</a:t>
                      </a:r>
                      <a:endParaRPr lang="en-US" sz="1000" b="0" i="0" u="none" strike="noStrike" kern="1200" noProof="0">
                        <a:solidFill>
                          <a:srgbClr val="000000"/>
                        </a:solidFill>
                        <a:latin typeface="Microsoft YaHei"/>
                        <a:ea typeface="Microsoft YaHei"/>
                        <a:cs typeface="+mn-cs"/>
                      </a:endParaRPr>
                    </a:p>
                  </a:txBody>
                  <a:tcPr anchor="ctr">
                    <a:noFill/>
                  </a:tcPr>
                </a:tc>
                <a:tc>
                  <a:txBody>
                    <a:bodyPr/>
                    <a:lstStyle/>
                    <a:p>
                      <a:pPr marL="0" lvl="0" algn="ctr">
                        <a:buNone/>
                      </a:pPr>
                      <a:r>
                        <a:rPr lang="en-US" sz="1000" b="0" i="0" u="none" strike="noStrike" kern="1200" noProof="0">
                          <a:solidFill>
                            <a:schemeClr val="lt1"/>
                          </a:solidFill>
                          <a:latin typeface="Microsoft YaHei"/>
                          <a:ea typeface="Microsoft YaHei"/>
                          <a:cs typeface="+mn-cs"/>
                        </a:rPr>
                        <a:t>Ornith-1.0-9B</a:t>
                      </a:r>
                      <a:endParaRPr lang="en-US" sz="1000" b="0" i="0" u="none" strike="noStrike" kern="1200" noProof="0">
                        <a:solidFill>
                          <a:srgbClr val="000000"/>
                        </a:solidFill>
                        <a:latin typeface="Microsoft YaHei"/>
                        <a:ea typeface="Microsoft YaHei"/>
                        <a:cs typeface="+mn-cs"/>
                      </a:endParaRPr>
                    </a:p>
                    <a:p>
                      <a:pPr marL="0" lvl="0" algn="ctr">
                        <a:lnSpc>
                          <a:spcPct val="100000"/>
                        </a:lnSpc>
                        <a:spcBef>
                          <a:spcPts val="0"/>
                        </a:spcBef>
                        <a:spcAft>
                          <a:spcPts val="0"/>
                        </a:spcAft>
                        <a:buNone/>
                      </a:pPr>
                      <a:r>
                        <a:rPr lang="en-US" sz="1000" b="0" i="0" u="none" strike="noStrike" kern="1200" noProof="0">
                          <a:solidFill>
                            <a:schemeClr val="lt1"/>
                          </a:solidFill>
                          <a:latin typeface="Microsoft YaHei"/>
                          <a:ea typeface="Microsoft YaHei"/>
                          <a:cs typeface="+mn-cs"/>
                        </a:rPr>
                        <a:t>Ornith-1.0-35B</a:t>
                      </a:r>
                      <a:endParaRPr lang="zh-CN" altLang="en-US" sz="1000" b="0" i="0" u="none" strike="noStrike" kern="1200" noProof="0">
                        <a:solidFill>
                          <a:srgbClr val="000000"/>
                        </a:solidFill>
                        <a:latin typeface="Microsoft YaHei"/>
                        <a:ea typeface="Microsoft YaHei"/>
                        <a:cs typeface="+mn-cs"/>
                      </a:endParaRPr>
                    </a:p>
                    <a:p>
                      <a:pPr marL="0" lvl="0" algn="ctr" defTabSz="914240">
                        <a:buNone/>
                      </a:pPr>
                      <a:endParaRPr lang="en-US" altLang="zh-CN" sz="1000" b="0" kern="1200" noProof="0">
                        <a:solidFill>
                          <a:schemeClr val="lt1"/>
                        </a:solidFill>
                        <a:latin typeface="Microsoft YaHei"/>
                        <a:ea typeface="Microsoft YaHei"/>
                        <a:cs typeface="+mn-cs"/>
                      </a:endParaRPr>
                    </a:p>
                  </a:txBody>
                  <a:tcPr anchor="ctr">
                    <a:noFill/>
                  </a:tcPr>
                </a:tc>
                <a:extLst>
                  <a:ext uri="{0D108BD9-81ED-4DB2-BD59-A6C34878D82A}">
                    <a16:rowId xmlns:a16="http://schemas.microsoft.com/office/drawing/2014/main" val="3008990055"/>
                  </a:ext>
                </a:extLst>
              </a:tr>
              <a:tr h="871136">
                <a:tc>
                  <a:txBody>
                    <a:bodyPr/>
                    <a:lstStyle/>
                    <a:p>
                      <a:pPr marL="0" lvl="0" algn="ctr" defTabSz="914240">
                        <a:buNone/>
                      </a:pPr>
                      <a:r>
                        <a:rPr lang="en-US" sz="1000" b="0" i="0" u="none" strike="noStrike" kern="1200" noProof="0">
                          <a:solidFill>
                            <a:schemeClr val="lt1"/>
                          </a:solidFill>
                          <a:latin typeface="Microsoft YaHei"/>
                          <a:ea typeface="Microsoft YaHei"/>
                          <a:cs typeface="+mn-cs"/>
                        </a:rPr>
                        <a:t>2026-08-19</a:t>
                      </a:r>
                      <a:endParaRPr lang="zh-CN" sz="1000" b="0">
                        <a:latin typeface="Microsoft YaHei"/>
                        <a:ea typeface="Microsoft YaHei"/>
                      </a:endParaRPr>
                    </a:p>
                  </a:txBody>
                  <a:tcPr anchor="ctr">
                    <a:noFill/>
                  </a:tcPr>
                </a:tc>
                <a:tc>
                  <a:txBody>
                    <a:bodyPr/>
                    <a:lstStyle/>
                    <a:p>
                      <a:pPr marL="0" lvl="0" algn="ctr">
                        <a:lnSpc>
                          <a:spcPct val="100000"/>
                        </a:lnSpc>
                        <a:spcBef>
                          <a:spcPts val="0"/>
                        </a:spcBef>
                        <a:spcAft>
                          <a:spcPts val="0"/>
                        </a:spcAft>
                        <a:buNone/>
                      </a:pPr>
                      <a:r>
                        <a:rPr lang="en-US" sz="1000" b="0" i="0" u="none" strike="noStrike" kern="1200" noProof="0">
                          <a:solidFill>
                            <a:schemeClr val="lt1"/>
                          </a:solidFill>
                          <a:latin typeface="Microsoft YaHei"/>
                          <a:ea typeface="Microsoft YaHei"/>
                          <a:cs typeface="+mn-cs"/>
                        </a:rPr>
                        <a:t>Ornith-1.5-9B</a:t>
                      </a:r>
                      <a:endParaRPr lang="zh-CN" altLang="en-US" sz="1000" b="0" i="0" u="none" strike="noStrike" kern="1200" noProof="0">
                        <a:solidFill>
                          <a:srgbClr val="000000"/>
                        </a:solidFill>
                        <a:latin typeface="Microsoft YaHei"/>
                        <a:ea typeface="Microsoft YaHei"/>
                        <a:cs typeface="+mn-cs"/>
                      </a:endParaRPr>
                    </a:p>
                    <a:p>
                      <a:pPr marL="0" lvl="0" algn="ctr">
                        <a:lnSpc>
                          <a:spcPct val="100000"/>
                        </a:lnSpc>
                        <a:spcBef>
                          <a:spcPts val="0"/>
                        </a:spcBef>
                        <a:spcAft>
                          <a:spcPts val="0"/>
                        </a:spcAft>
                        <a:buNone/>
                      </a:pPr>
                      <a:r>
                        <a:rPr lang="en-US" sz="1000" b="0" i="0" u="none" strike="noStrike" kern="1200" noProof="0">
                          <a:solidFill>
                            <a:schemeClr val="lt1"/>
                          </a:solidFill>
                          <a:latin typeface="Microsoft YaHei"/>
                          <a:ea typeface="Microsoft YaHei"/>
                          <a:cs typeface="+mn-cs"/>
                        </a:rPr>
                        <a:t>Ornith-1.5-35B-A3B</a:t>
                      </a:r>
                      <a:endParaRPr lang="zh-CN" altLang="en-US" sz="1000" b="0" i="0" u="none" strike="noStrike" kern="1200" noProof="0">
                        <a:solidFill>
                          <a:srgbClr val="000000"/>
                        </a:solidFill>
                        <a:latin typeface="Microsoft YaHei"/>
                        <a:ea typeface="Microsoft YaHei"/>
                        <a:cs typeface="+mn-cs"/>
                      </a:endParaRPr>
                    </a:p>
                  </a:txBody>
                  <a:tcPr anchor="ctr">
                    <a:noFill/>
                  </a:tcPr>
                </a:tc>
                <a:extLst>
                  <a:ext uri="{0D108BD9-81ED-4DB2-BD59-A6C34878D82A}">
                    <a16:rowId xmlns:a16="http://schemas.microsoft.com/office/drawing/2014/main" val="1759096239"/>
                  </a:ext>
                </a:extLst>
              </a:tr>
              <a:tr h="935190">
                <a:tc>
                  <a:txBody>
                    <a:bodyPr/>
                    <a:lstStyle/>
                    <a:p>
                      <a:pPr lvl="0" algn="ctr">
                        <a:lnSpc>
                          <a:spcPct val="100000"/>
                        </a:lnSpc>
                        <a:spcBef>
                          <a:spcPts val="0"/>
                        </a:spcBef>
                        <a:spcAft>
                          <a:spcPts val="0"/>
                        </a:spcAft>
                        <a:buNone/>
                      </a:pPr>
                      <a:r>
                        <a:rPr lang="en-US" sz="1000" b="0" i="0" u="none" strike="noStrike" kern="1200" noProof="0">
                          <a:solidFill>
                            <a:schemeClr val="lt1"/>
                          </a:solidFill>
                          <a:latin typeface="Microsoft YaHei"/>
                          <a:ea typeface="Microsoft YaHei"/>
                          <a:cs typeface="+mn-cs"/>
                        </a:rPr>
                        <a:t>2026-08 to 20</a:t>
                      </a:r>
                      <a:endParaRPr lang="en-US" sz="1000" b="0" i="0" u="none" strike="noStrike" kern="1200" noProof="0">
                        <a:solidFill>
                          <a:srgbClr val="000000"/>
                        </a:solidFill>
                        <a:latin typeface="Microsoft YaHei"/>
                        <a:ea typeface="Microsoft YaHei"/>
                        <a:cs typeface="+mn-cs"/>
                      </a:endParaRPr>
                    </a:p>
                  </a:txBody>
                  <a:tcPr anchor="ctr">
                    <a:noFill/>
                  </a:tcPr>
                </a:tc>
                <a:tc>
                  <a:txBody>
                    <a:bodyPr/>
                    <a:lstStyle/>
                    <a:p>
                      <a:pPr marL="0" lvl="0" algn="ctr">
                        <a:lnSpc>
                          <a:spcPct val="100000"/>
                        </a:lnSpc>
                        <a:spcBef>
                          <a:spcPts val="0"/>
                        </a:spcBef>
                        <a:spcAft>
                          <a:spcPts val="0"/>
                        </a:spcAft>
                        <a:buNone/>
                      </a:pPr>
                      <a:r>
                        <a:rPr lang="en-US" sz="1000" b="0" i="0" u="none" strike="noStrike" kern="1200" noProof="0">
                          <a:solidFill>
                            <a:schemeClr val="lt1"/>
                          </a:solidFill>
                          <a:latin typeface="Microsoft YaHei"/>
                          <a:ea typeface="Microsoft YaHei"/>
                          <a:cs typeface="+mn-cs"/>
                        </a:rPr>
                        <a:t>Ornith-1.5-9B-MLX</a:t>
                      </a:r>
                      <a:endParaRPr lang="zh-CN" altLang="en-US" sz="1000" b="0" i="0" u="none" strike="noStrike" kern="1200" noProof="0">
                        <a:solidFill>
                          <a:srgbClr val="000000"/>
                        </a:solidFill>
                        <a:latin typeface="Microsoft YaHei"/>
                        <a:ea typeface="Microsoft YaHei"/>
                        <a:cs typeface="+mn-cs"/>
                      </a:endParaRPr>
                    </a:p>
                    <a:p>
                      <a:pPr marL="0" lvl="0" algn="ctr">
                        <a:lnSpc>
                          <a:spcPct val="100000"/>
                        </a:lnSpc>
                        <a:spcBef>
                          <a:spcPts val="0"/>
                        </a:spcBef>
                        <a:spcAft>
                          <a:spcPts val="0"/>
                        </a:spcAft>
                        <a:buNone/>
                      </a:pPr>
                      <a:r>
                        <a:rPr lang="en-US" sz="1000" b="0" i="0" u="none" strike="noStrike" kern="1200" noProof="0">
                          <a:solidFill>
                            <a:schemeClr val="lt1"/>
                          </a:solidFill>
                          <a:latin typeface="Microsoft YaHei"/>
                          <a:ea typeface="Microsoft YaHei"/>
                          <a:cs typeface="+mn-cs"/>
                        </a:rPr>
                        <a:t>Ornith-1.5-35B-A3B-MLX</a:t>
                      </a:r>
                      <a:endParaRPr lang="zh-CN" altLang="en-US" sz="1000" b="0" i="0" u="none" strike="noStrike" kern="1200" noProof="0">
                        <a:solidFill>
                          <a:srgbClr val="000000"/>
                        </a:solidFill>
                        <a:latin typeface="Microsoft YaHei"/>
                        <a:ea typeface="Microsoft YaHei"/>
                        <a:cs typeface="+mn-cs"/>
                      </a:endParaRPr>
                    </a:p>
                    <a:p>
                      <a:pPr marL="0" lvl="0" algn="ctr" defTabSz="914240">
                        <a:buNone/>
                      </a:pPr>
                      <a:endParaRPr lang="en-US" altLang="zh-CN" sz="1000" b="0" kern="1200" noProof="0">
                        <a:solidFill>
                          <a:schemeClr val="lt1"/>
                        </a:solidFill>
                        <a:latin typeface="Microsoft YaHei"/>
                        <a:ea typeface="Microsoft YaHei"/>
                        <a:cs typeface="+mn-cs"/>
                      </a:endParaRPr>
                    </a:p>
                  </a:txBody>
                  <a:tcPr anchor="ctr">
                    <a:noFill/>
                  </a:tcPr>
                </a:tc>
                <a:extLst>
                  <a:ext uri="{0D108BD9-81ED-4DB2-BD59-A6C34878D82A}">
                    <a16:rowId xmlns:a16="http://schemas.microsoft.com/office/drawing/2014/main" val="1476402427"/>
                  </a:ext>
                </a:extLst>
              </a:tr>
            </a:tbl>
          </a:graphicData>
        </a:graphic>
      </p:graphicFrame>
      <p:pic>
        <p:nvPicPr>
          <p:cNvPr id="15" name="图片 14">
            <a:extLst>
              <a:ext uri="{FF2B5EF4-FFF2-40B4-BE49-F238E27FC236}">
                <a16:creationId xmlns:a16="http://schemas.microsoft.com/office/drawing/2014/main" id="{71CFCE70-2D1B-57B7-1927-C901925A99D9}"/>
              </a:ext>
            </a:extLst>
          </p:cNvPr>
          <p:cNvPicPr>
            <a:picLocks noChangeAspect="1"/>
          </p:cNvPicPr>
          <p:nvPr/>
        </p:nvPicPr>
        <p:blipFill>
          <a:blip r:embed="rId3"/>
          <a:stretch>
            <a:fillRect/>
          </a:stretch>
        </p:blipFill>
        <p:spPr>
          <a:xfrm>
            <a:off x="4702054" y="1133108"/>
            <a:ext cx="2025893" cy="520945"/>
          </a:xfrm>
          <a:prstGeom prst="rect">
            <a:avLst/>
          </a:prstGeom>
        </p:spPr>
      </p:pic>
      <p:graphicFrame>
        <p:nvGraphicFramePr>
          <p:cNvPr id="16" name="表格 15">
            <a:extLst>
              <a:ext uri="{FF2B5EF4-FFF2-40B4-BE49-F238E27FC236}">
                <a16:creationId xmlns:a16="http://schemas.microsoft.com/office/drawing/2014/main" id="{9C4BCF76-1CF4-2BA4-A582-0EC334342544}"/>
              </a:ext>
            </a:extLst>
          </p:cNvPr>
          <p:cNvGraphicFramePr>
            <a:graphicFrameLocks noGrp="1"/>
          </p:cNvGraphicFramePr>
          <p:nvPr>
            <p:extLst>
              <p:ext uri="{D42A27DB-BD31-4B8C-83A1-F6EECF244321}">
                <p14:modId xmlns:p14="http://schemas.microsoft.com/office/powerpoint/2010/main" val="1197454057"/>
              </p:ext>
            </p:extLst>
          </p:nvPr>
        </p:nvGraphicFramePr>
        <p:xfrm>
          <a:off x="2453053" y="1767253"/>
          <a:ext cx="2042209" cy="1891312"/>
        </p:xfrm>
        <a:graphic>
          <a:graphicData uri="http://schemas.openxmlformats.org/drawingml/2006/table">
            <a:tbl>
              <a:tblPr firstRow="1" bandRow="1">
                <a:tableStyleId>{5C22544A-7EE6-4342-B048-85BDC9FD1C3A}</a:tableStyleId>
              </a:tblPr>
              <a:tblGrid>
                <a:gridCol w="961039">
                  <a:extLst>
                    <a:ext uri="{9D8B030D-6E8A-4147-A177-3AD203B41FA5}">
                      <a16:colId xmlns:a16="http://schemas.microsoft.com/office/drawing/2014/main" val="4052272174"/>
                    </a:ext>
                  </a:extLst>
                </a:gridCol>
                <a:gridCol w="1081170">
                  <a:extLst>
                    <a:ext uri="{9D8B030D-6E8A-4147-A177-3AD203B41FA5}">
                      <a16:colId xmlns:a16="http://schemas.microsoft.com/office/drawing/2014/main" val="2319145074"/>
                    </a:ext>
                  </a:extLst>
                </a:gridCol>
              </a:tblGrid>
              <a:tr h="420292">
                <a:tc>
                  <a:txBody>
                    <a:bodyPr/>
                    <a:lstStyle/>
                    <a:p>
                      <a:pPr algn="ctr"/>
                      <a:r>
                        <a:rPr lang="zh-CN" altLang="en-US" sz="1050" b="1">
                          <a:latin typeface="Microsoft YaHei"/>
                          <a:ea typeface="Microsoft YaHei"/>
                        </a:rPr>
                        <a:t>Time</a:t>
                      </a:r>
                    </a:p>
                  </a:txBody>
                  <a:tcPr anchor="ctr">
                    <a:noFill/>
                  </a:tcPr>
                </a:tc>
                <a:tc>
                  <a:txBody>
                    <a:bodyPr/>
                    <a:lstStyle/>
                    <a:p>
                      <a:pPr algn="ctr"/>
                      <a:r>
                        <a:rPr lang="zh-CN" altLang="en-US" sz="1050" b="1">
                          <a:latin typeface="Microsoft YaHei"/>
                          <a:ea typeface="Microsoft YaHei"/>
                        </a:rPr>
                        <a:t>Published Model</a:t>
                      </a:r>
                    </a:p>
                  </a:txBody>
                  <a:tcPr anchor="ctr">
                    <a:noFill/>
                  </a:tcPr>
                </a:tc>
                <a:extLst>
                  <a:ext uri="{0D108BD9-81ED-4DB2-BD59-A6C34878D82A}">
                    <a16:rowId xmlns:a16="http://schemas.microsoft.com/office/drawing/2014/main" val="2565222465"/>
                  </a:ext>
                </a:extLst>
              </a:tr>
              <a:tr h="643571">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2026-07 to 31</a:t>
                      </a:r>
                      <a:endParaRPr lang="zh-CN" altLang="en-US" sz="1000" b="0" kern="1200" noProof="0">
                        <a:solidFill>
                          <a:schemeClr val="lt1"/>
                        </a:solidFill>
                        <a:latin typeface="Microsoft YaHei"/>
                        <a:ea typeface="Microsoft YaHei"/>
                        <a:cs typeface="+mn-cs"/>
                      </a:endParaRPr>
                    </a:p>
                  </a:txBody>
                  <a:tcPr anchor="ctr">
                    <a:noFill/>
                  </a:tcPr>
                </a:tc>
                <a:tc>
                  <a:txBody>
                    <a:bodyPr/>
                    <a:lstStyle/>
                    <a:p>
                      <a:pPr marL="0" lvl="0" algn="ctr" defTabSz="914240">
                        <a:buNone/>
                      </a:pPr>
                      <a:r>
                        <a:rPr lang="en-US" altLang="zh-CN" sz="1000" b="0" kern="1200" noProof="0">
                          <a:solidFill>
                            <a:schemeClr val="lt1"/>
                          </a:solidFill>
                          <a:latin typeface="Microsoft YaHei"/>
                          <a:ea typeface="Microsoft YaHei"/>
                          <a:cs typeface="+mn-cs"/>
                        </a:rPr>
                        <a:t>Deepseek-v4 flash</a:t>
                      </a:r>
                    </a:p>
                  </a:txBody>
                  <a:tcPr anchor="ctr">
                    <a:noFill/>
                  </a:tcPr>
                </a:tc>
                <a:extLst>
                  <a:ext uri="{0D108BD9-81ED-4DB2-BD59-A6C34878D82A}">
                    <a16:rowId xmlns:a16="http://schemas.microsoft.com/office/drawing/2014/main" val="3008990055"/>
                  </a:ext>
                </a:extLst>
              </a:tr>
              <a:tr h="827449">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2026-08 to 13</a:t>
                      </a:r>
                      <a:endParaRPr lang="zh-CN" altLang="en-US" sz="1000" b="0" kern="1200">
                        <a:solidFill>
                          <a:schemeClr val="lt1"/>
                        </a:solidFill>
                        <a:latin typeface="Microsoft YaHei"/>
                        <a:ea typeface="Microsoft YaHei"/>
                        <a:cs typeface="+mn-cs"/>
                      </a:endParaRPr>
                    </a:p>
                  </a:txBody>
                  <a:tcPr anchor="ctr">
                    <a:noFill/>
                  </a:tcPr>
                </a:tc>
                <a:tc>
                  <a:txBody>
                    <a:bodyPr/>
                    <a:lstStyle/>
                    <a:p>
                      <a:pPr lvl="0" algn="ctr">
                        <a:lnSpc>
                          <a:spcPct val="100000"/>
                        </a:lnSpc>
                        <a:spcBef>
                          <a:spcPts val="0"/>
                        </a:spcBef>
                        <a:spcAft>
                          <a:spcPts val="0"/>
                        </a:spcAft>
                        <a:buNone/>
                      </a:pPr>
                      <a:r>
                        <a:rPr lang="en-US" sz="1000" b="0" i="0" u="none" strike="noStrike" kern="1200" noProof="0">
                          <a:solidFill>
                            <a:schemeClr val="lt1"/>
                          </a:solidFill>
                          <a:latin typeface="Microsoft YaHei"/>
                          <a:ea typeface="Microsoft YaHei"/>
                          <a:cs typeface="+mn-cs"/>
                        </a:rPr>
                        <a:t>Deepseek-v4 Pro</a:t>
                      </a:r>
                    </a:p>
                  </a:txBody>
                  <a:tcPr anchor="ctr">
                    <a:noFill/>
                  </a:tcPr>
                </a:tc>
                <a:extLst>
                  <a:ext uri="{0D108BD9-81ED-4DB2-BD59-A6C34878D82A}">
                    <a16:rowId xmlns:a16="http://schemas.microsoft.com/office/drawing/2014/main" val="1759096239"/>
                  </a:ext>
                </a:extLst>
              </a:tr>
            </a:tbl>
          </a:graphicData>
        </a:graphic>
      </p:graphicFrame>
      <p:pic>
        <p:nvPicPr>
          <p:cNvPr id="17" name="图片 16">
            <a:extLst>
              <a:ext uri="{FF2B5EF4-FFF2-40B4-BE49-F238E27FC236}">
                <a16:creationId xmlns:a16="http://schemas.microsoft.com/office/drawing/2014/main" id="{041C39A1-2313-6385-BD72-864F92E0F489}"/>
              </a:ext>
            </a:extLst>
          </p:cNvPr>
          <p:cNvPicPr>
            <a:picLocks noChangeAspect="1"/>
          </p:cNvPicPr>
          <p:nvPr/>
        </p:nvPicPr>
        <p:blipFill>
          <a:blip r:embed="rId4"/>
          <a:stretch>
            <a:fillRect/>
          </a:stretch>
        </p:blipFill>
        <p:spPr>
          <a:xfrm>
            <a:off x="2444262" y="1133109"/>
            <a:ext cx="2039815" cy="520943"/>
          </a:xfrm>
          <a:prstGeom prst="rect">
            <a:avLst/>
          </a:prstGeom>
        </p:spPr>
      </p:pic>
      <p:pic>
        <p:nvPicPr>
          <p:cNvPr id="18" name="图片 17">
            <a:extLst>
              <a:ext uri="{FF2B5EF4-FFF2-40B4-BE49-F238E27FC236}">
                <a16:creationId xmlns:a16="http://schemas.microsoft.com/office/drawing/2014/main" id="{FA42770B-D76D-3B9B-38CC-39DDB3C36917}"/>
              </a:ext>
            </a:extLst>
          </p:cNvPr>
          <p:cNvPicPr>
            <a:picLocks noChangeAspect="1"/>
          </p:cNvPicPr>
          <p:nvPr/>
        </p:nvPicPr>
        <p:blipFill>
          <a:blip r:embed="rId5"/>
          <a:stretch>
            <a:fillRect/>
          </a:stretch>
        </p:blipFill>
        <p:spPr>
          <a:xfrm>
            <a:off x="7004172" y="1130910"/>
            <a:ext cx="2055201" cy="525341"/>
          </a:xfrm>
          <a:prstGeom prst="rect">
            <a:avLst/>
          </a:prstGeom>
        </p:spPr>
      </p:pic>
      <p:graphicFrame>
        <p:nvGraphicFramePr>
          <p:cNvPr id="19" name="表格 18">
            <a:extLst>
              <a:ext uri="{FF2B5EF4-FFF2-40B4-BE49-F238E27FC236}">
                <a16:creationId xmlns:a16="http://schemas.microsoft.com/office/drawing/2014/main" id="{1227B219-3038-6DCE-5994-7540F173FA1B}"/>
              </a:ext>
            </a:extLst>
          </p:cNvPr>
          <p:cNvGraphicFramePr>
            <a:graphicFrameLocks noGrp="1"/>
          </p:cNvGraphicFramePr>
          <p:nvPr>
            <p:extLst>
              <p:ext uri="{D42A27DB-BD31-4B8C-83A1-F6EECF244321}">
                <p14:modId xmlns:p14="http://schemas.microsoft.com/office/powerpoint/2010/main" val="945351558"/>
              </p:ext>
            </p:extLst>
          </p:nvPr>
        </p:nvGraphicFramePr>
        <p:xfrm>
          <a:off x="7007467" y="1776044"/>
          <a:ext cx="2042211" cy="816532"/>
        </p:xfrm>
        <a:graphic>
          <a:graphicData uri="http://schemas.openxmlformats.org/drawingml/2006/table">
            <a:tbl>
              <a:tblPr firstRow="1" bandRow="1">
                <a:tableStyleId>{5C22544A-7EE6-4342-B048-85BDC9FD1C3A}</a:tableStyleId>
              </a:tblPr>
              <a:tblGrid>
                <a:gridCol w="961040">
                  <a:extLst>
                    <a:ext uri="{9D8B030D-6E8A-4147-A177-3AD203B41FA5}">
                      <a16:colId xmlns:a16="http://schemas.microsoft.com/office/drawing/2014/main" val="4052272174"/>
                    </a:ext>
                  </a:extLst>
                </a:gridCol>
                <a:gridCol w="1081171">
                  <a:extLst>
                    <a:ext uri="{9D8B030D-6E8A-4147-A177-3AD203B41FA5}">
                      <a16:colId xmlns:a16="http://schemas.microsoft.com/office/drawing/2014/main" val="2319145074"/>
                    </a:ext>
                  </a:extLst>
                </a:gridCol>
              </a:tblGrid>
              <a:tr h="420292">
                <a:tc>
                  <a:txBody>
                    <a:bodyPr/>
                    <a:lstStyle/>
                    <a:p>
                      <a:pPr algn="ctr"/>
                      <a:r>
                        <a:rPr lang="zh-CN" altLang="en-US" sz="1050">
                          <a:latin typeface="Microsoft YaHei"/>
                          <a:ea typeface="Microsoft YaHei"/>
                        </a:rPr>
                        <a:t>Time</a:t>
                      </a:r>
                    </a:p>
                  </a:txBody>
                  <a:tcPr anchor="ctr">
                    <a:noFill/>
                  </a:tcPr>
                </a:tc>
                <a:tc>
                  <a:txBody>
                    <a:bodyPr/>
                    <a:lstStyle/>
                    <a:p>
                      <a:pPr algn="ctr"/>
                      <a:r>
                        <a:rPr lang="zh-CN" altLang="en-US" sz="1050">
                          <a:latin typeface="Microsoft YaHei"/>
                          <a:ea typeface="Microsoft YaHei"/>
                        </a:rPr>
                        <a:t>Published Model</a:t>
                      </a:r>
                    </a:p>
                  </a:txBody>
                  <a:tcPr anchor="ctr">
                    <a:noFill/>
                  </a:tcPr>
                </a:tc>
                <a:extLst>
                  <a:ext uri="{0D108BD9-81ED-4DB2-BD59-A6C34878D82A}">
                    <a16:rowId xmlns:a16="http://schemas.microsoft.com/office/drawing/2014/main" val="2565222465"/>
                  </a:ext>
                </a:extLst>
              </a:tr>
              <a:tr h="394023">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2026-08 to 20</a:t>
                      </a:r>
                      <a:endParaRPr lang="zh-CN" altLang="en-US" sz="1000" b="0" kern="1200">
                        <a:solidFill>
                          <a:schemeClr val="lt1"/>
                        </a:solidFill>
                        <a:latin typeface="Microsoft YaHei"/>
                        <a:ea typeface="Microsoft YaHei"/>
                        <a:cs typeface="+mn-cs"/>
                      </a:endParaRPr>
                    </a:p>
                  </a:txBody>
                  <a:tcPr anchor="ctr">
                    <a:noFill/>
                  </a:tcPr>
                </a:tc>
                <a:tc>
                  <a:txBody>
                    <a:bodyPr/>
                    <a:lstStyle/>
                    <a:p>
                      <a:pPr marL="0" lvl="0" algn="ctr" defTabSz="914240" rtl="0" eaLnBrk="1" latinLnBrk="0" hangingPunct="1">
                        <a:buNone/>
                      </a:pPr>
                      <a:r>
                        <a:rPr lang="en-US" altLang="zh-CN" sz="1000" b="0" kern="1200" noProof="0">
                          <a:solidFill>
                            <a:schemeClr val="lt1"/>
                          </a:solidFill>
                          <a:latin typeface="Microsoft YaHei"/>
                          <a:ea typeface="Microsoft YaHei"/>
                          <a:cs typeface="+mn-cs"/>
                        </a:rPr>
                        <a:t>Qwen3.8-27B-1bit</a:t>
                      </a:r>
                      <a:endParaRPr lang="zh-CN" altLang="en-US" sz="1000" b="0" kern="1200">
                        <a:solidFill>
                          <a:schemeClr val="lt1"/>
                        </a:solidFill>
                        <a:latin typeface="Microsoft YaHei"/>
                        <a:ea typeface="Microsoft YaHei"/>
                        <a:cs typeface="+mn-cs"/>
                      </a:endParaRPr>
                    </a:p>
                  </a:txBody>
                  <a:tcPr anchor="ctr">
                    <a:noFill/>
                  </a:tcPr>
                </a:tc>
                <a:extLst>
                  <a:ext uri="{0D108BD9-81ED-4DB2-BD59-A6C34878D82A}">
                    <a16:rowId xmlns:a16="http://schemas.microsoft.com/office/drawing/2014/main" val="1484897608"/>
                  </a:ext>
                </a:extLst>
              </a:tr>
            </a:tbl>
          </a:graphicData>
        </a:graphic>
      </p:graphicFrame>
      <p:sp>
        <p:nvSpPr>
          <p:cNvPr id="20" name="文本框 19">
            <a:extLst>
              <a:ext uri="{FF2B5EF4-FFF2-40B4-BE49-F238E27FC236}">
                <a16:creationId xmlns:a16="http://schemas.microsoft.com/office/drawing/2014/main" id="{607A2276-9FA1-0977-80BD-060AF501E9C2}"/>
              </a:ext>
            </a:extLst>
          </p:cNvPr>
          <p:cNvSpPr txBox="1"/>
          <p:nvPr/>
        </p:nvSpPr>
        <p:spPr>
          <a:xfrm>
            <a:off x="149470" y="725366"/>
            <a:ext cx="8862644" cy="6639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zh-CN" altLang="en-US" sz="1600" b="1">
                <a:solidFill>
                  <a:srgbClr val="0F1115"/>
                </a:solidFill>
                <a:latin typeface="quote-cjk-patch"/>
                <a:ea typeface="黑体"/>
                <a:cs typeface="Arial" panose="020B0604020202020204"/>
              </a:rPr>
              <a:t>In the past six months, a number of large models were published.</a:t>
            </a:r>
            <a:r>
              <a:rPr lang="zh-CN" altLang="en-US" sz="1600" b="1">
                <a:solidFill>
                  <a:srgbClr val="0F1115"/>
                </a:solidFill>
                <a:latin typeface="quote-cjk-patch"/>
                <a:ea typeface="黑体"/>
                <a:cs typeface="+mn-lt"/>
              </a:rPr>
              <a:t>Technology is accelerated.</a:t>
            </a:r>
            <a:r>
              <a:rPr lang="zh-CN" altLang="en-US" b="1">
                <a:solidFill>
                  <a:srgbClr val="0F1115"/>
                </a:solidFill>
                <a:latin typeface="quote-cjk-patch"/>
                <a:ea typeface="黑体"/>
                <a:cs typeface="+mn-lt"/>
              </a:rPr>
              <a:t>and .</a:t>
            </a:r>
            <a:endParaRPr lang="en-US" altLang="zh-CN">
              <a:latin typeface="Arial" panose="020B0604020202020204"/>
              <a:ea typeface="黑体" panose="02010609060101010101" pitchFamily="49" charset="-122"/>
              <a:cs typeface="Arial" panose="020B0604020202020204"/>
            </a:endParaRPr>
          </a:p>
          <a:p>
            <a:pPr marL="285750" indent="-285750" algn="ctr">
              <a:buFont typeface="Wingdings"/>
              <a:buChar char="Ø"/>
            </a:pPr>
            <a:endParaRPr lang="zh-CN" altLang="en-US">
              <a:latin typeface="Arial" pitchFamily="34" charset="0"/>
              <a:cs typeface="Arial" pitchFamily="34" charset="0"/>
            </a:endParaRPr>
          </a:p>
        </p:txBody>
      </p:sp>
    </p:spTree>
    <p:extLst>
      <p:ext uri="{BB962C8B-B14F-4D97-AF65-F5344CB8AC3E}">
        <p14:creationId xmlns:p14="http://schemas.microsoft.com/office/powerpoint/2010/main" val="418359517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CC96FC6-02D7-3709-812F-72BC0F60F21A}"/>
              </a:ext>
            </a:extLst>
          </p:cNvPr>
          <p:cNvSpPr>
            <a:spLocks noGrp="1"/>
          </p:cNvSpPr>
          <p:nvPr>
            <p:ph type="body" sz="quarter" idx="10"/>
          </p:nvPr>
        </p:nvSpPr>
        <p:spPr/>
        <p:txBody>
          <a:bodyPr/>
          <a:lstStyle/>
          <a:p>
            <a:r>
              <a:rPr lang="zh-CN" altLang="en-US">
                <a:latin typeface="Arial"/>
                <a:ea typeface="黑体"/>
                <a:cs typeface="Arial"/>
              </a:rPr>
              <a:t>Deepseek Series</a:t>
            </a:r>
            <a:endParaRPr lang="zh-CN" altLang="en-US"/>
          </a:p>
        </p:txBody>
      </p:sp>
      <p:sp>
        <p:nvSpPr>
          <p:cNvPr id="4" name="文本框 3">
            <a:extLst>
              <a:ext uri="{FF2B5EF4-FFF2-40B4-BE49-F238E27FC236}">
                <a16:creationId xmlns:a16="http://schemas.microsoft.com/office/drawing/2014/main" id="{AD0072DE-8F30-BAE5-3CD2-27BE8DDB8243}"/>
              </a:ext>
            </a:extLst>
          </p:cNvPr>
          <p:cNvSpPr txBox="1"/>
          <p:nvPr/>
        </p:nvSpPr>
        <p:spPr>
          <a:xfrm>
            <a:off x="246182" y="611066"/>
            <a:ext cx="879230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1600" b="1">
                <a:solidFill>
                  <a:srgbClr val="0F1115"/>
                </a:solidFill>
                <a:latin typeface="Microsoft YaHei"/>
                <a:ea typeface="Microsoft YaHei"/>
                <a:cs typeface="Arial" panose="020B0604020202020204"/>
              </a:rPr>
              <a:t>DeepSeek-V4</a:t>
            </a:r>
            <a:r>
              <a:rPr lang="zh-CN" altLang="en-US" sz="1600" b="1">
                <a:solidFill>
                  <a:srgbClr val="0F1115"/>
                </a:solidFill>
                <a:latin typeface="Microsoft YaHei"/>
                <a:ea typeface="Microsoft YaHei"/>
                <a:cs typeface="Arial" panose="020B0604020202020204"/>
              </a:rPr>
              <a:t>Series models adopts MOE architecture,</a:t>
            </a:r>
            <a:r>
              <a:rPr lang="zh-CN" altLang="en-US" sz="1600" b="1">
                <a:solidFill>
                  <a:srgbClr val="0F1115"/>
                </a:solidFill>
                <a:latin typeface="Microsoft YaHei"/>
                <a:ea typeface="Microsoft YaHei"/>
                <a:cs typeface="+mn-lt"/>
              </a:rPr>
              <a:t>Focus on enhancing the ability of the agent in the production environment, with multiple indicators completely beyond the competitive model.</a:t>
            </a:r>
            <a:endParaRPr lang="en-US" altLang="zh-CN" sz="1600" b="1">
              <a:solidFill>
                <a:srgbClr val="0F1115"/>
              </a:solidFill>
              <a:latin typeface="Microsoft YaHei"/>
              <a:ea typeface="Microsoft YaHei"/>
              <a:cs typeface="Arial" panose="020B0604020202020204"/>
            </a:endParaRPr>
          </a:p>
          <a:p>
            <a:pPr marL="285750" indent="-285750">
              <a:buFont typeface="Wingdings"/>
              <a:buChar char="Ø"/>
            </a:pPr>
            <a:r>
              <a:rPr lang="zh-CN" altLang="en-US" sz="1600" b="1">
                <a:solidFill>
                  <a:srgbClr val="0F1115"/>
                </a:solidFill>
                <a:latin typeface="Microsoft YaHei"/>
                <a:ea typeface="Microsoft YaHei"/>
                <a:cs typeface="Arial" panose="020B0604020202020204"/>
              </a:rPr>
              <a:t>DeepSeek-V4 Flash version</a:t>
            </a:r>
            <a:r>
              <a:rPr lang="zh-CN" altLang="en-US" sz="1600" b="1">
                <a:solidFill>
                  <a:srgbClr val="0F1115"/>
                </a:solidFill>
                <a:latin typeface="Microsoft YaHei"/>
                <a:ea typeface="Microsoft YaHei"/>
                <a:cs typeface="+mn-lt"/>
              </a:rPr>
              <a:t>Total parameter is 284 billion and activation parameter is 13 billion.</a:t>
            </a:r>
            <a:r>
              <a:rPr lang="en-US" altLang="en-US" sz="1600" b="1" err="1">
                <a:solidFill>
                  <a:srgbClr val="0F1115"/>
                </a:solidFill>
                <a:latin typeface="Microsoft YaHei"/>
                <a:ea typeface="Microsoft YaHei"/>
                <a:cs typeface="+mn-lt"/>
              </a:rPr>
              <a:t>Agent on mission</a:t>
            </a:r>
            <a:r>
              <a:rPr lang="zh-CN" sz="1600" b="1">
                <a:solidFill>
                  <a:srgbClr val="0F1115"/>
                </a:solidFill>
                <a:latin typeface="Microsoft YaHei"/>
                <a:ea typeface="Microsoft YaHei"/>
                <a:cs typeface="+mn-lt"/>
              </a:rPr>
              <a:t>Achieving an extreme price ratio,</a:t>
            </a:r>
            <a:r>
              <a:rPr lang="zh-CN" altLang="en-US" sz="1600" b="1">
                <a:solidFill>
                  <a:srgbClr val="0F1115"/>
                </a:solidFill>
                <a:latin typeface="Microsoft YaHei"/>
                <a:ea typeface="Microsoft YaHei"/>
                <a:cs typeface="+mn-lt"/>
              </a:rPr>
              <a:t>The cost of single task is about 60% lower than GPT-5.6 Luna.</a:t>
            </a:r>
            <a:endParaRPr lang="zh-CN" altLang="en-US" sz="1600" b="1">
              <a:solidFill>
                <a:srgbClr val="0F1115"/>
              </a:solidFill>
              <a:latin typeface="Microsoft YaHei"/>
              <a:ea typeface="Microsoft YaHei"/>
              <a:cs typeface="Arial" panose="020B0604020202020204"/>
            </a:endParaRPr>
          </a:p>
          <a:p>
            <a:pPr marL="285750" indent="-285750" algn="ctr">
              <a:buFont typeface="Wingdings"/>
              <a:buChar char="Ø"/>
            </a:pPr>
            <a:endParaRPr lang="zh-CN" altLang="en-US" sz="1600" b="1">
              <a:solidFill>
                <a:srgbClr val="0F1115"/>
              </a:solidFill>
              <a:latin typeface="quote-cjk-patch"/>
              <a:ea typeface="黑体"/>
              <a:cs typeface="Arial" panose="020B0604020202020204"/>
            </a:endParaRPr>
          </a:p>
        </p:txBody>
      </p:sp>
      <p:pic>
        <p:nvPicPr>
          <p:cNvPr id="5" name="图片 4">
            <a:extLst>
              <a:ext uri="{FF2B5EF4-FFF2-40B4-BE49-F238E27FC236}">
                <a16:creationId xmlns:a16="http://schemas.microsoft.com/office/drawing/2014/main" id="{231E24CD-4E30-590C-22E4-9EC87B58A1B9}"/>
              </a:ext>
            </a:extLst>
          </p:cNvPr>
          <p:cNvPicPr>
            <a:picLocks noChangeAspect="1"/>
          </p:cNvPicPr>
          <p:nvPr/>
        </p:nvPicPr>
        <p:blipFill>
          <a:blip r:embed="rId2"/>
          <a:stretch>
            <a:fillRect/>
          </a:stretch>
        </p:blipFill>
        <p:spPr>
          <a:xfrm>
            <a:off x="6498204" y="1730985"/>
            <a:ext cx="2568131" cy="1509563"/>
          </a:xfrm>
          <a:prstGeom prst="rect">
            <a:avLst/>
          </a:prstGeom>
        </p:spPr>
      </p:pic>
      <p:pic>
        <p:nvPicPr>
          <p:cNvPr id="6" name="图片 5">
            <a:extLst>
              <a:ext uri="{FF2B5EF4-FFF2-40B4-BE49-F238E27FC236}">
                <a16:creationId xmlns:a16="http://schemas.microsoft.com/office/drawing/2014/main" id="{BADC49B9-EF0C-8821-80FD-D8AD9B163AF1}"/>
              </a:ext>
            </a:extLst>
          </p:cNvPr>
          <p:cNvPicPr>
            <a:picLocks noChangeAspect="1"/>
          </p:cNvPicPr>
          <p:nvPr/>
        </p:nvPicPr>
        <p:blipFill>
          <a:blip r:embed="rId3"/>
          <a:stretch>
            <a:fillRect/>
          </a:stretch>
        </p:blipFill>
        <p:spPr>
          <a:xfrm>
            <a:off x="6500231" y="3247402"/>
            <a:ext cx="2566320" cy="1418149"/>
          </a:xfrm>
          <a:prstGeom prst="rect">
            <a:avLst/>
          </a:prstGeom>
        </p:spPr>
      </p:pic>
      <p:sp>
        <p:nvSpPr>
          <p:cNvPr id="8" name="文本框 7">
            <a:extLst>
              <a:ext uri="{FF2B5EF4-FFF2-40B4-BE49-F238E27FC236}">
                <a16:creationId xmlns:a16="http://schemas.microsoft.com/office/drawing/2014/main" id="{0AD1ADA4-1AD1-1770-41EC-E0A989345006}"/>
              </a:ext>
            </a:extLst>
          </p:cNvPr>
          <p:cNvSpPr txBox="1"/>
          <p:nvPr/>
        </p:nvSpPr>
        <p:spPr>
          <a:xfrm>
            <a:off x="1659113" y="4666501"/>
            <a:ext cx="287401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ltLang="en-US" sz="1200" b="1">
                <a:latin typeface="微软雅黑"/>
                <a:ea typeface="微软雅黑"/>
                <a:cs typeface="Arial"/>
              </a:rPr>
              <a:t>DeepSeek series review results</a:t>
            </a:r>
            <a:endParaRPr lang="zh-CN" altLang="en-US" sz="1200" b="1">
              <a:latin typeface="微软雅黑"/>
              <a:ea typeface="微软雅黑"/>
              <a:cs typeface="Arial" pitchFamily="34" charset="0"/>
            </a:endParaRPr>
          </a:p>
        </p:txBody>
      </p:sp>
      <p:pic>
        <p:nvPicPr>
          <p:cNvPr id="9" name="图片 8">
            <a:extLst>
              <a:ext uri="{FF2B5EF4-FFF2-40B4-BE49-F238E27FC236}">
                <a16:creationId xmlns:a16="http://schemas.microsoft.com/office/drawing/2014/main" id="{0A36B900-19B6-7C2D-FC4B-CFF70C1BFCBE}"/>
              </a:ext>
            </a:extLst>
          </p:cNvPr>
          <p:cNvPicPr>
            <a:picLocks noChangeAspect="1"/>
          </p:cNvPicPr>
          <p:nvPr/>
        </p:nvPicPr>
        <p:blipFill>
          <a:blip r:embed="rId4"/>
          <a:stretch>
            <a:fillRect/>
          </a:stretch>
        </p:blipFill>
        <p:spPr>
          <a:xfrm>
            <a:off x="168088" y="1728656"/>
            <a:ext cx="6202457" cy="2938444"/>
          </a:xfrm>
          <a:prstGeom prst="rect">
            <a:avLst/>
          </a:prstGeom>
        </p:spPr>
      </p:pic>
      <p:sp>
        <p:nvSpPr>
          <p:cNvPr id="10" name="文本框 9">
            <a:extLst>
              <a:ext uri="{FF2B5EF4-FFF2-40B4-BE49-F238E27FC236}">
                <a16:creationId xmlns:a16="http://schemas.microsoft.com/office/drawing/2014/main" id="{67D2465B-6853-6DB9-28BC-8CA742AA23B1}"/>
              </a:ext>
            </a:extLst>
          </p:cNvPr>
          <p:cNvSpPr txBox="1"/>
          <p:nvPr/>
        </p:nvSpPr>
        <p:spPr>
          <a:xfrm>
            <a:off x="6340369" y="4666500"/>
            <a:ext cx="287401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ltLang="en-US" sz="1200" b="1">
                <a:latin typeface="微软雅黑"/>
                <a:ea typeface="微软雅黑"/>
                <a:cs typeface="Arial"/>
              </a:rPr>
              <a:t>V4 series considerably decreased costs</a:t>
            </a:r>
            <a:endParaRPr lang="zh-CN"/>
          </a:p>
        </p:txBody>
      </p:sp>
    </p:spTree>
    <p:extLst>
      <p:ext uri="{BB962C8B-B14F-4D97-AF65-F5344CB8AC3E}">
        <p14:creationId xmlns:p14="http://schemas.microsoft.com/office/powerpoint/2010/main" val="98135700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AA96C74-26D6-5401-483E-E68AFCE7BC00}"/>
              </a:ext>
            </a:extLst>
          </p:cNvPr>
          <p:cNvSpPr>
            <a:spLocks noGrp="1"/>
          </p:cNvSpPr>
          <p:nvPr>
            <p:ph type="body" sz="quarter" idx="10"/>
          </p:nvPr>
        </p:nvSpPr>
        <p:spPr/>
        <p:txBody>
          <a:bodyPr/>
          <a:lstStyle/>
          <a:p>
            <a:r>
              <a:rPr lang="zh-CN" altLang="en-US">
                <a:latin typeface="Arial"/>
                <a:ea typeface="黑体"/>
                <a:cs typeface="Arial"/>
              </a:rPr>
              <a:t>Qwen Series</a:t>
            </a:r>
            <a:endParaRPr lang="zh-CN" altLang="en-US"/>
          </a:p>
        </p:txBody>
      </p:sp>
      <p:sp>
        <p:nvSpPr>
          <p:cNvPr id="7" name="文本框 6">
            <a:extLst>
              <a:ext uri="{FF2B5EF4-FFF2-40B4-BE49-F238E27FC236}">
                <a16:creationId xmlns:a16="http://schemas.microsoft.com/office/drawing/2014/main" id="{C8523551-08B4-8B1E-8326-C0428D49870C}"/>
              </a:ext>
            </a:extLst>
          </p:cNvPr>
          <p:cNvSpPr txBox="1"/>
          <p:nvPr/>
        </p:nvSpPr>
        <p:spPr>
          <a:xfrm>
            <a:off x="246182" y="611066"/>
            <a:ext cx="879230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ltLang="zh-CN" sz="1600" b="1">
                <a:solidFill>
                  <a:srgbClr val="0F1115"/>
                </a:solidFill>
                <a:latin typeface="Microsoft YaHei"/>
                <a:ea typeface="Microsoft YaHei"/>
                <a:cs typeface="Arial" panose="020B0604020202020204"/>
              </a:rPr>
              <a:t>Since Qwen 3.5 was released in the early half of the year, Qwen also intensely optimized the scenes for Qwen 3.5 models, long-term agents, etc., successively released Qwen 3.6 and Qwen 3.8 series models, with Agent capabilities significantly improved.</a:t>
            </a:r>
          </a:p>
          <a:p>
            <a:pPr marL="285750" indent="-285750">
              <a:buFont typeface="Wingdings"/>
              <a:buChar char="Ø"/>
            </a:pPr>
            <a:r>
              <a:rPr lang="en-US" altLang="zh-CN" sz="1600" b="1">
                <a:solidFill>
                  <a:srgbClr val="0F1115"/>
                </a:solidFill>
                <a:latin typeface="Microsoft YaHei"/>
                <a:ea typeface="Microsoft YaHei"/>
                <a:cs typeface="Arial" panose="020B0604020202020204"/>
              </a:rPr>
              <a:t>The 35B-A3B model of the MOE architecture and 27B density model, as the main-screening model of the Qwen 3.5-3.8 series, haveined advanced levels on programming and Agent capability indicators and exceeded partially closed-source model.</a:t>
            </a:r>
          </a:p>
          <a:p>
            <a:pPr marL="285750" indent="-285750">
              <a:buFont typeface="Wingdings"/>
              <a:buChar char="Ø"/>
            </a:pPr>
            <a:endParaRPr lang="en-US" altLang="zh-CN" sz="1600" b="1">
              <a:solidFill>
                <a:srgbClr val="0F1115"/>
              </a:solidFill>
              <a:latin typeface="Microsoft YaHei"/>
              <a:ea typeface="Microsoft YaHei"/>
              <a:cs typeface="Arial" panose="020B0604020202020204"/>
            </a:endParaRPr>
          </a:p>
        </p:txBody>
      </p:sp>
      <p:grpSp>
        <p:nvGrpSpPr>
          <p:cNvPr id="5" name="组合 4">
            <a:extLst>
              <a:ext uri="{FF2B5EF4-FFF2-40B4-BE49-F238E27FC236}">
                <a16:creationId xmlns:a16="http://schemas.microsoft.com/office/drawing/2014/main" id="{3FDE320F-7296-4EB2-8477-667A57D8AB73}"/>
              </a:ext>
            </a:extLst>
          </p:cNvPr>
          <p:cNvGrpSpPr/>
          <p:nvPr/>
        </p:nvGrpSpPr>
        <p:grpSpPr>
          <a:xfrm>
            <a:off x="334108" y="1657155"/>
            <a:ext cx="4897317" cy="3227168"/>
            <a:chOff x="351693" y="1630778"/>
            <a:chExt cx="4897317" cy="3227168"/>
          </a:xfrm>
        </p:grpSpPr>
        <p:pic>
          <p:nvPicPr>
            <p:cNvPr id="3" name="图片 2">
              <a:extLst>
                <a:ext uri="{FF2B5EF4-FFF2-40B4-BE49-F238E27FC236}">
                  <a16:creationId xmlns:a16="http://schemas.microsoft.com/office/drawing/2014/main" id="{44B675DD-C277-AA57-17F0-A740C383F4FD}"/>
                </a:ext>
              </a:extLst>
            </p:cNvPr>
            <p:cNvPicPr>
              <a:picLocks noChangeAspect="1"/>
            </p:cNvPicPr>
            <p:nvPr/>
          </p:nvPicPr>
          <p:blipFill>
            <a:blip r:embed="rId2"/>
            <a:stretch>
              <a:fillRect/>
            </a:stretch>
          </p:blipFill>
          <p:spPr>
            <a:xfrm>
              <a:off x="351693" y="1630778"/>
              <a:ext cx="4897317" cy="3227168"/>
            </a:xfrm>
            <a:prstGeom prst="rect">
              <a:avLst/>
            </a:prstGeom>
          </p:spPr>
        </p:pic>
        <p:sp>
          <p:nvSpPr>
            <p:cNvPr id="4" name="矩形 3">
              <a:extLst>
                <a:ext uri="{FF2B5EF4-FFF2-40B4-BE49-F238E27FC236}">
                  <a16:creationId xmlns:a16="http://schemas.microsoft.com/office/drawing/2014/main" id="{88E47490-2624-2011-FC8B-56711FC5341E}"/>
                </a:ext>
              </a:extLst>
            </p:cNvPr>
            <p:cNvSpPr/>
            <p:nvPr/>
          </p:nvSpPr>
          <p:spPr>
            <a:xfrm>
              <a:off x="3877408" y="4646734"/>
              <a:ext cx="1345223" cy="193432"/>
            </a:xfrm>
            <a:prstGeom prst="rect">
              <a:avLst/>
            </a:prstGeom>
            <a:solidFill>
              <a:srgbClr val="F8F9FB"/>
            </a:solidFill>
            <a:ln w="9525">
              <a:solidFill>
                <a:srgbClr val="F8F9FB"/>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kumimoji="1" lang="zh-CN" altLang="en-US" sz="1600" err="1">
                <a:solidFill>
                  <a:prstClr val="white"/>
                </a:solidFill>
              </a:endParaRPr>
            </a:p>
          </p:txBody>
        </p:sp>
      </p:grpSp>
      <p:graphicFrame>
        <p:nvGraphicFramePr>
          <p:cNvPr id="8" name="表格 7">
            <a:extLst>
              <a:ext uri="{FF2B5EF4-FFF2-40B4-BE49-F238E27FC236}">
                <a16:creationId xmlns:a16="http://schemas.microsoft.com/office/drawing/2014/main" id="{B724D383-37D6-0CA9-31E8-7C4BBCFAB574}"/>
              </a:ext>
            </a:extLst>
          </p:cNvPr>
          <p:cNvGraphicFramePr>
            <a:graphicFrameLocks noGrp="1"/>
          </p:cNvGraphicFramePr>
          <p:nvPr>
            <p:extLst>
              <p:ext uri="{D42A27DB-BD31-4B8C-83A1-F6EECF244321}">
                <p14:modId xmlns:p14="http://schemas.microsoft.com/office/powerpoint/2010/main" val="4271833580"/>
              </p:ext>
            </p:extLst>
          </p:nvPr>
        </p:nvGraphicFramePr>
        <p:xfrm>
          <a:off x="5286375" y="1689286"/>
          <a:ext cx="3750215" cy="1679552"/>
        </p:xfrm>
        <a:graphic>
          <a:graphicData uri="http://schemas.openxmlformats.org/drawingml/2006/table">
            <a:tbl>
              <a:tblPr firstRow="1" bandRow="1">
                <a:tableStyleId>{5C22544A-7EE6-4342-B048-85BDC9FD1C3A}</a:tableStyleId>
              </a:tblPr>
              <a:tblGrid>
                <a:gridCol w="1550612">
                  <a:extLst>
                    <a:ext uri="{9D8B030D-6E8A-4147-A177-3AD203B41FA5}">
                      <a16:colId xmlns:a16="http://schemas.microsoft.com/office/drawing/2014/main" val="4052272174"/>
                    </a:ext>
                  </a:extLst>
                </a:gridCol>
                <a:gridCol w="1121988">
                  <a:extLst>
                    <a:ext uri="{9D8B030D-6E8A-4147-A177-3AD203B41FA5}">
                      <a16:colId xmlns:a16="http://schemas.microsoft.com/office/drawing/2014/main" val="2319145074"/>
                    </a:ext>
                  </a:extLst>
                </a:gridCol>
                <a:gridCol w="1077615">
                  <a:extLst>
                    <a:ext uri="{9D8B030D-6E8A-4147-A177-3AD203B41FA5}">
                      <a16:colId xmlns:a16="http://schemas.microsoft.com/office/drawing/2014/main" val="4261745507"/>
                    </a:ext>
                  </a:extLst>
                </a:gridCol>
              </a:tblGrid>
              <a:tr h="234965">
                <a:tc>
                  <a:txBody>
                    <a:bodyPr/>
                    <a:lstStyle/>
                    <a:p>
                      <a:pPr lvl="0" algn="ctr">
                        <a:buNone/>
                      </a:pPr>
                      <a:r>
                        <a:rPr lang="zh-CN" sz="1100" b="1" i="0" u="none" strike="noStrike" noProof="0">
                          <a:solidFill>
                            <a:srgbClr val="FFFFFF"/>
                          </a:solidFill>
                          <a:latin typeface="Microsoft YaHei"/>
                          <a:ea typeface="Microsoft YaHei"/>
                        </a:rPr>
                        <a:t>Model</a:t>
                      </a:r>
                      <a:endParaRPr lang="zh-CN">
                        <a:latin typeface="Microsoft YaHei"/>
                        <a:ea typeface="Microsoft YaHei"/>
                      </a:endParaRPr>
                    </a:p>
                  </a:txBody>
                  <a:tcPr anchor="ctr">
                    <a:noFill/>
                  </a:tcPr>
                </a:tc>
                <a:tc>
                  <a:txBody>
                    <a:bodyPr/>
                    <a:lstStyle/>
                    <a:p>
                      <a:pPr marL="0" lvl="0" algn="ctr" defTabSz="914240" rtl="0" eaLnBrk="1" latinLnBrk="0" hangingPunct="1">
                        <a:buNone/>
                      </a:pPr>
                      <a:r>
                        <a:rPr lang="zh-CN" altLang="en-US" sz="1100" b="1" i="0" u="none" strike="noStrike" kern="1200" noProof="0">
                          <a:solidFill>
                            <a:srgbClr val="FFFFFF"/>
                          </a:solidFill>
                          <a:latin typeface="Microsoft YaHei"/>
                          <a:ea typeface="Microsoft YaHei"/>
                          <a:cs typeface="+mn-cs"/>
                        </a:rPr>
                        <a:t>Fp16 version weight</a:t>
                      </a:r>
                    </a:p>
                  </a:txBody>
                  <a:tcPr anchor="ctr">
                    <a:noFill/>
                  </a:tcPr>
                </a:tc>
                <a:tc>
                  <a:txBody>
                    <a:bodyPr/>
                    <a:lstStyle/>
                    <a:p>
                      <a:pPr marL="0" lvl="0" algn="ctr" defTabSz="914240" rtl="0">
                        <a:buNone/>
                      </a:pPr>
                      <a:r>
                        <a:rPr lang="zh-CN" altLang="en-US" sz="1100" b="1" i="0" u="none" strike="noStrike" kern="1200" noProof="0">
                          <a:solidFill>
                            <a:srgbClr val="FFFFFF"/>
                          </a:solidFill>
                          <a:latin typeface="Microsoft YaHei"/>
                          <a:ea typeface="Microsoft YaHei"/>
                          <a:cs typeface="+mn-cs"/>
                        </a:rPr>
                        <a:t>Int8 version weight</a:t>
                      </a:r>
                      <a:endParaRPr lang="zh-CN" altLang="en-US" sz="1100" b="1" i="0" u="none" strike="noStrike" kern="1200">
                        <a:solidFill>
                          <a:srgbClr val="FFFFFF"/>
                        </a:solidFill>
                        <a:latin typeface="Microsoft YaHei"/>
                        <a:ea typeface="Microsoft YaHei"/>
                        <a:cs typeface="+mn-cs"/>
                      </a:endParaRPr>
                    </a:p>
                  </a:txBody>
                  <a:tcPr anchor="ctr">
                    <a:noFill/>
                  </a:tcPr>
                </a:tc>
                <a:extLst>
                  <a:ext uri="{0D108BD9-81ED-4DB2-BD59-A6C34878D82A}">
                    <a16:rowId xmlns:a16="http://schemas.microsoft.com/office/drawing/2014/main" val="2565222465"/>
                  </a:ext>
                </a:extLst>
              </a:tr>
              <a:tr h="267006">
                <a:tc>
                  <a:txBody>
                    <a:bodyPr/>
                    <a:lstStyle/>
                    <a:p>
                      <a:pPr marL="0" lvl="0" algn="ctr" defTabSz="914240">
                        <a:buNone/>
                      </a:pPr>
                      <a:r>
                        <a:rPr lang="en-US" altLang="zh-CN" sz="1100" b="0" i="0" u="none" strike="noStrike" kern="1200" noProof="0">
                          <a:solidFill>
                            <a:schemeClr val="lt1"/>
                          </a:solidFill>
                          <a:latin typeface="Microsoft YaHei"/>
                          <a:ea typeface="Microsoft YaHei"/>
                          <a:cs typeface="+mn-cs"/>
                        </a:rPr>
                        <a:t>Qwen3.8-27B</a:t>
                      </a:r>
                    </a:p>
                  </a:txBody>
                  <a:tcPr anchor="ctr">
                    <a:noFill/>
                  </a:tcPr>
                </a:tc>
                <a:tc>
                  <a:txBody>
                    <a:bodyPr/>
                    <a:lstStyle/>
                    <a:p>
                      <a:pPr marL="0" lvl="0" algn="ctr">
                        <a:lnSpc>
                          <a:spcPct val="100000"/>
                        </a:lnSpc>
                        <a:spcBef>
                          <a:spcPts val="0"/>
                        </a:spcBef>
                        <a:spcAft>
                          <a:spcPts val="0"/>
                        </a:spcAft>
                        <a:buNone/>
                      </a:pPr>
                      <a:r>
                        <a:rPr lang="en-US" altLang="zh-CN" sz="1100" b="0" i="0" u="none" strike="noStrike" kern="1200" noProof="0">
                          <a:solidFill>
                            <a:schemeClr val="lt1"/>
                          </a:solidFill>
                          <a:latin typeface="Microsoft YaHei"/>
                          <a:ea typeface="Microsoft YaHei"/>
                          <a:cs typeface="+mn-cs"/>
                        </a:rPr>
                        <a:t>55.6GB of</a:t>
                      </a:r>
                    </a:p>
                  </a:txBody>
                  <a:tcPr anchor="ctr">
                    <a:noFill/>
                  </a:tcPr>
                </a:tc>
                <a:tc>
                  <a:txBody>
                    <a:bodyPr/>
                    <a:lstStyle/>
                    <a:p>
                      <a:pPr marL="0" lvl="0" algn="ctr">
                        <a:lnSpc>
                          <a:spcPct val="100000"/>
                        </a:lnSpc>
                        <a:spcBef>
                          <a:spcPts val="0"/>
                        </a:spcBef>
                        <a:spcAft>
                          <a:spcPts val="0"/>
                        </a:spcAft>
                        <a:buNone/>
                      </a:pPr>
                      <a:r>
                        <a:rPr lang="en-US" altLang="zh-CN" sz="1100" b="0" i="0" u="none" strike="noStrike" kern="1200" noProof="0">
                          <a:solidFill>
                            <a:schemeClr val="lt1"/>
                          </a:solidFill>
                          <a:latin typeface="Microsoft YaHei"/>
                          <a:ea typeface="Microsoft YaHei"/>
                          <a:cs typeface="+mn-cs"/>
                        </a:rPr>
                        <a:t>by 30.9GB</a:t>
                      </a:r>
                    </a:p>
                  </a:txBody>
                  <a:tcPr anchor="ctr">
                    <a:noFill/>
                  </a:tcPr>
                </a:tc>
                <a:extLst>
                  <a:ext uri="{0D108BD9-81ED-4DB2-BD59-A6C34878D82A}">
                    <a16:rowId xmlns:a16="http://schemas.microsoft.com/office/drawing/2014/main" val="2676917870"/>
                  </a:ext>
                </a:extLst>
              </a:tr>
              <a:tr h="352448">
                <a:tc>
                  <a:txBody>
                    <a:bodyPr/>
                    <a:lstStyle/>
                    <a:p>
                      <a:pPr lvl="0" algn="ctr">
                        <a:lnSpc>
                          <a:spcPct val="100000"/>
                        </a:lnSpc>
                        <a:spcBef>
                          <a:spcPts val="0"/>
                        </a:spcBef>
                        <a:spcAft>
                          <a:spcPts val="0"/>
                        </a:spcAft>
                        <a:buNone/>
                      </a:pPr>
                      <a:r>
                        <a:rPr lang="en-US" sz="1100" b="0" i="0" u="none" strike="noStrike" kern="1200" noProof="0">
                          <a:solidFill>
                            <a:schemeClr val="lt1"/>
                          </a:solidFill>
                          <a:latin typeface="Microsoft YaHei"/>
                          <a:ea typeface="Microsoft YaHei"/>
                          <a:cs typeface="+mn-cs"/>
                        </a:rPr>
                        <a:t>Qwen3.6-35B-A3B</a:t>
                      </a:r>
                      <a:endParaRPr lang="en-US" sz="1100" b="0" i="0" u="none" strike="noStrike" kern="1200" noProof="0">
                        <a:solidFill>
                          <a:srgbClr val="000000"/>
                        </a:solidFill>
                        <a:latin typeface="Microsoft YaHei"/>
                        <a:ea typeface="Microsoft YaHei"/>
                        <a:cs typeface="+mn-cs"/>
                      </a:endParaRPr>
                    </a:p>
                  </a:txBody>
                  <a:tcPr anchor="ctr">
                    <a:noFill/>
                  </a:tcPr>
                </a:tc>
                <a:tc>
                  <a:txBody>
                    <a:bodyPr/>
                    <a:lstStyle/>
                    <a:p>
                      <a:pPr lvl="0" algn="ctr">
                        <a:lnSpc>
                          <a:spcPct val="100000"/>
                        </a:lnSpc>
                        <a:spcBef>
                          <a:spcPts val="0"/>
                        </a:spcBef>
                        <a:spcAft>
                          <a:spcPts val="0"/>
                        </a:spcAft>
                        <a:buNone/>
                      </a:pPr>
                      <a:r>
                        <a:rPr lang="en-US" sz="1100" b="0" i="0" u="none" strike="noStrike" kern="1200" noProof="0">
                          <a:solidFill>
                            <a:schemeClr val="lt1"/>
                          </a:solidFill>
                          <a:latin typeface="Microsoft YaHei"/>
                          <a:ea typeface="Microsoft YaHei"/>
                          <a:cs typeface="+mn-cs"/>
                        </a:rPr>
                        <a:t>71.9GB of</a:t>
                      </a:r>
                      <a:endParaRPr lang="en-US" sz="1100" b="0" i="0" u="none" strike="noStrike" kern="1200" noProof="0">
                        <a:solidFill>
                          <a:srgbClr val="000000"/>
                        </a:solidFill>
                        <a:latin typeface="Microsoft YaHei"/>
                        <a:ea typeface="Microsoft YaHei"/>
                        <a:cs typeface="+mn-cs"/>
                      </a:endParaRPr>
                    </a:p>
                  </a:txBody>
                  <a:tcPr anchor="ctr">
                    <a:noFill/>
                  </a:tcPr>
                </a:tc>
                <a:tc>
                  <a:txBody>
                    <a:bodyPr/>
                    <a:lstStyle/>
                    <a:p>
                      <a:pPr marL="0" lvl="0" algn="ctr">
                        <a:lnSpc>
                          <a:spcPct val="100000"/>
                        </a:lnSpc>
                        <a:spcBef>
                          <a:spcPts val="0"/>
                        </a:spcBef>
                        <a:spcAft>
                          <a:spcPts val="0"/>
                        </a:spcAft>
                        <a:buNone/>
                      </a:pPr>
                      <a:r>
                        <a:rPr lang="en-US" altLang="zh-CN" sz="1100" b="0" i="0" u="none" strike="noStrike" kern="1200" noProof="0">
                          <a:solidFill>
                            <a:schemeClr val="lt1"/>
                          </a:solidFill>
                          <a:latin typeface="Microsoft YaHei"/>
                          <a:ea typeface="Microsoft YaHei"/>
                          <a:cs typeface="+mn-cs"/>
                        </a:rPr>
                        <a:t>5 to 5GB</a:t>
                      </a:r>
                    </a:p>
                  </a:txBody>
                  <a:tcPr anchor="ctr">
                    <a:noFill/>
                  </a:tcPr>
                </a:tc>
                <a:extLst>
                  <a:ext uri="{0D108BD9-81ED-4DB2-BD59-A6C34878D82A}">
                    <a16:rowId xmlns:a16="http://schemas.microsoft.com/office/drawing/2014/main" val="4231182608"/>
                  </a:ext>
                </a:extLst>
              </a:tr>
              <a:tr h="267006">
                <a:tc>
                  <a:txBody>
                    <a:bodyPr/>
                    <a:lstStyle/>
                    <a:p>
                      <a:pPr marL="0" lvl="0" algn="ctr">
                        <a:buNone/>
                      </a:pPr>
                      <a:r>
                        <a:rPr lang="en-US" altLang="zh-CN" sz="1100" b="0" i="0" u="none" strike="noStrike" kern="1200" noProof="0">
                          <a:solidFill>
                            <a:schemeClr val="lt1"/>
                          </a:solidFill>
                          <a:latin typeface="Microsoft YaHei"/>
                          <a:ea typeface="Microsoft YaHei"/>
                          <a:cs typeface="+mn-cs"/>
                        </a:rPr>
                        <a:t>Qwen3.6-27B</a:t>
                      </a:r>
                    </a:p>
                  </a:txBody>
                  <a:tcPr anchor="ctr">
                    <a:noFill/>
                  </a:tcPr>
                </a:tc>
                <a:tc>
                  <a:txBody>
                    <a:bodyPr/>
                    <a:lstStyle/>
                    <a:p>
                      <a:pPr marL="0" lvl="0" algn="ctr">
                        <a:lnSpc>
                          <a:spcPct val="100000"/>
                        </a:lnSpc>
                        <a:spcBef>
                          <a:spcPts val="0"/>
                        </a:spcBef>
                        <a:spcAft>
                          <a:spcPts val="0"/>
                        </a:spcAft>
                        <a:buNone/>
                      </a:pPr>
                      <a:r>
                        <a:rPr lang="en-US" altLang="zh-CN" sz="1100" b="0" i="0" u="none" strike="noStrike" kern="1200" noProof="0">
                          <a:solidFill>
                            <a:schemeClr val="lt1"/>
                          </a:solidFill>
                          <a:latin typeface="Microsoft YaHei"/>
                          <a:ea typeface="Microsoft YaHei"/>
                          <a:cs typeface="+mn-cs"/>
                        </a:rPr>
                        <a:t>55.6GB of</a:t>
                      </a:r>
                    </a:p>
                  </a:txBody>
                  <a:tcPr anchor="ctr">
                    <a:noFill/>
                  </a:tcPr>
                </a:tc>
                <a:tc>
                  <a:txBody>
                    <a:bodyPr/>
                    <a:lstStyle/>
                    <a:p>
                      <a:pPr marL="0" lvl="0" algn="ctr">
                        <a:lnSpc>
                          <a:spcPct val="100000"/>
                        </a:lnSpc>
                        <a:spcBef>
                          <a:spcPts val="0"/>
                        </a:spcBef>
                        <a:spcAft>
                          <a:spcPts val="0"/>
                        </a:spcAft>
                        <a:buNone/>
                      </a:pPr>
                      <a:r>
                        <a:rPr lang="en-US" altLang="zh-CN" sz="1100" b="0" i="0" u="none" strike="noStrike" kern="1200" noProof="0">
                          <a:solidFill>
                            <a:schemeClr val="lt1"/>
                          </a:solidFill>
                          <a:latin typeface="Microsoft YaHei"/>
                          <a:ea typeface="Microsoft YaHei"/>
                          <a:cs typeface="+mn-cs"/>
                        </a:rPr>
                        <a:t>by 30.9GB</a:t>
                      </a:r>
                    </a:p>
                  </a:txBody>
                  <a:tcPr anchor="ctr">
                    <a:noFill/>
                  </a:tcPr>
                </a:tc>
                <a:extLst>
                  <a:ext uri="{0D108BD9-81ED-4DB2-BD59-A6C34878D82A}">
                    <a16:rowId xmlns:a16="http://schemas.microsoft.com/office/drawing/2014/main" val="2583577555"/>
                  </a:ext>
                </a:extLst>
              </a:tr>
              <a:tr h="267006">
                <a:tc>
                  <a:txBody>
                    <a:bodyPr/>
                    <a:lstStyle/>
                    <a:p>
                      <a:pPr lvl="0" algn="ctr">
                        <a:lnSpc>
                          <a:spcPct val="100000"/>
                        </a:lnSpc>
                        <a:spcBef>
                          <a:spcPts val="0"/>
                        </a:spcBef>
                        <a:spcAft>
                          <a:spcPts val="0"/>
                        </a:spcAft>
                        <a:buNone/>
                      </a:pPr>
                      <a:r>
                        <a:rPr lang="en-US" sz="1100" b="0" i="0" u="none" strike="noStrike" kern="1200" noProof="0">
                          <a:solidFill>
                            <a:schemeClr val="lt1"/>
                          </a:solidFill>
                          <a:latin typeface="Microsoft YaHei"/>
                          <a:ea typeface="Microsoft YaHei"/>
                          <a:cs typeface="+mn-cs"/>
                        </a:rPr>
                        <a:t>Qwen3.5-35B-A3B</a:t>
                      </a:r>
                      <a:endParaRPr lang="en-US" sz="1100" b="0" i="0" u="none" strike="noStrike" kern="1200" noProof="0">
                        <a:solidFill>
                          <a:srgbClr val="000000"/>
                        </a:solidFill>
                        <a:latin typeface="Microsoft YaHei"/>
                        <a:ea typeface="Microsoft YaHei"/>
                        <a:cs typeface="+mn-cs"/>
                      </a:endParaRPr>
                    </a:p>
                  </a:txBody>
                  <a:tcPr anchor="ctr">
                    <a:noFill/>
                  </a:tcPr>
                </a:tc>
                <a:tc>
                  <a:txBody>
                    <a:bodyPr/>
                    <a:lstStyle/>
                    <a:p>
                      <a:pPr lvl="0" algn="ctr">
                        <a:lnSpc>
                          <a:spcPct val="100000"/>
                        </a:lnSpc>
                        <a:spcBef>
                          <a:spcPts val="0"/>
                        </a:spcBef>
                        <a:spcAft>
                          <a:spcPts val="0"/>
                        </a:spcAft>
                        <a:buNone/>
                      </a:pPr>
                      <a:r>
                        <a:rPr lang="en-US" sz="1100" b="0" i="0" u="none" strike="noStrike" kern="1200" noProof="0">
                          <a:solidFill>
                            <a:schemeClr val="lt1"/>
                          </a:solidFill>
                          <a:latin typeface="Microsoft YaHei"/>
                          <a:ea typeface="Microsoft YaHei"/>
                          <a:cs typeface="+mn-cs"/>
                        </a:rPr>
                        <a:t>71.9GB of</a:t>
                      </a:r>
                      <a:endParaRPr lang="en-US" sz="1100" b="0" i="0" u="none" strike="noStrike" kern="1200" noProof="0">
                        <a:solidFill>
                          <a:srgbClr val="000000"/>
                        </a:solidFill>
                        <a:latin typeface="Microsoft YaHei"/>
                        <a:ea typeface="Microsoft YaHei"/>
                        <a:cs typeface="+mn-cs"/>
                      </a:endParaRPr>
                    </a:p>
                  </a:txBody>
                  <a:tcPr anchor="ctr">
                    <a:noFill/>
                  </a:tcPr>
                </a:tc>
                <a:tc>
                  <a:txBody>
                    <a:bodyPr/>
                    <a:lstStyle/>
                    <a:p>
                      <a:pPr marL="0" lvl="0" algn="ctr">
                        <a:lnSpc>
                          <a:spcPct val="100000"/>
                        </a:lnSpc>
                        <a:spcBef>
                          <a:spcPts val="0"/>
                        </a:spcBef>
                        <a:spcAft>
                          <a:spcPts val="0"/>
                        </a:spcAft>
                        <a:buNone/>
                      </a:pPr>
                      <a:r>
                        <a:rPr lang="en-US" altLang="zh-CN" sz="1100" b="0" i="0" u="none" strike="noStrike" kern="1200" noProof="0">
                          <a:solidFill>
                            <a:schemeClr val="lt1"/>
                          </a:solidFill>
                          <a:latin typeface="Microsoft YaHei"/>
                          <a:ea typeface="Microsoft YaHei"/>
                          <a:cs typeface="+mn-cs"/>
                        </a:rPr>
                        <a:t>5 to 5GB</a:t>
                      </a:r>
                    </a:p>
                  </a:txBody>
                  <a:tcPr anchor="ctr">
                    <a:noFill/>
                  </a:tcPr>
                </a:tc>
                <a:extLst>
                  <a:ext uri="{0D108BD9-81ED-4DB2-BD59-A6C34878D82A}">
                    <a16:rowId xmlns:a16="http://schemas.microsoft.com/office/drawing/2014/main" val="520241566"/>
                  </a:ext>
                </a:extLst>
              </a:tr>
              <a:tr h="267006">
                <a:tc>
                  <a:txBody>
                    <a:bodyPr/>
                    <a:lstStyle/>
                    <a:p>
                      <a:pPr marL="0" lvl="0" algn="ctr">
                        <a:buNone/>
                      </a:pPr>
                      <a:r>
                        <a:rPr lang="en-US" altLang="zh-CN" sz="1100" b="0" i="0" u="none" strike="noStrike" kern="1200" noProof="0">
                          <a:solidFill>
                            <a:schemeClr val="lt1"/>
                          </a:solidFill>
                          <a:latin typeface="Microsoft YaHei"/>
                          <a:ea typeface="Microsoft YaHei"/>
                          <a:cs typeface="+mn-cs"/>
                        </a:rPr>
                        <a:t>Qwen3.5-27B</a:t>
                      </a:r>
                      <a:endParaRPr lang="zh-CN" altLang="en-US"/>
                    </a:p>
                  </a:txBody>
                  <a:tcPr anchor="ctr">
                    <a:noFill/>
                  </a:tcPr>
                </a:tc>
                <a:tc>
                  <a:txBody>
                    <a:bodyPr/>
                    <a:lstStyle/>
                    <a:p>
                      <a:pPr marL="0" lvl="0" algn="ctr">
                        <a:lnSpc>
                          <a:spcPct val="100000"/>
                        </a:lnSpc>
                        <a:spcBef>
                          <a:spcPts val="0"/>
                        </a:spcBef>
                        <a:spcAft>
                          <a:spcPts val="0"/>
                        </a:spcAft>
                        <a:buNone/>
                      </a:pPr>
                      <a:r>
                        <a:rPr lang="en-US" altLang="zh-CN" sz="1100" b="0" i="0" u="none" strike="noStrike" kern="1200" noProof="0">
                          <a:solidFill>
                            <a:schemeClr val="lt1"/>
                          </a:solidFill>
                          <a:latin typeface="Microsoft YaHei"/>
                          <a:ea typeface="Microsoft YaHei"/>
                          <a:cs typeface="+mn-cs"/>
                        </a:rPr>
                        <a:t>55.6GB of</a:t>
                      </a:r>
                      <a:endParaRPr lang="zh-CN" altLang="en-US"/>
                    </a:p>
                  </a:txBody>
                  <a:tcPr anchor="ctr">
                    <a:noFill/>
                  </a:tcPr>
                </a:tc>
                <a:tc>
                  <a:txBody>
                    <a:bodyPr/>
                    <a:lstStyle/>
                    <a:p>
                      <a:pPr marL="0" lvl="0" algn="ctr">
                        <a:lnSpc>
                          <a:spcPct val="100000"/>
                        </a:lnSpc>
                        <a:spcBef>
                          <a:spcPts val="0"/>
                        </a:spcBef>
                        <a:spcAft>
                          <a:spcPts val="0"/>
                        </a:spcAft>
                        <a:buNone/>
                      </a:pPr>
                      <a:r>
                        <a:rPr lang="en-US" altLang="zh-CN" sz="1100" b="0" i="0" u="none" strike="noStrike" kern="1200" noProof="0">
                          <a:solidFill>
                            <a:schemeClr val="lt1"/>
                          </a:solidFill>
                          <a:latin typeface="Microsoft YaHei"/>
                          <a:ea typeface="Microsoft YaHei"/>
                          <a:cs typeface="+mn-cs"/>
                        </a:rPr>
                        <a:t>by 30.9GB</a:t>
                      </a:r>
                      <a:endParaRPr lang="zh-CN" altLang="en-US"/>
                    </a:p>
                  </a:txBody>
                  <a:tcPr anchor="ctr">
                    <a:noFill/>
                  </a:tcPr>
                </a:tc>
                <a:extLst>
                  <a:ext uri="{0D108BD9-81ED-4DB2-BD59-A6C34878D82A}">
                    <a16:rowId xmlns:a16="http://schemas.microsoft.com/office/drawing/2014/main" val="3802169555"/>
                  </a:ext>
                </a:extLst>
              </a:tr>
            </a:tbl>
          </a:graphicData>
        </a:graphic>
      </p:graphicFrame>
      <p:sp>
        <p:nvSpPr>
          <p:cNvPr id="10" name="文本框 9">
            <a:extLst>
              <a:ext uri="{FF2B5EF4-FFF2-40B4-BE49-F238E27FC236}">
                <a16:creationId xmlns:a16="http://schemas.microsoft.com/office/drawing/2014/main" id="{98EE0A5A-2A88-5C92-B43A-BA0E87EACBFA}"/>
              </a:ext>
            </a:extLst>
          </p:cNvPr>
          <p:cNvSpPr txBox="1"/>
          <p:nvPr/>
        </p:nvSpPr>
        <p:spPr>
          <a:xfrm>
            <a:off x="5726847" y="3405839"/>
            <a:ext cx="287401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ltLang="en-US" sz="1200" b="1">
                <a:latin typeface="微软雅黑"/>
                <a:ea typeface="微软雅黑"/>
                <a:cs typeface="Arial"/>
              </a:rPr>
              <a:t>Official Open Source Model Version</a:t>
            </a:r>
          </a:p>
        </p:txBody>
      </p:sp>
      <p:sp>
        <p:nvSpPr>
          <p:cNvPr id="11" name="文本框 10">
            <a:extLst>
              <a:ext uri="{FF2B5EF4-FFF2-40B4-BE49-F238E27FC236}">
                <a16:creationId xmlns:a16="http://schemas.microsoft.com/office/drawing/2014/main" id="{D9137770-7C5E-08B3-5DE1-D147963C61F7}"/>
              </a:ext>
            </a:extLst>
          </p:cNvPr>
          <p:cNvSpPr txBox="1"/>
          <p:nvPr/>
        </p:nvSpPr>
        <p:spPr>
          <a:xfrm>
            <a:off x="1087612" y="4842993"/>
            <a:ext cx="343710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ltLang="en-US" sz="1200" b="1">
                <a:latin typeface="微软雅黑"/>
                <a:ea typeface="微软雅黑"/>
                <a:cs typeface="Arial"/>
              </a:rPr>
              <a:t>Qwen3.8-27B model part test beyond closed source model</a:t>
            </a:r>
          </a:p>
        </p:txBody>
      </p:sp>
    </p:spTree>
    <p:extLst>
      <p:ext uri="{BB962C8B-B14F-4D97-AF65-F5344CB8AC3E}">
        <p14:creationId xmlns:p14="http://schemas.microsoft.com/office/powerpoint/2010/main" val="353261370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3032289-5239-655B-4D48-5CBB54B2595A}"/>
              </a:ext>
            </a:extLst>
          </p:cNvPr>
          <p:cNvSpPr>
            <a:spLocks noGrp="1"/>
          </p:cNvSpPr>
          <p:nvPr>
            <p:ph type="body" sz="quarter" idx="10"/>
          </p:nvPr>
        </p:nvSpPr>
        <p:spPr/>
        <p:txBody>
          <a:bodyPr/>
          <a:lstStyle/>
          <a:p>
            <a:r>
              <a:rPr lang="zh-CN" altLang="en-US">
                <a:latin typeface="Arial"/>
                <a:ea typeface="黑体"/>
                <a:cs typeface="Arial"/>
              </a:rPr>
              <a:t>Ornith Series</a:t>
            </a:r>
            <a:endParaRPr lang="zh-CN" altLang="en-US"/>
          </a:p>
        </p:txBody>
      </p:sp>
      <p:sp>
        <p:nvSpPr>
          <p:cNvPr id="4" name="文本框 3">
            <a:extLst>
              <a:ext uri="{FF2B5EF4-FFF2-40B4-BE49-F238E27FC236}">
                <a16:creationId xmlns:a16="http://schemas.microsoft.com/office/drawing/2014/main" id="{56809277-73C7-2878-27B0-3526D0ACAFD4}"/>
              </a:ext>
            </a:extLst>
          </p:cNvPr>
          <p:cNvSpPr txBox="1"/>
          <p:nvPr/>
        </p:nvSpPr>
        <p:spPr>
          <a:xfrm>
            <a:off x="246182" y="611066"/>
            <a:ext cx="879230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ltLang="zh-CN" sz="1600" b="1" err="1">
                <a:solidFill>
                  <a:srgbClr val="0F1115"/>
                </a:solidFill>
                <a:latin typeface="Microsoft YaHei"/>
                <a:ea typeface="Microsoft YaHei"/>
                <a:cs typeface="+mn-lt"/>
              </a:rPr>
              <a:t>Ornith is a focus on agent.</a:t>
            </a:r>
            <a:r>
              <a:rPr lang="en-US" altLang="zh-CN" sz="1600" b="1">
                <a:solidFill>
                  <a:srgbClr val="0F1115"/>
                </a:solidFill>
                <a:latin typeface="Microsoft YaHei"/>
                <a:ea typeface="Microsoft YaHei"/>
                <a:cs typeface="+mn-lt"/>
              </a:rPr>
              <a:t>The coding technical team, based on its self-evolutionary training framework, has since June 2026, released the after-training models of the Qwen 3.5 and Gamma4 based on the Ornith 1.0 and 1.5 series, with 397B model on programming, Agent related test standards.</a:t>
            </a:r>
            <a:r>
              <a:rPr lang="en-US" sz="1600" b="1">
                <a:solidFill>
                  <a:srgbClr val="0F1115"/>
                </a:solidFill>
                <a:latin typeface="Microsoft YaHei"/>
                <a:ea typeface="Microsoft YaHei"/>
                <a:cs typeface="+mn-lt"/>
              </a:rPr>
              <a:t>It is better than the leading open source model of the same size.</a:t>
            </a:r>
            <a:endParaRPr lang="en-US" altLang="zh-CN" sz="1600" b="1">
              <a:solidFill>
                <a:srgbClr val="0F1115"/>
              </a:solidFill>
              <a:latin typeface="Microsoft YaHei"/>
              <a:ea typeface="Microsoft YaHei"/>
              <a:cs typeface="+mn-lt"/>
            </a:endParaRPr>
          </a:p>
        </p:txBody>
      </p:sp>
      <p:grpSp>
        <p:nvGrpSpPr>
          <p:cNvPr id="8" name="Group 7">
            <a:extLst>
              <a:ext uri="{FF2B5EF4-FFF2-40B4-BE49-F238E27FC236}">
                <a16:creationId xmlns:a16="http://schemas.microsoft.com/office/drawing/2014/main" id="{48C413B9-D581-9115-2978-61C1F17585F2}"/>
              </a:ext>
            </a:extLst>
          </p:cNvPr>
          <p:cNvGrpSpPr/>
          <p:nvPr/>
        </p:nvGrpSpPr>
        <p:grpSpPr>
          <a:xfrm>
            <a:off x="231595" y="1616559"/>
            <a:ext cx="8788726" cy="3198609"/>
            <a:chOff x="246835" y="1662279"/>
            <a:chExt cx="8788726" cy="3198609"/>
          </a:xfrm>
        </p:grpSpPr>
        <p:pic>
          <p:nvPicPr>
            <p:cNvPr id="10" name="图片 9">
              <a:extLst>
                <a:ext uri="{FF2B5EF4-FFF2-40B4-BE49-F238E27FC236}">
                  <a16:creationId xmlns:a16="http://schemas.microsoft.com/office/drawing/2014/main" id="{44C8AAC4-0584-2326-2EE0-20D4046CD642}"/>
                </a:ext>
              </a:extLst>
            </p:cNvPr>
            <p:cNvPicPr>
              <a:picLocks noChangeAspect="1"/>
            </p:cNvPicPr>
            <p:nvPr/>
          </p:nvPicPr>
          <p:blipFill>
            <a:blip r:embed="rId2"/>
            <a:stretch>
              <a:fillRect/>
            </a:stretch>
          </p:blipFill>
          <p:spPr>
            <a:xfrm>
              <a:off x="246835" y="1662280"/>
              <a:ext cx="4487904" cy="3198608"/>
            </a:xfrm>
            <a:prstGeom prst="rect">
              <a:avLst/>
            </a:prstGeom>
          </p:spPr>
        </p:pic>
        <p:pic>
          <p:nvPicPr>
            <p:cNvPr id="5" name="Picture 4">
              <a:extLst>
                <a:ext uri="{FF2B5EF4-FFF2-40B4-BE49-F238E27FC236}">
                  <a16:creationId xmlns:a16="http://schemas.microsoft.com/office/drawing/2014/main" id="{A9F33C65-10B5-016C-4504-35111BCA8311}"/>
                </a:ext>
              </a:extLst>
            </p:cNvPr>
            <p:cNvPicPr>
              <a:picLocks noChangeAspect="1"/>
            </p:cNvPicPr>
            <p:nvPr/>
          </p:nvPicPr>
          <p:blipFill>
            <a:blip r:embed="rId3"/>
            <a:stretch>
              <a:fillRect/>
            </a:stretch>
          </p:blipFill>
          <p:spPr>
            <a:xfrm>
              <a:off x="4861560" y="2097405"/>
              <a:ext cx="4168140" cy="2762250"/>
            </a:xfrm>
            <a:prstGeom prst="rect">
              <a:avLst/>
            </a:prstGeom>
          </p:spPr>
        </p:pic>
        <p:pic>
          <p:nvPicPr>
            <p:cNvPr id="7" name="图片 9" descr="表格&#10;&#10;AI 生成的内容可能不正确。">
              <a:extLst>
                <a:ext uri="{FF2B5EF4-FFF2-40B4-BE49-F238E27FC236}">
                  <a16:creationId xmlns:a16="http://schemas.microsoft.com/office/drawing/2014/main" id="{65AC5A3F-4CDD-5872-AFCE-E70451F1F20B}"/>
                </a:ext>
              </a:extLst>
            </p:cNvPr>
            <p:cNvPicPr>
              <a:picLocks noChangeAspect="1"/>
            </p:cNvPicPr>
            <p:nvPr/>
          </p:nvPicPr>
          <p:blipFill>
            <a:blip r:embed="rId2"/>
            <a:srcRect l="789" r="2857" b="85500"/>
            <a:stretch>
              <a:fillRect/>
            </a:stretch>
          </p:blipFill>
          <p:spPr>
            <a:xfrm>
              <a:off x="4859115" y="1662279"/>
              <a:ext cx="4176446" cy="441395"/>
            </a:xfrm>
            <a:prstGeom prst="rect">
              <a:avLst/>
            </a:prstGeom>
          </p:spPr>
        </p:pic>
      </p:grpSp>
    </p:spTree>
    <p:extLst>
      <p:ext uri="{BB962C8B-B14F-4D97-AF65-F5344CB8AC3E}">
        <p14:creationId xmlns:p14="http://schemas.microsoft.com/office/powerpoint/2010/main" val="99698947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798CA-48AB-1367-A001-2C902CF6382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BF90687-BD06-EA1A-4E96-18659BE519F9}"/>
              </a:ext>
            </a:extLst>
          </p:cNvPr>
          <p:cNvSpPr>
            <a:spLocks noGrp="1"/>
          </p:cNvSpPr>
          <p:nvPr>
            <p:ph type="body" sz="quarter" idx="10"/>
          </p:nvPr>
        </p:nvSpPr>
        <p:spPr/>
        <p:txBody>
          <a:bodyPr/>
          <a:lstStyle/>
          <a:p>
            <a:r>
              <a:rPr lang="zh-CN" altLang="en-US">
                <a:latin typeface="Arial"/>
                <a:ea typeface="黑体"/>
                <a:cs typeface="Arial"/>
              </a:rPr>
              <a:t>Ornith Series</a:t>
            </a:r>
            <a:endParaRPr lang="zh-CN" altLang="en-US"/>
          </a:p>
        </p:txBody>
      </p:sp>
      <p:sp>
        <p:nvSpPr>
          <p:cNvPr id="4" name="文本框 3">
            <a:extLst>
              <a:ext uri="{FF2B5EF4-FFF2-40B4-BE49-F238E27FC236}">
                <a16:creationId xmlns:a16="http://schemas.microsoft.com/office/drawing/2014/main" id="{7EFB5AF1-82DA-38D2-9AF6-93B3B83F990D}"/>
              </a:ext>
            </a:extLst>
          </p:cNvPr>
          <p:cNvSpPr txBox="1"/>
          <p:nvPr/>
        </p:nvSpPr>
        <p:spPr>
          <a:xfrm>
            <a:off x="246182" y="619470"/>
            <a:ext cx="882592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ltLang="zh-CN" sz="1600" b="1">
                <a:solidFill>
                  <a:srgbClr val="0F1115"/>
                </a:solidFill>
                <a:latin typeface="Microsoft YaHei"/>
                <a:ea typeface="Microsoft YaHei"/>
                <a:cs typeface="+mn-lt"/>
              </a:rPr>
              <a:t>Ornith also released models of 35B and 9B sizes, which are more suitable for end-side implementation.The model performance is better than the Qwen series of similar sizes, some indicators compared to the larger sizes.</a:t>
            </a:r>
          </a:p>
        </p:txBody>
      </p:sp>
      <p:pic>
        <p:nvPicPr>
          <p:cNvPr id="8" name="图片 7">
            <a:extLst>
              <a:ext uri="{FF2B5EF4-FFF2-40B4-BE49-F238E27FC236}">
                <a16:creationId xmlns:a16="http://schemas.microsoft.com/office/drawing/2014/main" id="{49E6D9D5-F351-1E26-E319-16CE2729D479}"/>
              </a:ext>
            </a:extLst>
          </p:cNvPr>
          <p:cNvPicPr>
            <a:picLocks noChangeAspect="1"/>
          </p:cNvPicPr>
          <p:nvPr/>
        </p:nvPicPr>
        <p:blipFill>
          <a:blip r:embed="rId2"/>
          <a:stretch>
            <a:fillRect/>
          </a:stretch>
        </p:blipFill>
        <p:spPr>
          <a:xfrm>
            <a:off x="120766" y="1462308"/>
            <a:ext cx="4505411" cy="2711252"/>
          </a:xfrm>
          <a:prstGeom prst="rect">
            <a:avLst/>
          </a:prstGeom>
        </p:spPr>
      </p:pic>
      <p:pic>
        <p:nvPicPr>
          <p:cNvPr id="7" name="图片 6">
            <a:extLst>
              <a:ext uri="{FF2B5EF4-FFF2-40B4-BE49-F238E27FC236}">
                <a16:creationId xmlns:a16="http://schemas.microsoft.com/office/drawing/2014/main" id="{2F36870F-9124-25D2-4714-64973668B903}"/>
              </a:ext>
            </a:extLst>
          </p:cNvPr>
          <p:cNvPicPr>
            <a:picLocks noChangeAspect="1"/>
          </p:cNvPicPr>
          <p:nvPr/>
        </p:nvPicPr>
        <p:blipFill>
          <a:blip r:embed="rId3"/>
          <a:stretch>
            <a:fillRect/>
          </a:stretch>
        </p:blipFill>
        <p:spPr>
          <a:xfrm>
            <a:off x="4682796" y="1459475"/>
            <a:ext cx="4387749" cy="2706611"/>
          </a:xfrm>
          <a:prstGeom prst="rect">
            <a:avLst/>
          </a:prstGeom>
        </p:spPr>
      </p:pic>
      <p:sp>
        <p:nvSpPr>
          <p:cNvPr id="5" name="TextBox 4">
            <a:extLst>
              <a:ext uri="{FF2B5EF4-FFF2-40B4-BE49-F238E27FC236}">
                <a16:creationId xmlns:a16="http://schemas.microsoft.com/office/drawing/2014/main" id="{70BA350A-D096-3402-D67A-DBD4CD8B4BD1}"/>
              </a:ext>
            </a:extLst>
          </p:cNvPr>
          <p:cNvSpPr txBox="1"/>
          <p:nvPr/>
        </p:nvSpPr>
        <p:spPr>
          <a:xfrm>
            <a:off x="4622427" y="4286250"/>
            <a:ext cx="450476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b="0" i="1">
                <a:latin typeface="微软雅黑"/>
                <a:ea typeface="微软雅黑"/>
                <a:cs typeface="Inter"/>
              </a:rPr>
              <a:t>The Ornith-1.5-9B, which can be deployed, performs equally excellent, at 47.0 on Terminal-Bench 2.1 and at 70.6 on SWE-Bench Verified. Despite the compact 9B parameter models, the performance can be even better than larger models such as Gemma 4-31B and Qwen 3.6-35B.</a:t>
            </a:r>
            <a:endParaRPr lang="en-US" sz="800" i="1">
              <a:latin typeface="微软雅黑"/>
              <a:ea typeface="微软雅黑"/>
            </a:endParaRPr>
          </a:p>
          <a:p>
            <a:endParaRPr lang="en-US" sz="800">
              <a:latin typeface="微软雅黑"/>
              <a:ea typeface="微软雅黑"/>
              <a:cs typeface="Arial" pitchFamily="34" charset="0"/>
            </a:endParaRPr>
          </a:p>
        </p:txBody>
      </p:sp>
      <p:sp>
        <p:nvSpPr>
          <p:cNvPr id="9" name="TextBox 8">
            <a:extLst>
              <a:ext uri="{FF2B5EF4-FFF2-40B4-BE49-F238E27FC236}">
                <a16:creationId xmlns:a16="http://schemas.microsoft.com/office/drawing/2014/main" id="{54B4EE88-45A3-BB6D-C49D-316376FB393C}"/>
              </a:ext>
            </a:extLst>
          </p:cNvPr>
          <p:cNvSpPr txBox="1"/>
          <p:nvPr/>
        </p:nvSpPr>
        <p:spPr>
          <a:xfrm>
            <a:off x="50426" y="4286250"/>
            <a:ext cx="4572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800" b="0" i="1">
                <a:latin typeface="Microsoft YaHei"/>
                <a:ea typeface="Microsoft YaHei"/>
                <a:cs typeface="Inter"/>
              </a:rPr>
              <a:t>Ornith-1.5-35B</a:t>
            </a:r>
            <a:r>
              <a:rPr lang="en-US" sz="800" b="0" i="1" err="1">
                <a:latin typeface="Microsoft YaHei"/>
                <a:ea typeface="Microsoft YaHei"/>
                <a:cs typeface="Inter"/>
              </a:rPr>
              <a:t>Significant superior to the equivalent in all coding and agent reference tests.</a:t>
            </a:r>
            <a:r>
              <a:rPr lang="en-US" sz="800" b="0" i="1">
                <a:latin typeface="Microsoft YaHei"/>
                <a:ea typeface="Microsoft YaHei"/>
                <a:cs typeface="Inter"/>
              </a:rPr>
              <a:t>Qwen 3.6-35B</a:t>
            </a:r>
            <a:r>
              <a:rPr lang="en-US" sz="800" i="1">
                <a:latin typeface="Microsoft YaHei"/>
                <a:ea typeface="Microsoft YaHei"/>
                <a:cs typeface="Inter"/>
              </a:rPr>
              <a:t>and</a:t>
            </a:r>
            <a:r>
              <a:rPr lang="en-US" sz="800" b="0" i="1">
                <a:latin typeface="Microsoft YaHei"/>
                <a:ea typeface="Microsoft YaHei"/>
                <a:cs typeface="Inter"/>
              </a:rPr>
              <a:t> </a:t>
            </a:r>
            <a:r>
              <a:rPr lang="en-US" sz="800" b="0" i="1" err="1">
                <a:latin typeface="Microsoft YaHei"/>
                <a:ea typeface="Microsoft YaHei"/>
                <a:cs typeface="Inter"/>
              </a:rPr>
              <a:t>It is also far better in terms of smart coding than intensive models.</a:t>
            </a:r>
            <a:r>
              <a:rPr lang="en-US" sz="800" b="0" i="1">
                <a:latin typeface="Microsoft YaHei"/>
                <a:ea typeface="Microsoft YaHei"/>
                <a:cs typeface="Inter"/>
              </a:rPr>
              <a:t>——Gemma 4-31B and Meta's Muse Glimmer-30B (Terminal-Bench 2.1)</a:t>
            </a:r>
            <a:r>
              <a:rPr lang="en-US" sz="800" b="0" i="1" err="1">
                <a:latin typeface="Microsoft YaHei"/>
                <a:ea typeface="Microsoft YaHei"/>
                <a:cs typeface="Inter"/>
              </a:rPr>
              <a:t>respectively for</a:t>
            </a:r>
            <a:r>
              <a:rPr lang="en-US" sz="800" b="0" i="1">
                <a:latin typeface="Microsoft YaHei"/>
                <a:ea typeface="Microsoft YaHei"/>
                <a:cs typeface="Inter"/>
              </a:rPr>
              <a:t>68.5 to 43.4 and 51.7; 79.0 to 52.0 and SWE tested 76.0, verified)</a:t>
            </a:r>
            <a:endParaRPr lang="en-US" sz="800" i="1">
              <a:latin typeface="Microsoft YaHei"/>
              <a:ea typeface="Microsoft YaHei"/>
            </a:endParaRPr>
          </a:p>
          <a:p>
            <a:pPr algn="just"/>
            <a:endParaRPr lang="en-US" sz="800" i="1">
              <a:latin typeface="Microsoft YaHei"/>
              <a:ea typeface="Microsoft YaHei"/>
              <a:cs typeface="Arial" pitchFamily="34" charset="0"/>
            </a:endParaRPr>
          </a:p>
        </p:txBody>
      </p:sp>
    </p:spTree>
    <p:extLst>
      <p:ext uri="{BB962C8B-B14F-4D97-AF65-F5344CB8AC3E}">
        <p14:creationId xmlns:p14="http://schemas.microsoft.com/office/powerpoint/2010/main" val="285816308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DC767-4339-44A3-3920-404AEF30304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4AC51027-89A7-A011-986A-90FE4EC9A8FB}"/>
              </a:ext>
            </a:extLst>
          </p:cNvPr>
          <p:cNvSpPr>
            <a:spLocks noGrp="1"/>
          </p:cNvSpPr>
          <p:nvPr>
            <p:ph type="body" sz="quarter" idx="10"/>
          </p:nvPr>
        </p:nvSpPr>
        <p:spPr/>
        <p:txBody>
          <a:bodyPr/>
          <a:lstStyle/>
          <a:p>
            <a:r>
              <a:rPr lang="zh-CN" altLang="en-US">
                <a:latin typeface="Arial"/>
                <a:ea typeface="黑体"/>
                <a:cs typeface="Arial"/>
              </a:rPr>
              <a:t>Unsloth Series</a:t>
            </a:r>
            <a:endParaRPr lang="zh-CN" altLang="en-US"/>
          </a:p>
        </p:txBody>
      </p:sp>
      <p:pic>
        <p:nvPicPr>
          <p:cNvPr id="3" name="图片 2">
            <a:extLst>
              <a:ext uri="{FF2B5EF4-FFF2-40B4-BE49-F238E27FC236}">
                <a16:creationId xmlns:a16="http://schemas.microsoft.com/office/drawing/2014/main" id="{C87A1D93-534C-169B-F23C-37CE19F9B8C2}"/>
              </a:ext>
            </a:extLst>
          </p:cNvPr>
          <p:cNvPicPr>
            <a:picLocks noChangeAspect="1"/>
          </p:cNvPicPr>
          <p:nvPr/>
        </p:nvPicPr>
        <p:blipFill>
          <a:blip r:embed="rId2"/>
          <a:stretch>
            <a:fillRect/>
          </a:stretch>
        </p:blipFill>
        <p:spPr>
          <a:xfrm>
            <a:off x="1960685" y="1576570"/>
            <a:ext cx="5319347" cy="2825629"/>
          </a:xfrm>
          <a:prstGeom prst="rect">
            <a:avLst/>
          </a:prstGeom>
        </p:spPr>
      </p:pic>
      <p:pic>
        <p:nvPicPr>
          <p:cNvPr id="6" name="图片 5">
            <a:extLst>
              <a:ext uri="{FF2B5EF4-FFF2-40B4-BE49-F238E27FC236}">
                <a16:creationId xmlns:a16="http://schemas.microsoft.com/office/drawing/2014/main" id="{111B67B0-2C28-74D4-4758-1F5071381446}"/>
              </a:ext>
            </a:extLst>
          </p:cNvPr>
          <p:cNvPicPr>
            <a:picLocks noChangeAspect="1"/>
          </p:cNvPicPr>
          <p:nvPr/>
        </p:nvPicPr>
        <p:blipFill>
          <a:blip r:embed="rId3"/>
          <a:stretch>
            <a:fillRect/>
          </a:stretch>
        </p:blipFill>
        <p:spPr>
          <a:xfrm>
            <a:off x="2171700" y="4531497"/>
            <a:ext cx="4906108" cy="494240"/>
          </a:xfrm>
          <a:prstGeom prst="rect">
            <a:avLst/>
          </a:prstGeom>
        </p:spPr>
      </p:pic>
      <p:sp>
        <p:nvSpPr>
          <p:cNvPr id="11" name="文本框 10">
            <a:extLst>
              <a:ext uri="{FF2B5EF4-FFF2-40B4-BE49-F238E27FC236}">
                <a16:creationId xmlns:a16="http://schemas.microsoft.com/office/drawing/2014/main" id="{A7A513F3-AE7D-9FEF-AB12-DD2C05A8C7F0}"/>
              </a:ext>
            </a:extLst>
          </p:cNvPr>
          <p:cNvSpPr txBox="1"/>
          <p:nvPr/>
        </p:nvSpPr>
        <p:spPr>
          <a:xfrm>
            <a:off x="246182" y="619470"/>
            <a:ext cx="882592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ltLang="zh-CN" sz="1600" b="1" err="1">
                <a:solidFill>
                  <a:srgbClr val="0F1115"/>
                </a:solidFill>
                <a:latin typeface="Microsoft YaHei"/>
                <a:ea typeface="Microsoft YaHei"/>
                <a:cs typeface="+mn-lt"/>
              </a:rPr>
              <a:t>Unsloth</a:t>
            </a:r>
            <a:r>
              <a:rPr lang="en-US" altLang="zh-CN" sz="1600" b="1">
                <a:solidFill>
                  <a:srgbClr val="0F1115"/>
                </a:solidFill>
                <a:latin typeface="Microsoft YaHei"/>
                <a:ea typeface="Microsoft YaHei"/>
                <a:cs typeface="+mn-lt"/>
              </a:rPr>
              <a:t>A open source framework designed for large language models, on August 20, the tech team released the quantitative version of Qwen 3.8-27B based on its latest dynamic quantitative technology, which increases top-1% accuracy in the same size compared to other quantitative versions.</a:t>
            </a:r>
            <a:r>
              <a:rPr lang="zh-CN" altLang="en-US" sz="1600" b="1">
                <a:solidFill>
                  <a:srgbClr val="0F1115"/>
                </a:solidFill>
                <a:latin typeface="Microsoft YaHei"/>
                <a:ea typeface="Microsoft YaHei"/>
                <a:cs typeface="+mn-lt"/>
              </a:rPr>
              <a:t>Simultaneously preserved</a:t>
            </a:r>
            <a:r>
              <a:rPr lang="en-US" altLang="zh-CN" sz="1600" b="1">
                <a:solidFill>
                  <a:srgbClr val="0F1115"/>
                </a:solidFill>
                <a:latin typeface="Microsoft YaHei"/>
                <a:ea typeface="Microsoft YaHei"/>
                <a:cs typeface="+mn-lt"/>
              </a:rPr>
              <a:t>77% of</a:t>
            </a:r>
            <a:r>
              <a:rPr lang="zh-CN" altLang="en-US" sz="1600" b="1">
                <a:solidFill>
                  <a:srgbClr val="0F1115"/>
                </a:solidFill>
                <a:latin typeface="Microsoft YaHei"/>
                <a:ea typeface="Microsoft YaHei"/>
                <a:cs typeface="+mn-lt"/>
              </a:rPr>
              <a:t>Original Precision</a:t>
            </a:r>
            <a:r>
              <a:rPr lang="en-US" altLang="zh-CN" sz="1600" b="1">
                <a:solidFill>
                  <a:srgbClr val="0F1115"/>
                </a:solidFill>
                <a:latin typeface="Microsoft YaHei"/>
                <a:ea typeface="Microsoft YaHei"/>
                <a:cs typeface="+mn-lt"/>
              </a:rPr>
              <a:t>and .</a:t>
            </a:r>
          </a:p>
        </p:txBody>
      </p:sp>
    </p:spTree>
    <p:extLst>
      <p:ext uri="{BB962C8B-B14F-4D97-AF65-F5344CB8AC3E}">
        <p14:creationId xmlns:p14="http://schemas.microsoft.com/office/powerpoint/2010/main" val="103795003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1F62E-D98A-6CC3-A15E-7F290580AE0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72B068D-9F2B-004B-60DC-445E91915CE9}"/>
              </a:ext>
            </a:extLst>
          </p:cNvPr>
          <p:cNvSpPr txBox="1"/>
          <p:nvPr/>
        </p:nvSpPr>
        <p:spPr>
          <a:xfrm>
            <a:off x="360045" y="1917244"/>
            <a:ext cx="5217124" cy="461665"/>
          </a:xfrm>
          <a:prstGeom prst="rect">
            <a:avLst/>
          </a:prstGeom>
          <a:noFill/>
        </p:spPr>
        <p:txBody>
          <a:bodyPr wrap="square" lIns="91440" tIns="45720" rIns="91440" bIns="45720" rtlCol="0" anchor="t">
            <a:spAutoFit/>
          </a:bodyPr>
          <a:lstStyle/>
          <a:p>
            <a:r>
              <a:rPr lang="en-US" altLang="zh-CN" sz="2400" b="1" err="1">
                <a:ea typeface="黑体"/>
                <a:cs typeface="Arial"/>
              </a:rPr>
              <a:t>The engine reasoning</a:t>
            </a:r>
          </a:p>
        </p:txBody>
      </p:sp>
      <p:sp>
        <p:nvSpPr>
          <p:cNvPr id="5" name="文本框 4">
            <a:extLst>
              <a:ext uri="{FF2B5EF4-FFF2-40B4-BE49-F238E27FC236}">
                <a16:creationId xmlns:a16="http://schemas.microsoft.com/office/drawing/2014/main" id="{89F6FC4E-1428-50A2-F477-81DEBF196C06}"/>
              </a:ext>
            </a:extLst>
          </p:cNvPr>
          <p:cNvSpPr txBox="1"/>
          <p:nvPr/>
        </p:nvSpPr>
        <p:spPr>
          <a:xfrm>
            <a:off x="360044" y="917714"/>
            <a:ext cx="1107996" cy="923330"/>
          </a:xfrm>
          <a:prstGeom prst="rect">
            <a:avLst/>
          </a:prstGeom>
          <a:noFill/>
        </p:spPr>
        <p:txBody>
          <a:bodyPr wrap="none" lIns="91440" tIns="45720" rIns="91440" bIns="45720" rtlCol="0" anchor="t">
            <a:spAutoFit/>
          </a:bodyPr>
          <a:lstStyle/>
          <a:p>
            <a:r>
              <a:rPr kumimoji="1" lang="en-US" altLang="zh-CN" sz="5400" i="1" spc="600">
                <a:solidFill>
                  <a:schemeClr val="bg1"/>
                </a:solidFill>
                <a:latin typeface="Arial"/>
                <a:ea typeface="Microsoft YaHei Light"/>
                <a:cs typeface="Arial"/>
              </a:rPr>
              <a:t>03</a:t>
            </a:r>
            <a:endParaRPr kumimoji="1" lang="zh-CN" altLang="en-US" sz="5400" i="1" spc="600">
              <a:solidFill>
                <a:schemeClr val="bg1"/>
              </a:solidFill>
              <a:latin typeface="Arial" panose="020B0604020202020204" pitchFamily="34" charset="0"/>
              <a:ea typeface="Microsoft YaHei Light" panose="020B0503020204020204" pitchFamily="34" charset="-122"/>
              <a:cs typeface="Arial" panose="020B0604020202020204" pitchFamily="34" charset="0"/>
            </a:endParaRPr>
          </a:p>
        </p:txBody>
      </p:sp>
      <p:cxnSp>
        <p:nvCxnSpPr>
          <p:cNvPr id="7" name="直线连接符 6">
            <a:extLst>
              <a:ext uri="{FF2B5EF4-FFF2-40B4-BE49-F238E27FC236}">
                <a16:creationId xmlns:a16="http://schemas.microsoft.com/office/drawing/2014/main" id="{B6BA081B-7B45-B272-72C0-2591BD24E3D9}"/>
              </a:ext>
            </a:extLst>
          </p:cNvPr>
          <p:cNvCxnSpPr>
            <a:cxnSpLocks/>
          </p:cNvCxnSpPr>
          <p:nvPr/>
        </p:nvCxnSpPr>
        <p:spPr>
          <a:xfrm>
            <a:off x="450573" y="1839480"/>
            <a:ext cx="865082"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812203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CCC5DA1-FD88-F5D0-DF3D-D85F279585EE}"/>
              </a:ext>
            </a:extLst>
          </p:cNvPr>
          <p:cNvSpPr>
            <a:spLocks noGrp="1"/>
          </p:cNvSpPr>
          <p:nvPr>
            <p:ph type="body" sz="quarter" idx="10"/>
          </p:nvPr>
        </p:nvSpPr>
        <p:spPr/>
        <p:txBody>
          <a:bodyPr/>
          <a:lstStyle/>
          <a:p>
            <a:r>
              <a:rPr lang="zh-CN" altLang="en-US">
                <a:latin typeface="Arial"/>
                <a:ea typeface="黑体"/>
                <a:cs typeface="Arial"/>
              </a:rPr>
              <a:t>Dflash Series</a:t>
            </a:r>
            <a:endParaRPr lang="zh-CN" altLang="en-US"/>
          </a:p>
        </p:txBody>
      </p:sp>
      <p:sp>
        <p:nvSpPr>
          <p:cNvPr id="6" name="文本框 3">
            <a:extLst>
              <a:ext uri="{FF2B5EF4-FFF2-40B4-BE49-F238E27FC236}">
                <a16:creationId xmlns:a16="http://schemas.microsoft.com/office/drawing/2014/main" id="{2D028BC5-A29D-D646-9B2B-0DC1789FD3D5}"/>
              </a:ext>
            </a:extLst>
          </p:cNvPr>
          <p:cNvSpPr txBox="1"/>
          <p:nvPr/>
        </p:nvSpPr>
        <p:spPr>
          <a:xfrm>
            <a:off x="246182" y="611066"/>
            <a:ext cx="879230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ltLang="zh-CN" sz="1600" b="1">
                <a:solidFill>
                  <a:srgbClr val="0F1115"/>
                </a:solidFill>
                <a:latin typeface="Microsoft YaHei"/>
                <a:ea typeface="Microsoft YaHei"/>
                <a:cs typeface="Arial"/>
              </a:rPr>
              <a:t>Technical background</a:t>
            </a:r>
          </a:p>
        </p:txBody>
      </p:sp>
      <p:sp>
        <p:nvSpPr>
          <p:cNvPr id="7" name="TextBox 6">
            <a:extLst>
              <a:ext uri="{FF2B5EF4-FFF2-40B4-BE49-F238E27FC236}">
                <a16:creationId xmlns:a16="http://schemas.microsoft.com/office/drawing/2014/main" id="{796BDC5B-9911-10B3-68F0-78E01FDA7FBC}"/>
              </a:ext>
            </a:extLst>
          </p:cNvPr>
          <p:cNvSpPr txBox="1"/>
          <p:nvPr/>
        </p:nvSpPr>
        <p:spPr>
          <a:xfrm>
            <a:off x="243728" y="949699"/>
            <a:ext cx="8791015" cy="16700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1400" i="0" u="none" strike="noStrike" baseline="0" err="1">
                <a:solidFill>
                  <a:srgbClr val="0F1115"/>
                </a:solidFill>
                <a:latin typeface="Microsoft YaHei"/>
                <a:ea typeface="Arial"/>
                <a:cs typeface="Arial"/>
              </a:rPr>
              <a:t>The mainstream LLMs are only token-sequency reasoning due to its self-return architecture characteristics, and lack of mechanisms of parallel reasoning. This makes GPU's calculation difficult to fully exploit the computing power.</a:t>
            </a:r>
            <a:r>
              <a:rPr lang="en-US" sz="1400" i="0" u="none" strike="noStrike" baseline="0">
                <a:solidFill>
                  <a:srgbClr val="0F1115"/>
                </a:solidFill>
                <a:latin typeface="Microsoft YaHei"/>
                <a:ea typeface="Arial"/>
                <a:cs typeface="Arial"/>
              </a:rPr>
              <a:t>and .</a:t>
            </a:r>
            <a:r>
              <a:rPr lang="en-US" sz="1400" b="0" i="0">
                <a:solidFill>
                  <a:srgbClr val="000000"/>
                </a:solidFill>
                <a:latin typeface="Microsoft YaHei"/>
                <a:ea typeface="Arial"/>
                <a:cs typeface="Arial"/>
              </a:rPr>
              <a:t>Their</a:t>
            </a:r>
            <a:endParaRPr lang="en-US" sz="1400">
              <a:cs typeface="Arial"/>
            </a:endParaRPr>
          </a:p>
          <a:p>
            <a:pPr marL="285750" indent="-285750">
              <a:lnSpc>
                <a:spcPct val="150000"/>
              </a:lnSpc>
              <a:buFont typeface="Arial"/>
              <a:buChar char="•"/>
            </a:pPr>
            <a:r>
              <a:rPr lang="en-US" altLang="ja-JP" sz="1400" err="1">
                <a:latin typeface="Microsoft YaHei"/>
                <a:ea typeface="Microsoft YaHei"/>
                <a:cs typeface="Arial"/>
              </a:rPr>
              <a:t>To solve the new and the bottle neck, the assumption decoding algorithm represents by Eagle.</a:t>
            </a:r>
            <a:r>
              <a:rPr lang="en-US" altLang="ja-JP" sz="1400">
                <a:latin typeface="Microsoft YaHei"/>
                <a:ea typeface="Microsoft YaHei"/>
                <a:cs typeface="Arial"/>
              </a:rPr>
              <a:t>and</a:t>
            </a:r>
            <a:r>
              <a:rPr lang="ja-JP" altLang="en-US" sz="1400">
                <a:latin typeface="Microsoft YaHei"/>
                <a:ea typeface="Microsoft YaHei"/>
                <a:cs typeface="+mn-lt"/>
              </a:rPr>
              <a:t>Adopt a small-scale LLM model as a draft model to quickly generate multiple</a:t>
            </a:r>
            <a:r>
              <a:rPr lang="en-US" sz="1400">
                <a:latin typeface="Microsoft YaHei"/>
                <a:ea typeface="Microsoft YaHei"/>
                <a:cs typeface="+mn-lt"/>
              </a:rPr>
              <a:t>token</a:t>
            </a:r>
            <a:r>
              <a:rPr lang="en-US" sz="1400" err="1">
                <a:latin typeface="Microsoft YaHei"/>
                <a:ea typeface="Microsoft YaHei"/>
                <a:cs typeface="+mn-lt"/>
              </a:rPr>
              <a:t>The series</a:t>
            </a:r>
            <a:r>
              <a:rPr lang="en-US" sz="1400">
                <a:latin typeface="Microsoft YaHei"/>
                <a:ea typeface="Microsoft YaHei"/>
                <a:cs typeface="+mn-lt"/>
              </a:rPr>
              <a:t>and</a:t>
            </a:r>
            <a:r>
              <a:rPr lang="ja-JP" altLang="en-US" sz="1400">
                <a:latin typeface="Microsoft YaHei"/>
                <a:ea typeface="Microsoft YaHei"/>
                <a:cs typeface="+mn-lt"/>
              </a:rPr>
              <a:t>These sequences are verified parallel by the target model. Thus, one reason for the target model can obtain multiple tokens through verified. After using the Eagle algorithm accelerated, in the 8750 chip burst mode,</a:t>
            </a:r>
            <a:r>
              <a:rPr lang="en-US" altLang="ja-JP" sz="1400">
                <a:latin typeface="Microsoft YaHei"/>
                <a:ea typeface="Microsoft YaHei"/>
                <a:cs typeface="+mn-lt"/>
              </a:rPr>
              <a:t>The 3b reasoning speed increased 1.74 times.</a:t>
            </a:r>
            <a:endParaRPr lang="ja-JP" altLang="en-US" sz="1400">
              <a:latin typeface="Microsoft YaHei"/>
              <a:ea typeface="Microsoft YaHei"/>
              <a:cs typeface="+mn-lt"/>
            </a:endParaRPr>
          </a:p>
        </p:txBody>
      </p:sp>
      <p:pic>
        <p:nvPicPr>
          <p:cNvPr id="8" name="Picture 7" descr="Speculative decoding投机解码原理思考与解决-CSDN博客">
            <a:extLst>
              <a:ext uri="{FF2B5EF4-FFF2-40B4-BE49-F238E27FC236}">
                <a16:creationId xmlns:a16="http://schemas.microsoft.com/office/drawing/2014/main" id="{0FB5BCAA-293A-83C0-AD80-FA7255F2B105}"/>
              </a:ext>
            </a:extLst>
          </p:cNvPr>
          <p:cNvPicPr>
            <a:picLocks noChangeAspect="1"/>
          </p:cNvPicPr>
          <p:nvPr/>
        </p:nvPicPr>
        <p:blipFill>
          <a:blip r:embed="rId2"/>
          <a:stretch>
            <a:fillRect/>
          </a:stretch>
        </p:blipFill>
        <p:spPr>
          <a:xfrm>
            <a:off x="595420" y="2608902"/>
            <a:ext cx="4042523" cy="2215963"/>
          </a:xfrm>
          <a:prstGeom prst="rect">
            <a:avLst/>
          </a:prstGeom>
        </p:spPr>
      </p:pic>
      <p:pic>
        <p:nvPicPr>
          <p:cNvPr id="3" name="图片 2">
            <a:extLst>
              <a:ext uri="{FF2B5EF4-FFF2-40B4-BE49-F238E27FC236}">
                <a16:creationId xmlns:a16="http://schemas.microsoft.com/office/drawing/2014/main" id="{FA84EAEC-5964-6EDD-EF21-C961ECCD730C}"/>
              </a:ext>
            </a:extLst>
          </p:cNvPr>
          <p:cNvPicPr>
            <a:picLocks noChangeAspect="1"/>
          </p:cNvPicPr>
          <p:nvPr/>
        </p:nvPicPr>
        <p:blipFill>
          <a:blip r:embed="rId3"/>
          <a:stretch>
            <a:fillRect/>
          </a:stretch>
        </p:blipFill>
        <p:spPr>
          <a:xfrm>
            <a:off x="4767629" y="2616811"/>
            <a:ext cx="4127988" cy="1571626"/>
          </a:xfrm>
          <a:prstGeom prst="rect">
            <a:avLst/>
          </a:prstGeom>
        </p:spPr>
      </p:pic>
      <p:sp>
        <p:nvSpPr>
          <p:cNvPr id="5" name="文本框 4">
            <a:extLst>
              <a:ext uri="{FF2B5EF4-FFF2-40B4-BE49-F238E27FC236}">
                <a16:creationId xmlns:a16="http://schemas.microsoft.com/office/drawing/2014/main" id="{EAC17DA3-2DCB-AD1B-71C3-047500BE2804}"/>
              </a:ext>
            </a:extLst>
          </p:cNvPr>
          <p:cNvSpPr txBox="1"/>
          <p:nvPr/>
        </p:nvSpPr>
        <p:spPr>
          <a:xfrm>
            <a:off x="1049339" y="4795024"/>
            <a:ext cx="287401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ltLang="en-US" sz="1200" b="1">
                <a:latin typeface="微软雅黑"/>
                <a:ea typeface="微软雅黑"/>
                <a:cs typeface="Arial"/>
              </a:rPr>
              <a:t>The Decryption Principles</a:t>
            </a:r>
          </a:p>
        </p:txBody>
      </p:sp>
      <p:sp>
        <p:nvSpPr>
          <p:cNvPr id="9" name="文本框 8">
            <a:extLst>
              <a:ext uri="{FF2B5EF4-FFF2-40B4-BE49-F238E27FC236}">
                <a16:creationId xmlns:a16="http://schemas.microsoft.com/office/drawing/2014/main" id="{52D09D87-FA7B-D553-BFC5-7678EF784DB1}"/>
              </a:ext>
            </a:extLst>
          </p:cNvPr>
          <p:cNvSpPr txBox="1"/>
          <p:nvPr/>
        </p:nvSpPr>
        <p:spPr>
          <a:xfrm>
            <a:off x="5392739" y="4179562"/>
            <a:ext cx="287401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ltLang="en-US" sz="1200" b="1">
                <a:latin typeface="微软雅黑"/>
                <a:ea typeface="微软雅黑"/>
                <a:cs typeface="Arial"/>
              </a:rPr>
              <a:t>Supposed decoding speed</a:t>
            </a:r>
          </a:p>
        </p:txBody>
      </p:sp>
    </p:spTree>
    <p:extLst>
      <p:ext uri="{BB962C8B-B14F-4D97-AF65-F5344CB8AC3E}">
        <p14:creationId xmlns:p14="http://schemas.microsoft.com/office/powerpoint/2010/main" val="193167398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7115A-E62B-F130-3D1A-6F2F064CD1D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07F81711-AA55-8BCD-CEAD-238B22CD4E9D}"/>
              </a:ext>
            </a:extLst>
          </p:cNvPr>
          <p:cNvSpPr>
            <a:spLocks noGrp="1"/>
          </p:cNvSpPr>
          <p:nvPr>
            <p:ph type="body" sz="quarter" idx="10"/>
          </p:nvPr>
        </p:nvSpPr>
        <p:spPr/>
        <p:txBody>
          <a:bodyPr/>
          <a:lstStyle/>
          <a:p>
            <a:r>
              <a:rPr lang="zh-CN" altLang="en-US">
                <a:latin typeface="Arial"/>
                <a:ea typeface="黑体"/>
                <a:cs typeface="Arial"/>
              </a:rPr>
              <a:t>Dflash Series</a:t>
            </a:r>
            <a:endParaRPr lang="zh-CN" altLang="en-US"/>
          </a:p>
        </p:txBody>
      </p:sp>
      <p:sp>
        <p:nvSpPr>
          <p:cNvPr id="4" name="文本框 3">
            <a:extLst>
              <a:ext uri="{FF2B5EF4-FFF2-40B4-BE49-F238E27FC236}">
                <a16:creationId xmlns:a16="http://schemas.microsoft.com/office/drawing/2014/main" id="{2AC4CF1A-B604-730B-2B1C-98D4D3C0D228}"/>
              </a:ext>
            </a:extLst>
          </p:cNvPr>
          <p:cNvSpPr txBox="1"/>
          <p:nvPr/>
        </p:nvSpPr>
        <p:spPr>
          <a:xfrm>
            <a:off x="246182" y="611066"/>
            <a:ext cx="879230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ltLang="zh-CN" sz="1600" b="1" err="1">
                <a:solidFill>
                  <a:srgbClr val="0F1115"/>
                </a:solidFill>
                <a:latin typeface="Microsoft YaHei"/>
                <a:ea typeface="Microsoft YaHei"/>
                <a:cs typeface="Arial"/>
              </a:rPr>
              <a:t>The Technical Principles</a:t>
            </a:r>
          </a:p>
        </p:txBody>
      </p:sp>
      <p:pic>
        <p:nvPicPr>
          <p:cNvPr id="5" name="图片 4">
            <a:extLst>
              <a:ext uri="{FF2B5EF4-FFF2-40B4-BE49-F238E27FC236}">
                <a16:creationId xmlns:a16="http://schemas.microsoft.com/office/drawing/2014/main" id="{5DAC43BF-1752-DEA4-23B8-0A467E7743D9}"/>
              </a:ext>
            </a:extLst>
          </p:cNvPr>
          <p:cNvPicPr>
            <a:picLocks noChangeAspect="1"/>
          </p:cNvPicPr>
          <p:nvPr/>
        </p:nvPicPr>
        <p:blipFill>
          <a:blip r:embed="rId2"/>
          <a:stretch>
            <a:fillRect/>
          </a:stretch>
        </p:blipFill>
        <p:spPr>
          <a:xfrm>
            <a:off x="171817" y="2583106"/>
            <a:ext cx="4817452" cy="2377587"/>
          </a:xfrm>
          <a:prstGeom prst="rect">
            <a:avLst/>
          </a:prstGeom>
        </p:spPr>
      </p:pic>
      <p:sp>
        <p:nvSpPr>
          <p:cNvPr id="7" name="TextBox 6">
            <a:extLst>
              <a:ext uri="{FF2B5EF4-FFF2-40B4-BE49-F238E27FC236}">
                <a16:creationId xmlns:a16="http://schemas.microsoft.com/office/drawing/2014/main" id="{5E1A035E-2E66-658C-4F7B-B4904A8BA755}"/>
              </a:ext>
            </a:extLst>
          </p:cNvPr>
          <p:cNvSpPr txBox="1"/>
          <p:nvPr/>
        </p:nvSpPr>
        <p:spPr>
          <a:xfrm>
            <a:off x="243728" y="949699"/>
            <a:ext cx="8791015" cy="1668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ltLang="ja-JP" sz="1400" err="1">
                <a:solidFill>
                  <a:srgbClr val="000000"/>
                </a:solidFill>
                <a:latin typeface="Microsoft YaHei"/>
                <a:ea typeface="Microsoft YaHei"/>
                <a:cs typeface="+mn-lt"/>
              </a:rPr>
              <a:t>DFLash</a:t>
            </a:r>
            <a:r>
              <a:rPr lang="en-US" altLang="ja-JP" sz="1400">
                <a:solidFill>
                  <a:srgbClr val="000000"/>
                </a:solidFill>
                <a:latin typeface="Microsoft YaHei"/>
                <a:ea typeface="Microsoft YaHei"/>
                <a:cs typeface="+mn-lt"/>
              </a:rPr>
              <a:t> </a:t>
            </a:r>
            <a:r>
              <a:rPr lang="en-US" altLang="ja-JP" sz="1400" err="1">
                <a:solidFill>
                  <a:srgbClr val="000000"/>
                </a:solidFill>
                <a:latin typeface="Microsoft YaHei"/>
                <a:ea typeface="Microsoft YaHei"/>
                <a:cs typeface="+mn-lt"/>
              </a:rPr>
              <a:t>A block-based spread model.</a:t>
            </a:r>
            <a:r>
              <a:rPr lang="en-US" altLang="ja-JP" sz="1400">
                <a:solidFill>
                  <a:srgbClr val="000000"/>
                </a:solidFill>
                <a:latin typeface="Microsoft YaHei"/>
                <a:ea typeface="Microsoft YaHei"/>
                <a:cs typeface="+mn-lt"/>
              </a:rPr>
              <a:t>diffusion</a:t>
            </a:r>
            <a:r>
              <a:rPr lang="en-US" altLang="ja-JP" sz="1400" err="1">
                <a:solidFill>
                  <a:srgbClr val="000000"/>
                </a:solidFill>
                <a:latin typeface="Microsoft YaHei"/>
                <a:ea typeface="Microsoft YaHei"/>
                <a:cs typeface="+mn-lt"/>
              </a:rPr>
              <a:t>Model) is a hypothesis decoding method, which uses a small spread model as a draft model, generating multiple tokens in the process of a single forward-to-face reasoning, accelerating the draft generation speed.</a:t>
            </a:r>
            <a:r>
              <a:rPr lang="en-US" altLang="ja-JP" sz="1400">
                <a:solidFill>
                  <a:srgbClr val="000000"/>
                </a:solidFill>
                <a:latin typeface="Microsoft YaHei"/>
                <a:ea typeface="Microsoft YaHei"/>
                <a:cs typeface="+mn-lt"/>
              </a:rPr>
              <a:t>and .</a:t>
            </a:r>
          </a:p>
          <a:p>
            <a:pPr marL="285750" indent="-285750">
              <a:lnSpc>
                <a:spcPct val="150000"/>
              </a:lnSpc>
              <a:buFont typeface="Arial"/>
              <a:buChar char="•"/>
            </a:pPr>
            <a:r>
              <a:rPr lang="en-US" altLang="ja-JP" sz="1400">
                <a:solidFill>
                  <a:srgbClr val="000000"/>
                </a:solidFill>
                <a:latin typeface="Microsoft YaHei"/>
                <a:ea typeface="Microsoft YaHei"/>
                <a:cs typeface="+mn-lt"/>
              </a:rPr>
              <a:t>Due to the lack of causal dependency between tokens generated by the spread model, Dflash2 considers neighboring tokens at the same time in the token selection strategy.</a:t>
            </a:r>
            <a:r>
              <a:rPr lang="en-US" altLang="ja-JP" sz="1400" err="1">
                <a:solidFill>
                  <a:srgbClr val="000000"/>
                </a:solidFill>
                <a:latin typeface="Microsoft YaHei"/>
                <a:ea typeface="Microsoft YaHei"/>
                <a:cs typeface="+mn-lt"/>
              </a:rPr>
              <a:t>consistency, thus select one of the most likely token sequence; at the same time, at Attention</a:t>
            </a:r>
            <a:r>
              <a:rPr lang="en-US" altLang="ja-JP" sz="1400">
                <a:solidFill>
                  <a:srgbClr val="000000"/>
                </a:solidFill>
                <a:latin typeface="Microsoft YaHei"/>
                <a:ea typeface="Microsoft YaHei"/>
                <a:cs typeface="+mn-lt"/>
              </a:rPr>
              <a:t>and MLP</a:t>
            </a:r>
            <a:r>
              <a:rPr lang="en-US" altLang="ja-JP" sz="1400" err="1">
                <a:solidFill>
                  <a:srgbClr val="000000"/>
                </a:solidFill>
                <a:latin typeface="Microsoft YaHei"/>
                <a:ea typeface="Microsoft YaHei"/>
                <a:cs typeface="+mn-lt"/>
              </a:rPr>
              <a:t>Between the sub layers, joining a dynamic volume layer.</a:t>
            </a:r>
            <a:r>
              <a:rPr lang="en-US" altLang="ja-JP" sz="1400">
                <a:solidFill>
                  <a:srgbClr val="000000"/>
                </a:solidFill>
                <a:latin typeface="Microsoft YaHei"/>
                <a:ea typeface="Microsoft YaHei"/>
                <a:cs typeface="+mn-lt"/>
              </a:rPr>
              <a:t>and</a:t>
            </a:r>
            <a:r>
              <a:rPr lang="zh-CN" altLang="ja-JP" sz="1400">
                <a:solidFill>
                  <a:srgbClr val="000000"/>
                </a:solidFill>
                <a:latin typeface="Microsoft YaHei"/>
                <a:ea typeface="Microsoft YaHei"/>
                <a:cs typeface="+mn-lt"/>
              </a:rPr>
              <a:t>Increased</a:t>
            </a:r>
            <a:r>
              <a:rPr lang="en-US" sz="1400" err="1">
                <a:solidFill>
                  <a:srgbClr val="000000"/>
                </a:solidFill>
                <a:latin typeface="Microsoft YaHei"/>
                <a:ea typeface="Microsoft YaHei"/>
                <a:cs typeface="+mn-lt"/>
              </a:rPr>
              <a:t>DFLash</a:t>
            </a:r>
            <a:r>
              <a:rPr lang="en-US" sz="1400">
                <a:solidFill>
                  <a:srgbClr val="000000"/>
                </a:solidFill>
                <a:latin typeface="Microsoft YaHei"/>
                <a:ea typeface="Microsoft YaHei"/>
                <a:cs typeface="+mn-lt"/>
              </a:rPr>
              <a:t> </a:t>
            </a:r>
            <a:r>
              <a:rPr lang="zh-CN" altLang="en-US" sz="1400">
                <a:solidFill>
                  <a:srgbClr val="000000"/>
                </a:solidFill>
                <a:latin typeface="Microsoft YaHei"/>
                <a:ea typeface="Microsoft YaHei"/>
                <a:cs typeface="+mn-lt"/>
              </a:rPr>
              <a:t>The quality of token.</a:t>
            </a:r>
            <a:endParaRPr lang="en-US" altLang="ja-JP" sz="1400">
              <a:solidFill>
                <a:srgbClr val="000000"/>
              </a:solidFill>
              <a:latin typeface="Microsoft YaHei"/>
              <a:ea typeface="Microsoft YaHei"/>
              <a:cs typeface="+mn-lt"/>
            </a:endParaRPr>
          </a:p>
        </p:txBody>
      </p:sp>
      <p:pic>
        <p:nvPicPr>
          <p:cNvPr id="8" name="图片 7">
            <a:extLst>
              <a:ext uri="{FF2B5EF4-FFF2-40B4-BE49-F238E27FC236}">
                <a16:creationId xmlns:a16="http://schemas.microsoft.com/office/drawing/2014/main" id="{29C93A39-7B0C-1B00-1BF5-8E63D59E400E}"/>
              </a:ext>
            </a:extLst>
          </p:cNvPr>
          <p:cNvPicPr>
            <a:picLocks noChangeAspect="1"/>
          </p:cNvPicPr>
          <p:nvPr/>
        </p:nvPicPr>
        <p:blipFill>
          <a:blip r:embed="rId3"/>
          <a:srcRect l="7087" t="-594" r="9252" b="-3247"/>
          <a:stretch>
            <a:fillRect/>
          </a:stretch>
        </p:blipFill>
        <p:spPr>
          <a:xfrm>
            <a:off x="5064369" y="2566964"/>
            <a:ext cx="3938958" cy="2479304"/>
          </a:xfrm>
          <a:prstGeom prst="rect">
            <a:avLst/>
          </a:prstGeom>
        </p:spPr>
      </p:pic>
      <p:sp>
        <p:nvSpPr>
          <p:cNvPr id="10" name="文本框 9">
            <a:extLst>
              <a:ext uri="{FF2B5EF4-FFF2-40B4-BE49-F238E27FC236}">
                <a16:creationId xmlns:a16="http://schemas.microsoft.com/office/drawing/2014/main" id="{85A55938-1B69-3CF2-B48E-56FE4742CE8F}"/>
              </a:ext>
            </a:extLst>
          </p:cNvPr>
          <p:cNvSpPr txBox="1"/>
          <p:nvPr/>
        </p:nvSpPr>
        <p:spPr>
          <a:xfrm>
            <a:off x="970208" y="4874155"/>
            <a:ext cx="287401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ltLang="en-US" sz="1200" b="1">
                <a:latin typeface="微软雅黑"/>
                <a:ea typeface="微软雅黑"/>
                <a:cs typeface="Arial"/>
              </a:rPr>
              <a:t>Dflash predicted decoding design</a:t>
            </a:r>
          </a:p>
        </p:txBody>
      </p:sp>
      <p:sp>
        <p:nvSpPr>
          <p:cNvPr id="12" name="文本框 11">
            <a:extLst>
              <a:ext uri="{FF2B5EF4-FFF2-40B4-BE49-F238E27FC236}">
                <a16:creationId xmlns:a16="http://schemas.microsoft.com/office/drawing/2014/main" id="{99B16076-F566-637F-0264-22F07961F71E}"/>
              </a:ext>
            </a:extLst>
          </p:cNvPr>
          <p:cNvSpPr txBox="1"/>
          <p:nvPr/>
        </p:nvSpPr>
        <p:spPr>
          <a:xfrm>
            <a:off x="5656508" y="4874155"/>
            <a:ext cx="287401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ltLang="en-US" sz="1200" b="1">
                <a:latin typeface="微软雅黑"/>
                <a:ea typeface="微软雅黑"/>
                <a:cs typeface="Arial"/>
              </a:rPr>
              <a:t>Dflash2 dynamic volume</a:t>
            </a:r>
          </a:p>
        </p:txBody>
      </p:sp>
    </p:spTree>
    <p:extLst>
      <p:ext uri="{BB962C8B-B14F-4D97-AF65-F5344CB8AC3E}">
        <p14:creationId xmlns:p14="http://schemas.microsoft.com/office/powerpoint/2010/main" val="57182706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CCC5DA1-FD88-F5D0-DF3D-D85F279585EE}"/>
              </a:ext>
            </a:extLst>
          </p:cNvPr>
          <p:cNvSpPr>
            <a:spLocks noGrp="1"/>
          </p:cNvSpPr>
          <p:nvPr>
            <p:ph type="body" sz="quarter" idx="10"/>
          </p:nvPr>
        </p:nvSpPr>
        <p:spPr/>
        <p:txBody>
          <a:bodyPr/>
          <a:lstStyle/>
          <a:p>
            <a:r>
              <a:rPr lang="en-US" altLang="zh-CN" err="1">
                <a:latin typeface="Arial"/>
                <a:ea typeface="黑体"/>
                <a:cs typeface="Arial"/>
              </a:rPr>
              <a:t>FreeToken</a:t>
            </a:r>
            <a:endParaRPr lang="en-US" altLang="zh-CN">
              <a:latin typeface="Arial"/>
              <a:ea typeface="黑体"/>
              <a:cs typeface="Arial"/>
            </a:endParaRPr>
          </a:p>
          <a:p>
            <a:r>
              <a:rPr lang="en-US" altLang="zh-CN" sz="1400">
                <a:latin typeface="Arial"/>
                <a:ea typeface="黑体"/>
                <a:cs typeface="Arial"/>
              </a:rPr>
              <a:t>Efficient Edge-Native</a:t>
            </a:r>
            <a:r>
              <a:rPr lang="en-US" altLang="zh-CN" sz="1400" err="1">
                <a:latin typeface="Arial"/>
                <a:ea typeface="黑体"/>
                <a:cs typeface="Arial"/>
              </a:rPr>
              <a:t>MORE</a:t>
            </a:r>
            <a:r>
              <a:rPr lang="en-US" altLang="zh-CN" sz="1400">
                <a:latin typeface="Arial"/>
                <a:ea typeface="黑体"/>
                <a:cs typeface="Arial"/>
              </a:rPr>
              <a:t>Serving</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with</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Bandwidth Adaptive</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Execution</a:t>
            </a:r>
            <a:endParaRPr lang="zh-CN" altLang="en-US" sz="1400">
              <a:latin typeface="Arial"/>
              <a:ea typeface="黑体"/>
              <a:cs typeface="Arial"/>
            </a:endParaRPr>
          </a:p>
        </p:txBody>
      </p:sp>
      <p:sp>
        <p:nvSpPr>
          <p:cNvPr id="8" name="文本框 7">
            <a:extLst>
              <a:ext uri="{FF2B5EF4-FFF2-40B4-BE49-F238E27FC236}">
                <a16:creationId xmlns:a16="http://schemas.microsoft.com/office/drawing/2014/main" id="{E87148F9-D398-DF64-7C02-47F249BB1065}"/>
              </a:ext>
            </a:extLst>
          </p:cNvPr>
          <p:cNvSpPr txBox="1"/>
          <p:nvPr/>
        </p:nvSpPr>
        <p:spPr>
          <a:xfrm>
            <a:off x="228600" y="1477811"/>
            <a:ext cx="4465583" cy="1815882"/>
          </a:xfrm>
          <a:prstGeom prst="rect">
            <a:avLst/>
          </a:prstGeom>
          <a:noFill/>
        </p:spPr>
        <p:txBody>
          <a:bodyPr wrap="square" lIns="91440" tIns="45720" rIns="91440" bIns="45720" anchor="t">
            <a:spAutoFit/>
          </a:bodyPr>
          <a:lstStyle/>
          <a:p>
            <a:pPr algn="l"/>
            <a:r>
              <a:rPr lang="zh-CN" altLang="en-US" sz="1400" b="1" i="0">
                <a:effectLst/>
                <a:latin typeface="Microsoft YaHei"/>
                <a:ea typeface="Microsoft YaHei"/>
              </a:rPr>
              <a:t>The core objectives</a:t>
            </a:r>
            <a:r>
              <a:rPr lang="zh-CN" altLang="en-US" sz="1400" i="0">
                <a:effectLst/>
                <a:latin typeface="Microsoft YaHei"/>
                <a:ea typeface="Microsoft YaHei"/>
              </a:rPr>
              <a:t>: Take</a:t>
            </a:r>
            <a:r>
              <a:rPr lang="en-US" altLang="zh-CN" sz="1400" i="0">
                <a:effectLst/>
                <a:latin typeface="Microsoft YaHei"/>
                <a:ea typeface="Microsoft YaHei"/>
              </a:rPr>
              <a:t>GPU</a:t>
            </a:r>
            <a:r>
              <a:rPr lang="zh-CN" altLang="en-US" sz="1400" i="0">
                <a:effectLst/>
                <a:latin typeface="Microsoft YaHei"/>
                <a:ea typeface="Microsoft YaHei"/>
              </a:rPr>
              <a:t/>
            </a:r>
            <a:r>
              <a:rPr lang="en-US" altLang="zh-CN" sz="1400" i="0">
                <a:effectLst/>
                <a:latin typeface="Microsoft YaHei"/>
                <a:ea typeface="Microsoft YaHei"/>
              </a:rPr>
              <a:t>CPU</a:t>
            </a:r>
            <a:r>
              <a:rPr lang="zh-CN" altLang="en-US" sz="1400" i="0">
                <a:effectLst/>
                <a:latin typeface="Microsoft YaHei"/>
                <a:ea typeface="Microsoft YaHei"/>
              </a:rPr>
              <a:t/>
            </a:r>
            <a:r>
              <a:rPr lang="en-US" altLang="zh-CN" sz="1400" i="0">
                <a:effectLst/>
                <a:latin typeface="Microsoft YaHei"/>
                <a:ea typeface="Microsoft YaHei"/>
              </a:rPr>
              <a:t>DRAM</a:t>
            </a:r>
            <a:r>
              <a:rPr lang="zh-CN" altLang="en-US" sz="1400" i="0">
                <a:effectLst/>
                <a:latin typeface="Microsoft YaHei"/>
                <a:ea typeface="Microsoft YaHei"/>
              </a:rPr>
              <a:t/>
            </a:r>
            <a:r>
              <a:rPr lang="en-US" altLang="zh-CN" sz="1400" i="0">
                <a:effectLst/>
                <a:latin typeface="Microsoft YaHei"/>
                <a:ea typeface="Microsoft YaHei"/>
              </a:rPr>
              <a:t>PCIe</a:t>
            </a:r>
            <a:r>
              <a:rPr lang="zh-CN" altLang="en-US" sz="1400" i="0">
                <a:effectLst/>
                <a:latin typeface="Microsoft YaHei"/>
                <a:ea typeface="Microsoft YaHei"/>
              </a:rPr>
              <a:t>Unified measurements, not only depend on storage capacity.</a:t>
            </a:r>
            <a:endParaRPr lang="en-US" altLang="zh-CN" sz="1400" i="0">
              <a:effectLst/>
              <a:latin typeface="Microsoft YaHei"/>
              <a:ea typeface="Microsoft YaHei"/>
            </a:endParaRPr>
          </a:p>
          <a:p>
            <a:pPr algn="l"/>
            <a:endParaRPr lang="zh-CN" altLang="en-US" sz="1400" i="0">
              <a:effectLst/>
              <a:latin typeface="Microsoft YaHei"/>
              <a:ea typeface="Microsoft YaHei"/>
            </a:endParaRPr>
          </a:p>
          <a:p>
            <a:pPr algn="l"/>
            <a:r>
              <a:rPr lang="zh-CN" altLang="en-US" sz="1400" b="1" i="0">
                <a:effectLst/>
                <a:latin typeface="Microsoft YaHei"/>
                <a:ea typeface="Microsoft YaHei"/>
              </a:rPr>
              <a:t>Key Mechanism</a:t>
            </a:r>
            <a:r>
              <a:rPr lang="zh-CN" altLang="en-US" sz="1400" i="0">
                <a:effectLst/>
                <a:latin typeface="Microsoft YaHei"/>
                <a:ea typeface="Microsoft YaHei"/>
              </a:rPr>
              <a:t>and :</a:t>
            </a:r>
            <a:r>
              <a:rPr lang="en-US" altLang="zh-CN" sz="1400" i="0">
                <a:effectLst/>
                <a:latin typeface="Microsoft YaHei"/>
                <a:ea typeface="Microsoft YaHei"/>
              </a:rPr>
              <a:t>Prefect</a:t>
            </a:r>
            <a:r>
              <a:rPr lang="zh-CN" altLang="en-US" sz="1400" i="0">
                <a:effectLst/>
                <a:latin typeface="Microsoft YaHei"/>
                <a:ea typeface="Microsoft YaHei"/>
              </a:rPr>
              <a:t>Double sliding, vocal reuse,</a:t>
            </a:r>
            <a:r>
              <a:rPr lang="en-US" altLang="zh-CN" sz="1400" i="0">
                <a:effectLst/>
                <a:latin typeface="Microsoft YaHei"/>
                <a:ea typeface="Microsoft YaHei"/>
              </a:rPr>
              <a:t>LRU</a:t>
            </a:r>
            <a:r>
              <a:rPr lang="zh-CN" altLang="en-US" sz="1400" i="0">
                <a:effectLst/>
                <a:latin typeface="Microsoft YaHei"/>
                <a:ea typeface="Microsoft YaHei"/>
              </a:rPr>
              <a:t>Expert cache, broadband self-adaptation</a:t>
            </a:r>
            <a:r>
              <a:rPr lang="zh-CN" altLang="en-US" sz="1400">
                <a:latin typeface="Microsoft YaHei"/>
                <a:ea typeface="Microsoft YaHei"/>
              </a:rPr>
              <a:t>Mediation</a:t>
            </a:r>
            <a:r>
              <a:rPr lang="zh-CN" altLang="en-US" sz="1400" i="0">
                <a:effectLst/>
                <a:latin typeface="Microsoft YaHei"/>
                <a:ea typeface="Microsoft YaHei"/>
              </a:rPr>
              <a:t>and .</a:t>
            </a:r>
            <a:endParaRPr lang="en-US" altLang="zh-CN" sz="1400" i="0">
              <a:effectLst/>
              <a:latin typeface="Microsoft YaHei"/>
              <a:ea typeface="Microsoft YaHei"/>
            </a:endParaRPr>
          </a:p>
          <a:p>
            <a:pPr algn="l"/>
            <a:endParaRPr lang="zh-CN" altLang="en-US" sz="1400" i="0">
              <a:effectLst/>
              <a:latin typeface="Microsoft YaHei"/>
              <a:ea typeface="Microsoft YaHei"/>
            </a:endParaRPr>
          </a:p>
          <a:p>
            <a:pPr algn="l"/>
            <a:r>
              <a:rPr lang="zh-CN" altLang="en-US" sz="1400" b="1" i="0">
                <a:effectLst/>
                <a:latin typeface="Microsoft YaHei"/>
                <a:ea typeface="Microsoft YaHei"/>
              </a:rPr>
              <a:t>Experimental coverage</a:t>
            </a:r>
            <a:r>
              <a:rPr lang="zh-CN" altLang="en-US" sz="1400" i="0">
                <a:effectLst/>
                <a:latin typeface="Microsoft YaHei"/>
                <a:ea typeface="Microsoft YaHei"/>
              </a:rPr>
              <a:t>and :</a:t>
            </a:r>
            <a:r>
              <a:rPr lang="en-US" altLang="zh-CN" sz="1400" i="0">
                <a:effectLst/>
                <a:latin typeface="Microsoft YaHei"/>
                <a:ea typeface="Microsoft YaHei"/>
              </a:rPr>
              <a:t>35</a:t>
            </a:r>
            <a:r>
              <a:rPr lang="en-US" altLang="zh-CN" sz="1400">
                <a:latin typeface="Microsoft YaHei"/>
                <a:ea typeface="Microsoft YaHei"/>
              </a:rPr>
              <a:t>B</a:t>
            </a:r>
            <a:r>
              <a:rPr lang="zh-CN" altLang="en-US" sz="1400" i="0">
                <a:effectLst/>
                <a:latin typeface="Microsoft YaHei"/>
                <a:ea typeface="Microsoft YaHei"/>
              </a:rPr>
              <a:t>to</a:t>
            </a:r>
            <a:r>
              <a:rPr lang="en-US" altLang="zh-CN" sz="1400" i="0">
                <a:effectLst/>
                <a:latin typeface="Microsoft YaHei"/>
                <a:ea typeface="Microsoft YaHei"/>
              </a:rPr>
              <a:t>753B</a:t>
            </a:r>
            <a:r>
              <a:rPr lang="en-US" altLang="zh-CN" sz="1400" i="0" err="1">
                <a:effectLst/>
                <a:latin typeface="Microsoft YaHei"/>
                <a:ea typeface="Microsoft YaHei"/>
              </a:rPr>
              <a:t>MORE</a:t>
            </a:r>
            <a:r>
              <a:rPr lang="zh-CN" altLang="en-US" sz="1400" i="0">
                <a:effectLst/>
                <a:latin typeface="Microsoft YaHei"/>
                <a:ea typeface="Microsoft YaHei"/>
              </a:rPr>
              <a:t>and</a:t>
            </a:r>
            <a:r>
              <a:rPr lang="en-US" altLang="zh-CN" sz="1400" i="0">
                <a:effectLst/>
                <a:latin typeface="Microsoft YaHei"/>
                <a:ea typeface="Microsoft YaHei"/>
              </a:rPr>
              <a:t>8GB laptop GPU</a:t>
            </a:r>
            <a:r>
              <a:rPr lang="zh-CN" altLang="en-US" sz="1400" i="0">
                <a:effectLst/>
                <a:latin typeface="Microsoft YaHei"/>
                <a:ea typeface="Microsoft YaHei"/>
              </a:rPr>
              <a:t>to the single card workstation.</a:t>
            </a:r>
          </a:p>
        </p:txBody>
      </p:sp>
      <p:pic>
        <p:nvPicPr>
          <p:cNvPr id="10" name="图片 9" descr="图形用户界面, 应用程序&#10;&#10;AI 生成的内容可能不正确。">
            <a:extLst>
              <a:ext uri="{FF2B5EF4-FFF2-40B4-BE49-F238E27FC236}">
                <a16:creationId xmlns:a16="http://schemas.microsoft.com/office/drawing/2014/main" id="{DD73F045-227E-A79F-7553-FD5B04CCBB61}"/>
              </a:ext>
            </a:extLst>
          </p:cNvPr>
          <p:cNvPicPr>
            <a:picLocks noChangeAspect="1"/>
          </p:cNvPicPr>
          <p:nvPr/>
        </p:nvPicPr>
        <p:blipFill>
          <a:blip r:embed="rId2">
            <a:extLst>
              <a:ext uri="{28A0092B-C50C-407E-A947-70E740481C1C}">
                <a14:useLocalDpi xmlns:a14="http://schemas.microsoft.com/office/drawing/2010/main" val="0"/>
              </a:ext>
            </a:extLst>
          </a:blip>
          <a:srcRect l="5592" t="9657" r="5370" b="-4889"/>
          <a:stretch/>
        </p:blipFill>
        <p:spPr>
          <a:xfrm>
            <a:off x="4824248" y="1332186"/>
            <a:ext cx="4185745" cy="2254468"/>
          </a:xfrm>
          <a:prstGeom prst="rect">
            <a:avLst/>
          </a:prstGeom>
        </p:spPr>
      </p:pic>
      <p:sp>
        <p:nvSpPr>
          <p:cNvPr id="11" name="矩形: 圆角 10">
            <a:extLst>
              <a:ext uri="{FF2B5EF4-FFF2-40B4-BE49-F238E27FC236}">
                <a16:creationId xmlns:a16="http://schemas.microsoft.com/office/drawing/2014/main" id="{47C031D0-B6F1-758A-DC0C-D7F2D21033BA}"/>
              </a:ext>
            </a:extLst>
          </p:cNvPr>
          <p:cNvSpPr/>
          <p:nvPr/>
        </p:nvSpPr>
        <p:spPr>
          <a:xfrm>
            <a:off x="267960" y="3816360"/>
            <a:ext cx="1655380" cy="638504"/>
          </a:xfrm>
          <a:prstGeom prst="roundRect">
            <a:avLst/>
          </a:prstGeom>
          <a:solidFill>
            <a:schemeClr val="bg1">
              <a:lumMod val="95000"/>
            </a:schemeClr>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endParaRPr kumimoji="1" lang="zh-CN" altLang="en-US" sz="1200" err="1">
              <a:solidFill>
                <a:schemeClr val="accent6"/>
              </a:solidFill>
            </a:endParaRPr>
          </a:p>
        </p:txBody>
      </p:sp>
      <p:sp>
        <p:nvSpPr>
          <p:cNvPr id="14" name="矩形: 圆角 13">
            <a:extLst>
              <a:ext uri="{FF2B5EF4-FFF2-40B4-BE49-F238E27FC236}">
                <a16:creationId xmlns:a16="http://schemas.microsoft.com/office/drawing/2014/main" id="{57DE5EFA-948F-F71A-FC70-39A8BD4E7A96}"/>
              </a:ext>
            </a:extLst>
          </p:cNvPr>
          <p:cNvSpPr/>
          <p:nvPr/>
        </p:nvSpPr>
        <p:spPr>
          <a:xfrm>
            <a:off x="2249160" y="3816555"/>
            <a:ext cx="1655380" cy="638504"/>
          </a:xfrm>
          <a:prstGeom prst="roundRect">
            <a:avLst/>
          </a:prstGeom>
          <a:solidFill>
            <a:schemeClr val="bg1">
              <a:lumMod val="95000"/>
            </a:schemeClr>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kumimoji="1" lang="zh-CN" altLang="en-US" sz="1600" err="1">
              <a:solidFill>
                <a:prstClr val="white"/>
              </a:solidFill>
            </a:endParaRPr>
          </a:p>
        </p:txBody>
      </p:sp>
      <p:sp>
        <p:nvSpPr>
          <p:cNvPr id="15" name="矩形: 圆角 14">
            <a:extLst>
              <a:ext uri="{FF2B5EF4-FFF2-40B4-BE49-F238E27FC236}">
                <a16:creationId xmlns:a16="http://schemas.microsoft.com/office/drawing/2014/main" id="{1018AAF1-52A5-6E0E-5AAD-9CFF98D9B38E}"/>
              </a:ext>
            </a:extLst>
          </p:cNvPr>
          <p:cNvSpPr/>
          <p:nvPr/>
        </p:nvSpPr>
        <p:spPr>
          <a:xfrm>
            <a:off x="4370990" y="3816360"/>
            <a:ext cx="1655380" cy="638504"/>
          </a:xfrm>
          <a:prstGeom prst="roundRect">
            <a:avLst/>
          </a:prstGeom>
          <a:solidFill>
            <a:schemeClr val="bg1">
              <a:lumMod val="95000"/>
            </a:schemeClr>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kumimoji="1" lang="zh-CN" altLang="en-US" sz="1600" err="1">
              <a:solidFill>
                <a:prstClr val="white"/>
              </a:solidFill>
            </a:endParaRPr>
          </a:p>
        </p:txBody>
      </p:sp>
      <p:sp>
        <p:nvSpPr>
          <p:cNvPr id="17" name="文本框 16">
            <a:extLst>
              <a:ext uri="{FF2B5EF4-FFF2-40B4-BE49-F238E27FC236}">
                <a16:creationId xmlns:a16="http://schemas.microsoft.com/office/drawing/2014/main" id="{78D19344-D15E-DD0F-747B-CAB3CF9FDE93}"/>
              </a:ext>
            </a:extLst>
          </p:cNvPr>
          <p:cNvSpPr txBox="1"/>
          <p:nvPr/>
        </p:nvSpPr>
        <p:spPr>
          <a:xfrm>
            <a:off x="267710" y="3940417"/>
            <a:ext cx="1656895" cy="369332"/>
          </a:xfrm>
          <a:prstGeom prst="rect">
            <a:avLst/>
          </a:prstGeom>
          <a:noFill/>
        </p:spPr>
        <p:txBody>
          <a:bodyPr wrap="square" lIns="91440" tIns="45720" rIns="91440" bIns="45720" rtlCol="0" anchor="ctr">
            <a:spAutoFit/>
          </a:bodyPr>
          <a:lstStyle/>
          <a:p>
            <a:pPr algn="ctr"/>
            <a:r>
              <a:rPr lang="en-US" altLang="zh-CN" b="1">
                <a:solidFill>
                  <a:schemeClr val="accent6">
                    <a:lumMod val="76000"/>
                  </a:schemeClr>
                </a:solidFill>
                <a:latin typeface="Arial"/>
                <a:ea typeface="黑体"/>
                <a:cs typeface="Arial"/>
              </a:rPr>
              <a:t>753B</a:t>
            </a:r>
            <a:endParaRPr lang="zh-CN" altLang="en-US" b="1">
              <a:solidFill>
                <a:schemeClr val="accent6">
                  <a:lumMod val="76000"/>
                </a:schemeClr>
              </a:solidFill>
              <a:latin typeface="Arial"/>
              <a:ea typeface="黑体"/>
              <a:cs typeface="Arial"/>
            </a:endParaRPr>
          </a:p>
        </p:txBody>
      </p:sp>
      <p:sp>
        <p:nvSpPr>
          <p:cNvPr id="19" name="文本框 18">
            <a:extLst>
              <a:ext uri="{FF2B5EF4-FFF2-40B4-BE49-F238E27FC236}">
                <a16:creationId xmlns:a16="http://schemas.microsoft.com/office/drawing/2014/main" id="{4A38125C-3E59-540D-B5CE-33E66E04BF8D}"/>
              </a:ext>
            </a:extLst>
          </p:cNvPr>
          <p:cNvSpPr txBox="1"/>
          <p:nvPr/>
        </p:nvSpPr>
        <p:spPr>
          <a:xfrm>
            <a:off x="2251842" y="3940417"/>
            <a:ext cx="1648102" cy="369332"/>
          </a:xfrm>
          <a:prstGeom prst="rect">
            <a:avLst/>
          </a:prstGeom>
          <a:noFill/>
        </p:spPr>
        <p:txBody>
          <a:bodyPr wrap="square" lIns="91440" tIns="45720" rIns="91440" bIns="45720" rtlCol="0" anchor="ctr">
            <a:spAutoFit/>
          </a:bodyPr>
          <a:lstStyle/>
          <a:p>
            <a:pPr algn="ctr"/>
            <a:r>
              <a:rPr lang="en-US" altLang="zh-CN" b="1">
                <a:solidFill>
                  <a:srgbClr val="92D050"/>
                </a:solidFill>
                <a:latin typeface="Arial"/>
                <a:ea typeface="黑体"/>
                <a:cs typeface="Arial"/>
              </a:rPr>
              <a:t>284B</a:t>
            </a:r>
            <a:endParaRPr lang="zh-CN" altLang="en-US" b="1">
              <a:solidFill>
                <a:srgbClr val="92D050"/>
              </a:solidFill>
              <a:latin typeface="Arial"/>
              <a:ea typeface="黑体"/>
              <a:cs typeface="Arial"/>
            </a:endParaRPr>
          </a:p>
        </p:txBody>
      </p:sp>
      <p:sp>
        <p:nvSpPr>
          <p:cNvPr id="20" name="文本框 19">
            <a:extLst>
              <a:ext uri="{FF2B5EF4-FFF2-40B4-BE49-F238E27FC236}">
                <a16:creationId xmlns:a16="http://schemas.microsoft.com/office/drawing/2014/main" id="{4837E299-CD18-7E67-1003-5FAAEC0D81CB}"/>
              </a:ext>
            </a:extLst>
          </p:cNvPr>
          <p:cNvSpPr txBox="1"/>
          <p:nvPr/>
        </p:nvSpPr>
        <p:spPr>
          <a:xfrm>
            <a:off x="4362097" y="3940417"/>
            <a:ext cx="1656895" cy="369332"/>
          </a:xfrm>
          <a:prstGeom prst="rect">
            <a:avLst/>
          </a:prstGeom>
          <a:noFill/>
        </p:spPr>
        <p:txBody>
          <a:bodyPr wrap="square" lIns="91440" tIns="45720" rIns="91440" bIns="45720" rtlCol="0" anchor="ctr">
            <a:spAutoFit/>
          </a:bodyPr>
          <a:lstStyle/>
          <a:p>
            <a:pPr algn="ctr"/>
            <a:r>
              <a:rPr lang="en-US" altLang="zh-CN" b="1">
                <a:solidFill>
                  <a:srgbClr val="FFC000"/>
                </a:solidFill>
                <a:latin typeface="Arial"/>
                <a:ea typeface="黑体"/>
                <a:cs typeface="Arial"/>
              </a:rPr>
              <a:t>39.3 by</a:t>
            </a:r>
            <a:r>
              <a:rPr lang="en-US" altLang="zh-CN" b="1" err="1">
                <a:solidFill>
                  <a:srgbClr val="FFC000"/>
                </a:solidFill>
                <a:latin typeface="Arial"/>
                <a:ea typeface="黑体"/>
                <a:cs typeface="Arial"/>
              </a:rPr>
              <a:t>tok</a:t>
            </a:r>
            <a:r>
              <a:rPr lang="en-US" altLang="zh-CN" b="1">
                <a:solidFill>
                  <a:srgbClr val="FFC000"/>
                </a:solidFill>
                <a:latin typeface="Arial"/>
                <a:ea typeface="黑体"/>
                <a:cs typeface="Arial"/>
              </a:rPr>
              <a:t>by S</a:t>
            </a:r>
            <a:endParaRPr lang="zh-CN" altLang="en-US" b="1">
              <a:solidFill>
                <a:srgbClr val="FFC000"/>
              </a:solidFill>
              <a:latin typeface="Arial"/>
              <a:ea typeface="黑体"/>
              <a:cs typeface="Arial"/>
            </a:endParaRPr>
          </a:p>
        </p:txBody>
      </p:sp>
      <p:sp>
        <p:nvSpPr>
          <p:cNvPr id="3" name="文本框 2">
            <a:extLst>
              <a:ext uri="{FF2B5EF4-FFF2-40B4-BE49-F238E27FC236}">
                <a16:creationId xmlns:a16="http://schemas.microsoft.com/office/drawing/2014/main" id="{F68A4C77-A49B-E089-A2E4-F890110F6749}"/>
              </a:ext>
            </a:extLst>
          </p:cNvPr>
          <p:cNvSpPr txBox="1"/>
          <p:nvPr/>
        </p:nvSpPr>
        <p:spPr>
          <a:xfrm>
            <a:off x="263769" y="848458"/>
            <a:ext cx="8871437"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zh-CN" sz="1600" b="1">
                <a:solidFill>
                  <a:srgbClr val="0F1115"/>
                </a:solidFill>
                <a:latin typeface="Microsoft YaHei"/>
                <a:ea typeface="Microsoft YaHei"/>
                <a:cs typeface="+mn-lt"/>
              </a:rPr>
              <a:t> </a:t>
            </a:r>
            <a:r>
              <a:rPr lang="en-US" altLang="zh-CN" sz="1600" b="1">
                <a:solidFill>
                  <a:srgbClr val="0F1115"/>
                </a:solidFill>
                <a:latin typeface="Microsoft YaHei"/>
                <a:ea typeface="Microsoft YaHei"/>
                <a:cs typeface="+mn-lt"/>
              </a:rPr>
              <a:t>FreeToken</a:t>
            </a:r>
            <a:r>
              <a:rPr lang="zh-CN" sz="1600" b="1">
                <a:solidFill>
                  <a:srgbClr val="0F1115"/>
                </a:solidFill>
                <a:latin typeface="Microsoft YaHei"/>
                <a:ea typeface="Microsoft YaHei"/>
                <a:cs typeface="+mn-lt"/>
              </a:rPr>
              <a:t>UC Berkeley is open source jointly with institutions such as MIT.</a:t>
            </a:r>
            <a:r>
              <a:rPr lang="zh-CN" altLang="en-US" sz="1600" b="1">
                <a:solidFill>
                  <a:srgbClr val="0F1115"/>
                </a:solidFill>
                <a:latin typeface="Microsoft YaHei"/>
                <a:ea typeface="Microsoft YaHei"/>
                <a:cs typeface="+mn-lt"/>
              </a:rPr>
              <a:t>The end side</a:t>
            </a:r>
            <a:r>
              <a:rPr lang="en-US" sz="1600" b="1">
                <a:solidFill>
                  <a:srgbClr val="0F1115"/>
                </a:solidFill>
                <a:latin typeface="Microsoft YaHei"/>
                <a:ea typeface="Microsoft YaHei"/>
                <a:cs typeface="+mn-lt"/>
              </a:rPr>
              <a:t> </a:t>
            </a:r>
            <a:r>
              <a:rPr lang="en-US" sz="1600" b="1" err="1">
                <a:solidFill>
                  <a:srgbClr val="0F1115"/>
                </a:solidFill>
                <a:latin typeface="Microsoft YaHei"/>
                <a:ea typeface="Microsoft YaHei"/>
                <a:cs typeface="+mn-lt"/>
              </a:rPr>
              <a:t>MORE</a:t>
            </a:r>
            <a:r>
              <a:rPr lang="en-US" sz="1600" b="1">
                <a:solidFill>
                  <a:srgbClr val="0F1115"/>
                </a:solidFill>
                <a:latin typeface="Microsoft YaHei"/>
                <a:ea typeface="Microsoft YaHei"/>
                <a:cs typeface="+mn-lt"/>
              </a:rPr>
              <a:t> </a:t>
            </a:r>
            <a:r>
              <a:rPr lang="zh-CN" altLang="en-US" sz="1600" b="1">
                <a:solidFill>
                  <a:srgbClr val="0F1115"/>
                </a:solidFill>
                <a:latin typeface="Microsoft YaHei"/>
                <a:ea typeface="Microsoft YaHei"/>
                <a:cs typeface="+mn-lt"/>
              </a:rPr>
              <a:t>Specialized whole-storey reasoning system</a:t>
            </a:r>
            <a:endParaRPr lang="en-US" sz="1600" b="1">
              <a:solidFill>
                <a:srgbClr val="0F1115"/>
              </a:solidFill>
              <a:latin typeface="Microsoft YaHei"/>
              <a:ea typeface="Microsoft YaHei"/>
              <a:cs typeface="Arial" panose="020B0604020202020204"/>
            </a:endParaRPr>
          </a:p>
          <a:p>
            <a:pPr algn="ctr"/>
            <a:endParaRPr lang="zh-CN" altLang="en-US">
              <a:latin typeface="Arial" pitchFamily="34" charset="0"/>
              <a:cs typeface="Arial" pitchFamily="34" charset="0"/>
            </a:endParaRPr>
          </a:p>
        </p:txBody>
      </p:sp>
      <p:sp>
        <p:nvSpPr>
          <p:cNvPr id="4" name="文本框 3">
            <a:extLst>
              <a:ext uri="{FF2B5EF4-FFF2-40B4-BE49-F238E27FC236}">
                <a16:creationId xmlns:a16="http://schemas.microsoft.com/office/drawing/2014/main" id="{FFD36569-7CFB-3054-2E40-AD9A36A5AFBD}"/>
              </a:ext>
            </a:extLst>
          </p:cNvPr>
          <p:cNvSpPr txBox="1"/>
          <p:nvPr/>
        </p:nvSpPr>
        <p:spPr>
          <a:xfrm>
            <a:off x="279935" y="4230461"/>
            <a:ext cx="1664508" cy="21544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CN" altLang="en-US" sz="800" i="1">
                <a:latin typeface="Microsoft YaHei"/>
                <a:ea typeface="Microsoft YaHei"/>
                <a:cs typeface="Arial"/>
              </a:rPr>
              <a:t>Single RTX Pro6000 is compatible with GLM5.2</a:t>
            </a:r>
            <a:endParaRPr lang="zh-CN"/>
          </a:p>
        </p:txBody>
      </p:sp>
      <p:sp>
        <p:nvSpPr>
          <p:cNvPr id="5" name="文本框 4">
            <a:extLst>
              <a:ext uri="{FF2B5EF4-FFF2-40B4-BE49-F238E27FC236}">
                <a16:creationId xmlns:a16="http://schemas.microsoft.com/office/drawing/2014/main" id="{D7C6DF63-AEF5-9FE9-4ADC-A1ED18E3104A}"/>
              </a:ext>
            </a:extLst>
          </p:cNvPr>
          <p:cNvSpPr txBox="1"/>
          <p:nvPr/>
        </p:nvSpPr>
        <p:spPr>
          <a:xfrm>
            <a:off x="2249411" y="4230460"/>
            <a:ext cx="1664508" cy="21544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CN" altLang="en-US" sz="800" i="1">
                <a:latin typeface="Microsoft YaHei"/>
                <a:ea typeface="Microsoft YaHei"/>
                <a:cs typeface="Arial"/>
              </a:rPr>
              <a:t>RTX5090 Desktop Reason DSV4</a:t>
            </a:r>
          </a:p>
        </p:txBody>
      </p:sp>
      <p:sp>
        <p:nvSpPr>
          <p:cNvPr id="6" name="文本框 5">
            <a:extLst>
              <a:ext uri="{FF2B5EF4-FFF2-40B4-BE49-F238E27FC236}">
                <a16:creationId xmlns:a16="http://schemas.microsoft.com/office/drawing/2014/main" id="{2F0CFA74-1A8C-6372-0D0D-B879CC4B4D9A}"/>
              </a:ext>
            </a:extLst>
          </p:cNvPr>
          <p:cNvSpPr txBox="1"/>
          <p:nvPr/>
        </p:nvSpPr>
        <p:spPr>
          <a:xfrm>
            <a:off x="4368356" y="4230459"/>
            <a:ext cx="1664508" cy="21544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CN" altLang="en-US" sz="800" i="1">
                <a:latin typeface="Microsoft YaHei"/>
                <a:ea typeface="Microsoft YaHei"/>
                <a:cs typeface="Arial"/>
              </a:rPr>
              <a:t>8GB RTX4060 Laptop Reason 35B</a:t>
            </a:r>
          </a:p>
        </p:txBody>
      </p:sp>
    </p:spTree>
    <p:extLst>
      <p:ext uri="{BB962C8B-B14F-4D97-AF65-F5344CB8AC3E}">
        <p14:creationId xmlns:p14="http://schemas.microsoft.com/office/powerpoint/2010/main" val="81083970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7303771" y="240030"/>
            <a:ext cx="1405889" cy="27432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750"/>
              <a:t>Challenges</a:t>
            </a:r>
          </a:p>
        </p:txBody>
      </p:sp>
      <p:sp>
        <p:nvSpPr>
          <p:cNvPr id="6" name="Rounded Rectangle 5"/>
          <p:cNvSpPr/>
          <p:nvPr/>
        </p:nvSpPr>
        <p:spPr>
          <a:xfrm>
            <a:off x="307379" y="1420309"/>
            <a:ext cx="2571750" cy="87782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ounded Rectangle 6"/>
          <p:cNvSpPr/>
          <p:nvPr/>
        </p:nvSpPr>
        <p:spPr>
          <a:xfrm>
            <a:off x="279947" y="1386019"/>
            <a:ext cx="2571750" cy="87782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ounded Rectangle 7"/>
          <p:cNvSpPr/>
          <p:nvPr/>
        </p:nvSpPr>
        <p:spPr>
          <a:xfrm>
            <a:off x="279947" y="1386019"/>
            <a:ext cx="82296" cy="87782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TextBox 8"/>
          <p:cNvSpPr txBox="1"/>
          <p:nvPr/>
        </p:nvSpPr>
        <p:spPr>
          <a:xfrm>
            <a:off x="451397" y="1451785"/>
            <a:ext cx="2425446" cy="230832"/>
          </a:xfrm>
          <a:prstGeom prst="rect">
            <a:avLst/>
          </a:prstGeom>
          <a:noFill/>
        </p:spPr>
        <p:txBody>
          <a:bodyPr wrap="square" lIns="27432" tIns="45720" rIns="27432" bIns="45720" anchor="t">
            <a:spAutoFit/>
          </a:bodyPr>
          <a:lstStyle/>
          <a:p>
            <a:pPr algn="l">
              <a:defRPr sz="1250" b="1">
                <a:solidFill>
                  <a:srgbClr val="0F172A"/>
                </a:solidFill>
              </a:defRPr>
            </a:pPr>
            <a:r>
              <a:rPr sz="900"/>
              <a:t>Prefill: Long prompt</a:t>
            </a:r>
            <a:r>
              <a:rPr lang="zh-CN" sz="900">
                <a:solidFill>
                  <a:srgbClr val="0F172A"/>
                </a:solidFill>
                <a:ea typeface="+mn-lt"/>
                <a:cs typeface="+mn-lt"/>
              </a:rPr>
              <a:t>The huge reason for expenses.</a:t>
            </a:r>
            <a:endParaRPr lang="zh-CN" altLang="en-US" sz="900">
              <a:solidFill>
                <a:srgbClr val="0F172A"/>
              </a:solidFill>
              <a:ea typeface="黑体"/>
              <a:cs typeface="Arial"/>
            </a:endParaRPr>
          </a:p>
        </p:txBody>
      </p:sp>
      <p:sp>
        <p:nvSpPr>
          <p:cNvPr id="10" name="TextBox 9"/>
          <p:cNvSpPr txBox="1"/>
          <p:nvPr/>
        </p:nvSpPr>
        <p:spPr>
          <a:xfrm>
            <a:off x="451397" y="1742636"/>
            <a:ext cx="2311146" cy="438582"/>
          </a:xfrm>
          <a:prstGeom prst="rect">
            <a:avLst/>
          </a:prstGeom>
          <a:noFill/>
        </p:spPr>
        <p:txBody>
          <a:bodyPr wrap="square" lIns="27432" tIns="45720" rIns="27432" bIns="45720" anchor="t">
            <a:spAutoFit/>
          </a:bodyPr>
          <a:lstStyle/>
          <a:p>
            <a:pPr algn="l">
              <a:defRPr sz="1030" b="0">
                <a:solidFill>
                  <a:srgbClr val="1F2937"/>
                </a:solidFill>
              </a:defRPr>
            </a:pPr>
            <a:r>
              <a:rPr lang="zh-CN" sz="750">
                <a:ea typeface="黑体"/>
              </a:rPr>
              <a:t>The following article</a:t>
            </a:r>
            <a:r>
              <a:rPr lang="zh-CN" altLang="en-US" sz="750">
                <a:ea typeface="黑体"/>
              </a:rPr>
              <a:t>Initiated</a:t>
            </a:r>
            <a:r>
              <a:rPr lang="zh-CN" altLang="en-US" sz="750">
                <a:solidFill>
                  <a:srgbClr val="1F2937"/>
                </a:solidFill>
                <a:ea typeface="黑体"/>
                <a:cs typeface="+mn-lt"/>
              </a:rPr>
              <a:t>All experts activated.</a:t>
            </a:r>
            <a:r>
              <a:rPr sz="750"/>
              <a:t>and ;</a:t>
            </a:r>
            <a:r>
              <a:rPr lang="af-ZA" sz="750"/>
              <a:t>DeepSsskV4 Flash</a:t>
            </a:r>
            <a:r>
              <a:rPr sz="750"/>
              <a:t>FP4</a:t>
            </a:r>
            <a:r>
              <a:rPr lang="zh-CN" altLang="en-US" sz="750">
                <a:ea typeface="黑体"/>
              </a:rPr>
              <a:t>The version</a:t>
            </a:r>
            <a:r>
              <a:rPr lang="zh-CN" sz="750">
                <a:ea typeface="黑体"/>
              </a:rPr>
              <a:t>Expert</a:t>
            </a:r>
            <a:r>
              <a:rPr lang="zh-CN" altLang="en-US" sz="750">
                <a:ea typeface="黑体"/>
              </a:rPr>
              <a:t>Weight</a:t>
            </a:r>
            <a:r>
              <a:rPr lang="zh-CN" sz="750">
                <a:ea typeface="黑体"/>
              </a:rPr>
              <a:t>by</a:t>
            </a:r>
            <a:r>
              <a:rPr sz="750"/>
              <a:t>140GB of</a:t>
            </a:r>
            <a:r>
              <a:rPr lang="zh-CN" sz="750">
                <a:ea typeface="黑体"/>
              </a:rPr>
              <a:t>by</a:t>
            </a:r>
            <a:r>
              <a:rPr sz="750"/>
              <a:t>PCIe</a:t>
            </a:r>
            <a:r>
              <a:rPr lang="zh-CN" sz="750">
                <a:ea typeface="黑体"/>
              </a:rPr>
              <a:t>Transmission can lead to the head.</a:t>
            </a:r>
            <a:r>
              <a:rPr lang="en-US" altLang="zh-CN" sz="750">
                <a:ea typeface="黑体"/>
              </a:rPr>
              <a:t>Token</a:t>
            </a:r>
            <a:r>
              <a:rPr lang="zh-CN" altLang="en-US" sz="750">
                <a:ea typeface="黑体"/>
              </a:rPr>
              <a:t>Delayed to second level.</a:t>
            </a:r>
            <a:r>
              <a:rPr sz="750"/>
              <a:t>and .</a:t>
            </a:r>
          </a:p>
        </p:txBody>
      </p:sp>
      <p:sp>
        <p:nvSpPr>
          <p:cNvPr id="11" name="Rounded Rectangle 10"/>
          <p:cNvSpPr/>
          <p:nvPr/>
        </p:nvSpPr>
        <p:spPr>
          <a:xfrm>
            <a:off x="307379" y="2497015"/>
            <a:ext cx="2571750" cy="87782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ounded Rectangle 11"/>
          <p:cNvSpPr/>
          <p:nvPr/>
        </p:nvSpPr>
        <p:spPr>
          <a:xfrm>
            <a:off x="279947" y="2462725"/>
            <a:ext cx="2571750" cy="87782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ounded Rectangle 12"/>
          <p:cNvSpPr/>
          <p:nvPr/>
        </p:nvSpPr>
        <p:spPr>
          <a:xfrm>
            <a:off x="279947" y="2462725"/>
            <a:ext cx="82296" cy="87782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TextBox 13"/>
          <p:cNvSpPr txBox="1"/>
          <p:nvPr/>
        </p:nvSpPr>
        <p:spPr>
          <a:xfrm>
            <a:off x="451397" y="2598829"/>
            <a:ext cx="2399069" cy="230832"/>
          </a:xfrm>
          <a:prstGeom prst="rect">
            <a:avLst/>
          </a:prstGeom>
          <a:noFill/>
        </p:spPr>
        <p:txBody>
          <a:bodyPr wrap="square" lIns="27432" tIns="45720" rIns="27432" bIns="45720" anchor="t">
            <a:spAutoFit/>
          </a:bodyPr>
          <a:lstStyle/>
          <a:p>
            <a:pPr>
              <a:defRPr sz="1250" b="1">
                <a:solidFill>
                  <a:srgbClr val="0F172A"/>
                </a:solidFill>
              </a:defRPr>
            </a:pPr>
            <a:r>
              <a:rPr sz="900"/>
              <a:t>2 Decode:</a:t>
            </a:r>
            <a:r>
              <a:rPr lang="zh-CN" altLang="en-US" sz="900">
                <a:solidFill>
                  <a:srgbClr val="0F172A"/>
                </a:solidFill>
                <a:ea typeface="+mn-lt"/>
                <a:cs typeface="+mn-lt"/>
              </a:rPr>
              <a:t>Cache</a:t>
            </a:r>
            <a:r>
              <a:rPr lang="en-US" altLang="zh-CN" sz="900">
                <a:solidFill>
                  <a:srgbClr val="0F172A"/>
                </a:solidFill>
                <a:ea typeface="+mn-lt"/>
                <a:cs typeface="+mn-lt"/>
              </a:rPr>
              <a:t>Miss</a:t>
            </a:r>
            <a:r>
              <a:rPr lang="zh-CN" altLang="en-US" sz="900">
                <a:solidFill>
                  <a:srgbClr val="0F172A"/>
                </a:solidFill>
                <a:ea typeface="+mn-lt"/>
                <a:cs typeface="+mn-lt"/>
              </a:rPr>
              <a:t>Rate Decision Delayed</a:t>
            </a:r>
            <a:endParaRPr lang="zh-CN" sz="900">
              <a:solidFill>
                <a:srgbClr val="0F172A"/>
              </a:solidFill>
              <a:cs typeface="Arial" panose="020B0604020202020204"/>
            </a:endParaRPr>
          </a:p>
        </p:txBody>
      </p:sp>
      <p:sp>
        <p:nvSpPr>
          <p:cNvPr id="15" name="TextBox 14"/>
          <p:cNvSpPr txBox="1"/>
          <p:nvPr/>
        </p:nvSpPr>
        <p:spPr>
          <a:xfrm>
            <a:off x="451397" y="2819342"/>
            <a:ext cx="2311146" cy="438582"/>
          </a:xfrm>
          <a:prstGeom prst="rect">
            <a:avLst/>
          </a:prstGeom>
          <a:noFill/>
        </p:spPr>
        <p:txBody>
          <a:bodyPr wrap="square" lIns="27432" tIns="45720" rIns="27432" bIns="45720" anchor="t">
            <a:spAutoFit/>
          </a:bodyPr>
          <a:lstStyle/>
          <a:p>
            <a:pPr algn="l">
              <a:defRPr sz="1030" b="0">
                <a:solidFill>
                  <a:srgbClr val="1F2937"/>
                </a:solidFill>
              </a:defRPr>
            </a:pPr>
            <a:r>
              <a:rPr sz="750" err="1"/>
              <a:t>Continuously</a:t>
            </a:r>
            <a:r>
              <a:rPr sz="750"/>
              <a:t>token</a:t>
            </a:r>
            <a:r>
              <a:rPr sz="750" err="1"/>
              <a:t>Local route.</a:t>
            </a:r>
            <a:r>
              <a:rPr lang="zh-CN" sz="750">
                <a:ea typeface="黑体"/>
              </a:rPr>
              <a:t>and</a:t>
            </a:r>
            <a:r>
              <a:rPr lang="zh-CN" sz="750">
                <a:solidFill>
                  <a:srgbClr val="1F2937"/>
                </a:solidFill>
                <a:ea typeface="黑体"/>
                <a:cs typeface="+mn-lt"/>
              </a:rPr>
              <a:t>But static place.</a:t>
            </a:r>
            <a:r>
              <a:rPr lang="zh-CN" altLang="en-US" sz="750">
                <a:solidFill>
                  <a:srgbClr val="1F2937"/>
                </a:solidFill>
                <a:ea typeface="黑体"/>
                <a:cs typeface="+mn-lt"/>
              </a:rPr>
              <a:t>Expert</a:t>
            </a:r>
            <a:r>
              <a:rPr lang="zh-CN" sz="750">
                <a:solidFill>
                  <a:srgbClr val="1F2937"/>
                </a:solidFill>
                <a:ea typeface="黑体"/>
                <a:cs typeface="+mn-lt"/>
              </a:rPr>
              <a:t>Can’t follow in real time.</a:t>
            </a:r>
            <a:r>
              <a:rPr lang="zh-CN" sz="750">
                <a:ea typeface="黑体"/>
              </a:rPr>
              <a:t>and</a:t>
            </a:r>
            <a:r>
              <a:rPr lang="zh-CN" altLang="en-US" sz="750">
                <a:ea typeface="黑体"/>
              </a:rPr>
              <a:t>Caused</a:t>
            </a:r>
            <a:r>
              <a:rPr sz="750" err="1"/>
              <a:t>every time</a:t>
            </a:r>
            <a:r>
              <a:rPr sz="750"/>
              <a:t>Miss</a:t>
            </a:r>
            <a:r>
              <a:rPr lang="zh-CN" sz="750">
                <a:ea typeface="黑体"/>
              </a:rPr>
              <a:t>All need to be given the expert.</a:t>
            </a:r>
            <a:r>
              <a:rPr lang="zh-CN" altLang="en-US" sz="750">
                <a:ea typeface="黑体"/>
              </a:rPr>
              <a:t>Transfer to GPU.</a:t>
            </a:r>
            <a:endParaRPr lang="zh-CN" altLang="en-US" sz="750">
              <a:ea typeface="黑体"/>
              <a:cs typeface="Arial"/>
            </a:endParaRPr>
          </a:p>
        </p:txBody>
      </p:sp>
      <p:sp>
        <p:nvSpPr>
          <p:cNvPr id="16" name="Rounded Rectangle 15"/>
          <p:cNvSpPr/>
          <p:nvPr/>
        </p:nvSpPr>
        <p:spPr>
          <a:xfrm>
            <a:off x="307379" y="3573720"/>
            <a:ext cx="2571750" cy="87782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ounded Rectangle 16"/>
          <p:cNvSpPr/>
          <p:nvPr/>
        </p:nvSpPr>
        <p:spPr>
          <a:xfrm>
            <a:off x="279947" y="3539430"/>
            <a:ext cx="2571750" cy="87782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ounded Rectangle 17"/>
          <p:cNvSpPr/>
          <p:nvPr/>
        </p:nvSpPr>
        <p:spPr>
          <a:xfrm>
            <a:off x="279947" y="3539430"/>
            <a:ext cx="82296" cy="87782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TextBox 18"/>
          <p:cNvSpPr txBox="1"/>
          <p:nvPr/>
        </p:nvSpPr>
        <p:spPr>
          <a:xfrm>
            <a:off x="451397" y="3649159"/>
            <a:ext cx="2311146" cy="230832"/>
          </a:xfrm>
          <a:prstGeom prst="rect">
            <a:avLst/>
          </a:prstGeom>
          <a:noFill/>
        </p:spPr>
        <p:txBody>
          <a:bodyPr wrap="square" lIns="27432" tIns="45720" rIns="27432" bIns="45720" anchor="t">
            <a:spAutoFit/>
          </a:bodyPr>
          <a:lstStyle/>
          <a:p>
            <a:pPr algn="l">
              <a:defRPr sz="1250" b="1">
                <a:solidFill>
                  <a:srgbClr val="0F172A"/>
                </a:solidFill>
              </a:defRPr>
            </a:pPr>
            <a:r>
              <a:rPr sz="900"/>
              <a:t>3. Edge:</a:t>
            </a:r>
            <a:r>
              <a:rPr lang="zh-CN" sz="900">
                <a:solidFill>
                  <a:srgbClr val="0F172A"/>
                </a:solidFill>
                <a:ea typeface="+mn-lt"/>
                <a:cs typeface="+mn-lt"/>
              </a:rPr>
              <a:t>Memory pressure and memory pressure</a:t>
            </a:r>
            <a:r>
              <a:rPr lang="zh-CN" altLang="en-US" sz="900">
                <a:solidFill>
                  <a:srgbClr val="0F1115"/>
                </a:solidFill>
                <a:highlight>
                  <a:srgbClr val="FFFFFF"/>
                </a:highlight>
                <a:latin typeface="Arial Black"/>
                <a:ea typeface="+mn-lt"/>
                <a:cs typeface="+mn-lt"/>
              </a:rPr>
              <a:t>Real time betting</a:t>
            </a:r>
            <a:endParaRPr lang="zh-CN" sz="900">
              <a:solidFill>
                <a:srgbClr val="0F172A"/>
              </a:solidFill>
              <a:latin typeface="Arial Black"/>
              <a:ea typeface="黑体"/>
              <a:cs typeface="Arial" panose="020B0604020202020204"/>
            </a:endParaRPr>
          </a:p>
        </p:txBody>
      </p:sp>
      <p:sp>
        <p:nvSpPr>
          <p:cNvPr id="20" name="TextBox 19"/>
          <p:cNvSpPr txBox="1"/>
          <p:nvPr/>
        </p:nvSpPr>
        <p:spPr>
          <a:xfrm>
            <a:off x="451397" y="3869670"/>
            <a:ext cx="2311146" cy="553998"/>
          </a:xfrm>
          <a:prstGeom prst="rect">
            <a:avLst/>
          </a:prstGeom>
          <a:noFill/>
        </p:spPr>
        <p:txBody>
          <a:bodyPr wrap="square" lIns="27432" tIns="45720" rIns="27432" bIns="45720" anchor="t">
            <a:spAutoFit/>
          </a:bodyPr>
          <a:lstStyle/>
          <a:p>
            <a:pPr>
              <a:defRPr sz="1030" b="0">
                <a:solidFill>
                  <a:srgbClr val="1F2937"/>
                </a:solidFill>
              </a:defRPr>
            </a:pPr>
            <a:r>
              <a:rPr lang="zh-CN" sz="750">
                <a:ea typeface="黑体"/>
              </a:rPr>
              <a:t>The desktop equipment.</a:t>
            </a:r>
            <a:r>
              <a:rPr lang="en-US" altLang="zh-CN" sz="750" err="1">
                <a:ea typeface="黑体"/>
              </a:rPr>
              <a:t>VRAM resources are in dynamic change, while</a:t>
            </a:r>
            <a:r>
              <a:rPr lang="af-ZA" sz="750"/>
              <a:t>KV</a:t>
            </a:r>
            <a:r>
              <a:rPr sz="750"/>
              <a:t>Cache</a:t>
            </a:r>
            <a:r>
              <a:rPr lang="zh-CN" sz="750">
                <a:ea typeface="黑体"/>
              </a:rPr>
              <a:t>Growth with dialogue</a:t>
            </a:r>
            <a:r>
              <a:rPr lang="zh-CN" altLang="en-US" sz="750">
                <a:ea typeface="黑体"/>
              </a:rPr>
              <a:t>So, in accordance with the storage</a:t>
            </a:r>
            <a:r>
              <a:rPr lang="en-US" altLang="en-US" sz="750" err="1">
                <a:ea typeface="黑体"/>
              </a:rPr>
              <a:t>In case of error rate and actual VRAM</a:t>
            </a:r>
            <a:r>
              <a:rPr lang="zh-CN" sz="750">
                <a:ea typeface="黑体"/>
              </a:rPr>
              <a:t>Expert</a:t>
            </a:r>
            <a:r>
              <a:rPr sz="750"/>
              <a:t>cache with KV cache</a:t>
            </a:r>
            <a:r>
              <a:rPr sz="750" err="1"/>
              <a:t>The cutting needs dynamic adjustment.</a:t>
            </a:r>
            <a:r>
              <a:rPr sz="750"/>
              <a:t>and .</a:t>
            </a:r>
            <a:endParaRPr lang="zh-CN" altLang="en-US" sz="1000">
              <a:cs typeface="Arial"/>
            </a:endParaRPr>
          </a:p>
        </p:txBody>
      </p:sp>
      <p:sp>
        <p:nvSpPr>
          <p:cNvPr id="21" name="TextBox 20"/>
          <p:cNvSpPr txBox="1"/>
          <p:nvPr/>
        </p:nvSpPr>
        <p:spPr>
          <a:xfrm>
            <a:off x="3040380" y="1354894"/>
            <a:ext cx="2057400" cy="265457"/>
          </a:xfrm>
          <a:prstGeom prst="rect">
            <a:avLst/>
          </a:prstGeom>
          <a:noFill/>
        </p:spPr>
        <p:txBody>
          <a:bodyPr wrap="square" lIns="27432" rIns="27432" anchor="t">
            <a:spAutoFit/>
          </a:bodyPr>
          <a:lstStyle/>
          <a:p>
            <a:pPr algn="l">
              <a:defRPr sz="1500" b="1">
                <a:solidFill>
                  <a:srgbClr val="0F172A"/>
                </a:solidFill>
              </a:defRPr>
            </a:pPr>
            <a:r>
              <a:rPr sz="1125"/>
              <a:t>FreeToken's legal map</a:t>
            </a:r>
          </a:p>
        </p:txBody>
      </p:sp>
      <p:sp>
        <p:nvSpPr>
          <p:cNvPr id="22" name="Rounded Rectangle 21"/>
          <p:cNvSpPr/>
          <p:nvPr/>
        </p:nvSpPr>
        <p:spPr>
          <a:xfrm>
            <a:off x="2996418" y="1601079"/>
            <a:ext cx="1543050" cy="582930"/>
          </a:xfrm>
          <a:prstGeom prst="roundRect">
            <a:avLst/>
          </a:prstGeom>
          <a:solidFill>
            <a:srgbClr val="FFFFFF"/>
          </a:solidFill>
          <a:ln w="1778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TextBox 22"/>
          <p:cNvSpPr txBox="1"/>
          <p:nvPr/>
        </p:nvSpPr>
        <p:spPr>
          <a:xfrm>
            <a:off x="3064998" y="1669658"/>
            <a:ext cx="1405889" cy="213585"/>
          </a:xfrm>
          <a:prstGeom prst="rect">
            <a:avLst/>
          </a:prstGeom>
          <a:noFill/>
        </p:spPr>
        <p:txBody>
          <a:bodyPr wrap="square" lIns="27432" rIns="27432" anchor="t">
            <a:spAutoFit/>
          </a:bodyPr>
          <a:lstStyle/>
          <a:p>
            <a:pPr algn="ctr">
              <a:defRPr sz="1050" b="1">
                <a:solidFill>
                  <a:srgbClr val="06B6D4"/>
                </a:solidFill>
              </a:defRPr>
            </a:pPr>
            <a:r>
              <a:rPr sz="788"/>
              <a:t>Prefect</a:t>
            </a:r>
          </a:p>
        </p:txBody>
      </p:sp>
      <p:sp>
        <p:nvSpPr>
          <p:cNvPr id="24" name="TextBox 23"/>
          <p:cNvSpPr txBox="1"/>
          <p:nvPr/>
        </p:nvSpPr>
        <p:spPr>
          <a:xfrm>
            <a:off x="3078715" y="1889115"/>
            <a:ext cx="1378457" cy="290849"/>
          </a:xfrm>
          <a:prstGeom prst="rect">
            <a:avLst/>
          </a:prstGeom>
          <a:noFill/>
        </p:spPr>
        <p:txBody>
          <a:bodyPr wrap="square" lIns="27432" rIns="27432" anchor="t">
            <a:spAutoFit/>
          </a:bodyPr>
          <a:lstStyle/>
          <a:p>
            <a:pPr algn="ctr">
              <a:defRPr sz="860" b="0">
                <a:solidFill>
                  <a:srgbClr val="1F2937"/>
                </a:solidFill>
              </a:defRPr>
            </a:pPr>
            <a:r>
              <a:rPr sz="645"/>
              <a:t>Full-Layer</a:t>
            </a:r>
            <a:br>
              <a:rPr sz="645"/>
            </a:br>
            <a:r>
              <a:rPr sz="645"/>
              <a:t>Double buffering</a:t>
            </a:r>
          </a:p>
        </p:txBody>
      </p:sp>
      <p:sp>
        <p:nvSpPr>
          <p:cNvPr id="25" name="Rounded Rectangle 24"/>
          <p:cNvSpPr/>
          <p:nvPr/>
        </p:nvSpPr>
        <p:spPr>
          <a:xfrm>
            <a:off x="4721469" y="1601079"/>
            <a:ext cx="1543050" cy="582930"/>
          </a:xfrm>
          <a:prstGeom prst="roundRect">
            <a:avLst/>
          </a:prstGeom>
          <a:solidFill>
            <a:srgbClr val="FFFFFF"/>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TextBox 25"/>
          <p:cNvSpPr txBox="1"/>
          <p:nvPr/>
        </p:nvSpPr>
        <p:spPr>
          <a:xfrm>
            <a:off x="4790050" y="1669658"/>
            <a:ext cx="1405889" cy="213585"/>
          </a:xfrm>
          <a:prstGeom prst="rect">
            <a:avLst/>
          </a:prstGeom>
          <a:noFill/>
        </p:spPr>
        <p:txBody>
          <a:bodyPr wrap="square" lIns="27432" rIns="27432" anchor="t">
            <a:spAutoFit/>
          </a:bodyPr>
          <a:lstStyle/>
          <a:p>
            <a:pPr algn="ctr">
              <a:defRPr sz="1050" b="1">
                <a:solidFill>
                  <a:srgbClr val="10B981"/>
                </a:solidFill>
              </a:defRPr>
            </a:pPr>
            <a:r>
              <a:rPr sz="788"/>
              <a:t>Context Edit</a:t>
            </a:r>
          </a:p>
        </p:txBody>
      </p:sp>
      <p:sp>
        <p:nvSpPr>
          <p:cNvPr id="27" name="TextBox 26"/>
          <p:cNvSpPr txBox="1"/>
          <p:nvPr/>
        </p:nvSpPr>
        <p:spPr>
          <a:xfrm>
            <a:off x="4803765" y="1889115"/>
            <a:ext cx="1378457" cy="290849"/>
          </a:xfrm>
          <a:prstGeom prst="rect">
            <a:avLst/>
          </a:prstGeom>
          <a:noFill/>
        </p:spPr>
        <p:txBody>
          <a:bodyPr wrap="square" lIns="27432" rIns="27432" anchor="t">
            <a:spAutoFit/>
          </a:bodyPr>
          <a:lstStyle/>
          <a:p>
            <a:pPr algn="ctr">
              <a:defRPr sz="860" b="0">
                <a:solidFill>
                  <a:srgbClr val="1F2937"/>
                </a:solidFill>
              </a:defRPr>
            </a:pPr>
            <a:r>
              <a:rPr sz="645"/>
              <a:t>Semantic-Devare</a:t>
            </a:r>
            <a:br>
              <a:rPr sz="645"/>
            </a:br>
            <a:r>
              <a:rPr sz="645"/>
              <a:t>State cache</a:t>
            </a:r>
          </a:p>
        </p:txBody>
      </p:sp>
      <p:sp>
        <p:nvSpPr>
          <p:cNvPr id="28" name="Rounded Rectangle 27"/>
          <p:cNvSpPr/>
          <p:nvPr/>
        </p:nvSpPr>
        <p:spPr>
          <a:xfrm>
            <a:off x="2996418" y="2344029"/>
            <a:ext cx="1543050" cy="582930"/>
          </a:xfrm>
          <a:prstGeom prst="roundRect">
            <a:avLst/>
          </a:prstGeom>
          <a:solidFill>
            <a:srgbClr val="FFFF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TextBox 28"/>
          <p:cNvSpPr txBox="1"/>
          <p:nvPr/>
        </p:nvSpPr>
        <p:spPr>
          <a:xfrm>
            <a:off x="3064998" y="2412609"/>
            <a:ext cx="1405889" cy="213585"/>
          </a:xfrm>
          <a:prstGeom prst="rect">
            <a:avLst/>
          </a:prstGeom>
          <a:noFill/>
        </p:spPr>
        <p:txBody>
          <a:bodyPr wrap="square" lIns="27432" rIns="27432" anchor="t">
            <a:spAutoFit/>
          </a:bodyPr>
          <a:lstStyle/>
          <a:p>
            <a:pPr algn="ctr">
              <a:defRPr sz="1050" b="1">
                <a:solidFill>
                  <a:srgbClr val="2563EB"/>
                </a:solidFill>
              </a:defRPr>
            </a:pPr>
            <a:r>
              <a:rPr sz="788"/>
              <a:t>Decode Hit</a:t>
            </a:r>
          </a:p>
        </p:txBody>
      </p:sp>
      <p:sp>
        <p:nvSpPr>
          <p:cNvPr id="30" name="TextBox 29"/>
          <p:cNvSpPr txBox="1"/>
          <p:nvPr/>
        </p:nvSpPr>
        <p:spPr>
          <a:xfrm>
            <a:off x="3078715" y="2632065"/>
            <a:ext cx="1378457" cy="290849"/>
          </a:xfrm>
          <a:prstGeom prst="rect">
            <a:avLst/>
          </a:prstGeom>
          <a:noFill/>
        </p:spPr>
        <p:txBody>
          <a:bodyPr wrap="square" lIns="27432" rIns="27432" anchor="t">
            <a:spAutoFit/>
          </a:bodyPr>
          <a:lstStyle/>
          <a:p>
            <a:pPr algn="ctr">
              <a:defRPr sz="860" b="0">
                <a:solidFill>
                  <a:srgbClr val="1F2937"/>
                </a:solidFill>
              </a:defRPr>
            </a:pPr>
            <a:r>
              <a:rPr sz="645"/>
              <a:t>Share LRU</a:t>
            </a:r>
            <a:br>
              <a:rPr sz="645"/>
            </a:br>
            <a:r>
              <a:rPr sz="645"/>
              <a:t>Expert cache</a:t>
            </a:r>
          </a:p>
        </p:txBody>
      </p:sp>
      <p:sp>
        <p:nvSpPr>
          <p:cNvPr id="31" name="Rounded Rectangle 30"/>
          <p:cNvSpPr/>
          <p:nvPr/>
        </p:nvSpPr>
        <p:spPr>
          <a:xfrm>
            <a:off x="4721469" y="2344029"/>
            <a:ext cx="1543050" cy="582930"/>
          </a:xfrm>
          <a:prstGeom prst="roundRect">
            <a:avLst/>
          </a:prstGeom>
          <a:solidFill>
            <a:srgbClr val="FFFFFF"/>
          </a:solidFill>
          <a:ln w="1778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TextBox 31"/>
          <p:cNvSpPr txBox="1"/>
          <p:nvPr/>
        </p:nvSpPr>
        <p:spPr>
          <a:xfrm>
            <a:off x="4790050" y="2412609"/>
            <a:ext cx="1405889" cy="213585"/>
          </a:xfrm>
          <a:prstGeom prst="rect">
            <a:avLst/>
          </a:prstGeom>
          <a:noFill/>
        </p:spPr>
        <p:txBody>
          <a:bodyPr wrap="square" lIns="27432" rIns="27432" anchor="t">
            <a:spAutoFit/>
          </a:bodyPr>
          <a:lstStyle/>
          <a:p>
            <a:pPr algn="ctr">
              <a:defRPr sz="1050" b="1">
                <a:solidFill>
                  <a:srgbClr val="F59E0B"/>
                </a:solidFill>
              </a:defRPr>
            </a:pPr>
            <a:r>
              <a:rPr sz="788"/>
              <a:t>Decode Miss</a:t>
            </a:r>
          </a:p>
        </p:txBody>
      </p:sp>
      <p:sp>
        <p:nvSpPr>
          <p:cNvPr id="33" name="TextBox 32"/>
          <p:cNvSpPr txBox="1"/>
          <p:nvPr/>
        </p:nvSpPr>
        <p:spPr>
          <a:xfrm>
            <a:off x="4803765" y="2632065"/>
            <a:ext cx="1378457" cy="290849"/>
          </a:xfrm>
          <a:prstGeom prst="rect">
            <a:avLst/>
          </a:prstGeom>
          <a:noFill/>
        </p:spPr>
        <p:txBody>
          <a:bodyPr wrap="square" lIns="27432" rIns="27432" anchor="t">
            <a:spAutoFit/>
          </a:bodyPr>
          <a:lstStyle/>
          <a:p>
            <a:pPr algn="ctr">
              <a:defRPr sz="860" b="0">
                <a:solidFill>
                  <a:srgbClr val="1F2937"/>
                </a:solidFill>
              </a:defRPr>
            </a:pPr>
            <a:r>
              <a:rPr sz="645"/>
              <a:t>Q★ CPU/GPU</a:t>
            </a:r>
            <a:br>
              <a:rPr sz="645"/>
            </a:br>
            <a:r>
              <a:rPr sz="645"/>
              <a:t>Bandwidth split</a:t>
            </a:r>
          </a:p>
        </p:txBody>
      </p:sp>
      <p:sp>
        <p:nvSpPr>
          <p:cNvPr id="34" name="Rounded Rectangle 33"/>
          <p:cNvSpPr/>
          <p:nvPr/>
        </p:nvSpPr>
        <p:spPr>
          <a:xfrm>
            <a:off x="3814982" y="3063591"/>
            <a:ext cx="1645920" cy="582930"/>
          </a:xfrm>
          <a:prstGeom prst="roundRect">
            <a:avLst/>
          </a:prstGeom>
          <a:solidFill>
            <a:srgbClr val="FFFFFF"/>
          </a:solidFill>
          <a:ln w="1778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5" name="TextBox 34"/>
          <p:cNvSpPr txBox="1"/>
          <p:nvPr/>
        </p:nvSpPr>
        <p:spPr>
          <a:xfrm>
            <a:off x="3883562" y="3132171"/>
            <a:ext cx="1508759" cy="213585"/>
          </a:xfrm>
          <a:prstGeom prst="rect">
            <a:avLst/>
          </a:prstGeom>
          <a:noFill/>
        </p:spPr>
        <p:txBody>
          <a:bodyPr wrap="square" lIns="27432" rIns="27432" anchor="t">
            <a:spAutoFit/>
          </a:bodyPr>
          <a:lstStyle/>
          <a:p>
            <a:pPr algn="ctr">
              <a:defRPr sz="1050" b="1">
                <a:solidFill>
                  <a:srgbClr val="7C3AED"/>
                </a:solidFill>
              </a:defRPr>
            </a:pPr>
            <a:r>
              <a:rPr sz="788"/>
              <a:t>Runtime</a:t>
            </a:r>
          </a:p>
        </p:txBody>
      </p:sp>
      <p:sp>
        <p:nvSpPr>
          <p:cNvPr id="36" name="TextBox 35"/>
          <p:cNvSpPr txBox="1"/>
          <p:nvPr/>
        </p:nvSpPr>
        <p:spPr>
          <a:xfrm>
            <a:off x="3897278" y="3351627"/>
            <a:ext cx="1481328" cy="290849"/>
          </a:xfrm>
          <a:prstGeom prst="rect">
            <a:avLst/>
          </a:prstGeom>
          <a:noFill/>
        </p:spPr>
        <p:txBody>
          <a:bodyPr wrap="square" lIns="27432" rIns="27432" anchor="t">
            <a:spAutoFit/>
          </a:bodyPr>
          <a:lstStyle/>
          <a:p>
            <a:pPr algn="ctr">
              <a:defRPr sz="860" b="0">
                <a:solidFill>
                  <a:srgbClr val="1F2937"/>
                </a:solidFill>
              </a:defRPr>
            </a:pPr>
            <a:r>
              <a:rPr sz="645"/>
              <a:t>Elastic Expert / KV</a:t>
            </a:r>
            <a:br>
              <a:rPr sz="645"/>
            </a:br>
            <a:r>
              <a:rPr sz="645"/>
              <a:t>Memory budget</a:t>
            </a:r>
          </a:p>
        </p:txBody>
      </p:sp>
      <p:sp>
        <p:nvSpPr>
          <p:cNvPr id="39" name="TextBox 38"/>
          <p:cNvSpPr txBox="1"/>
          <p:nvPr/>
        </p:nvSpPr>
        <p:spPr>
          <a:xfrm>
            <a:off x="7112098" y="3396819"/>
            <a:ext cx="1337310" cy="246221"/>
          </a:xfrm>
          <a:prstGeom prst="rect">
            <a:avLst/>
          </a:prstGeom>
          <a:noFill/>
        </p:spPr>
        <p:txBody>
          <a:bodyPr wrap="square" lIns="27432" rIns="27432" anchor="t">
            <a:spAutoFit/>
          </a:bodyPr>
          <a:lstStyle/>
          <a:p>
            <a:pPr algn="ctr">
              <a:defRPr sz="800" b="0">
                <a:solidFill>
                  <a:srgbClr val="64748B"/>
                </a:solidFill>
              </a:defRPr>
            </a:pPr>
            <a:r>
              <a:rPr lang="zh-CN" altLang="en-US" sz="1000" b="1">
                <a:solidFill>
                  <a:srgbClr val="000000"/>
                </a:solidFill>
              </a:rPr>
              <a:t>Over-hardware results</a:t>
            </a:r>
          </a:p>
        </p:txBody>
      </p:sp>
      <p:sp>
        <p:nvSpPr>
          <p:cNvPr id="41" name="TextBox 40"/>
          <p:cNvSpPr txBox="1"/>
          <p:nvPr/>
        </p:nvSpPr>
        <p:spPr>
          <a:xfrm>
            <a:off x="7235190" y="4855464"/>
            <a:ext cx="1474470" cy="184666"/>
          </a:xfrm>
          <a:prstGeom prst="rect">
            <a:avLst/>
          </a:prstGeom>
          <a:noFill/>
        </p:spPr>
        <p:txBody>
          <a:bodyPr wrap="square" lIns="27432" rIns="27432" anchor="t">
            <a:spAutoFit/>
          </a:bodyPr>
          <a:lstStyle/>
          <a:p>
            <a:pPr algn="r">
              <a:defRPr sz="800" b="0">
                <a:solidFill>
                  <a:srgbClr val="94A3B8"/>
                </a:solidFill>
              </a:defRPr>
            </a:pPr>
            <a:r>
              <a:rPr sz="600"/>
              <a:t>FreeToken Technical Share · 3/8</a:t>
            </a:r>
          </a:p>
        </p:txBody>
      </p:sp>
      <p:sp>
        <p:nvSpPr>
          <p:cNvPr id="42" name="文本框 41">
            <a:extLst>
              <a:ext uri="{FF2B5EF4-FFF2-40B4-BE49-F238E27FC236}">
                <a16:creationId xmlns:a16="http://schemas.microsoft.com/office/drawing/2014/main" id="{D6550351-20F6-E14A-91A6-C69A11D26459}"/>
              </a:ext>
            </a:extLst>
          </p:cNvPr>
          <p:cNvSpPr txBox="1"/>
          <p:nvPr/>
        </p:nvSpPr>
        <p:spPr>
          <a:xfrm>
            <a:off x="263769" y="866043"/>
            <a:ext cx="887143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zh-CN" sz="1600" b="1">
                <a:solidFill>
                  <a:srgbClr val="0F1115"/>
                </a:solidFill>
                <a:latin typeface="Microsoft YaHei"/>
                <a:ea typeface="Microsoft YaHei"/>
                <a:cs typeface="+mn-lt"/>
              </a:rPr>
              <a:t> </a:t>
            </a:r>
            <a:r>
              <a:rPr lang="en-US" altLang="zh-CN" sz="1600" b="1" err="1">
                <a:solidFill>
                  <a:srgbClr val="0F1115"/>
                </a:solidFill>
                <a:latin typeface="Microsoft YaHei"/>
                <a:ea typeface="Microsoft YaHei"/>
                <a:cs typeface="+mn-lt"/>
              </a:rPr>
              <a:t>FreeToken</a:t>
            </a:r>
            <a:r>
              <a:rPr lang="zh-CN" sz="1600" b="1">
                <a:solidFill>
                  <a:srgbClr val="0F1115"/>
                </a:solidFill>
                <a:latin typeface="Microsoft YaHei"/>
                <a:ea typeface="Microsoft YaHei"/>
                <a:cs typeface="+mn-lt"/>
              </a:rPr>
              <a:t>The main solution</a:t>
            </a:r>
            <a:r>
              <a:rPr lang="zh-CN" altLang="en-US" sz="1600" b="1">
                <a:solidFill>
                  <a:srgbClr val="0F172A"/>
                </a:solidFill>
                <a:latin typeface="Arial"/>
                <a:ea typeface="Microsoft YaHei"/>
                <a:cs typeface="+mn-lt"/>
              </a:rPr>
              <a:t>In the final reasoning.</a:t>
            </a:r>
            <a:r>
              <a:rPr lang="zh-CN" altLang="en-US" sz="1600" b="1">
                <a:solidFill>
                  <a:srgbClr val="0F1115"/>
                </a:solidFill>
                <a:latin typeface="Microsoft YaHei"/>
                <a:ea typeface="Microsoft YaHei"/>
                <a:cs typeface="+mn-lt"/>
              </a:rPr>
              <a:t> </a:t>
            </a:r>
            <a:r>
              <a:rPr lang="en-US" altLang="zh-CN" sz="1600" b="1">
                <a:solidFill>
                  <a:srgbClr val="0F1115"/>
                </a:solidFill>
                <a:latin typeface="Microsoft YaHei"/>
                <a:ea typeface="Microsoft YaHei"/>
                <a:cs typeface="+mn-lt"/>
              </a:rPr>
              <a:t>Prefect</a:t>
            </a:r>
            <a:r>
              <a:rPr lang="zh-CN" sz="1600" b="1">
                <a:solidFill>
                  <a:srgbClr val="0F1115"/>
                </a:solidFill>
                <a:latin typeface="Microsoft YaHei"/>
                <a:ea typeface="Microsoft YaHei"/>
                <a:cs typeface="+mn-lt"/>
              </a:rPr>
              <a:t/>
            </a:r>
            <a:r>
              <a:rPr lang="en-US" altLang="zh-CN" sz="1600" b="1">
                <a:solidFill>
                  <a:srgbClr val="0F1115"/>
                </a:solidFill>
                <a:latin typeface="Microsoft YaHei"/>
                <a:ea typeface="Microsoft YaHei"/>
                <a:cs typeface="+mn-lt"/>
              </a:rPr>
              <a:t>Decode</a:t>
            </a:r>
            <a:r>
              <a:rPr lang="zh-CN" sz="1600" b="1">
                <a:solidFill>
                  <a:srgbClr val="0F1115"/>
                </a:solidFill>
                <a:latin typeface="Microsoft YaHei"/>
                <a:ea typeface="Microsoft YaHei"/>
                <a:cs typeface="+mn-lt"/>
              </a:rPr>
              <a:t>Three realities of change in resources when running</a:t>
            </a:r>
            <a:r>
              <a:rPr lang="zh-CN" altLang="en-US" sz="1600" b="1">
                <a:solidFill>
                  <a:srgbClr val="0F1115"/>
                </a:solidFill>
                <a:latin typeface="Microsoft YaHei"/>
                <a:ea typeface="Microsoft YaHei"/>
                <a:cs typeface="+mn-lt"/>
              </a:rPr>
              <a:t>Bottle neck</a:t>
            </a:r>
            <a:endParaRPr lang="zh-CN" sz="1600" b="1">
              <a:solidFill>
                <a:srgbClr val="0F1115"/>
              </a:solidFill>
              <a:latin typeface="Microsoft YaHei"/>
              <a:ea typeface="Microsoft YaHei"/>
              <a:cs typeface="+mn-lt"/>
            </a:endParaRPr>
          </a:p>
        </p:txBody>
      </p:sp>
      <p:sp>
        <p:nvSpPr>
          <p:cNvPr id="44" name="文本占位符 1">
            <a:extLst>
              <a:ext uri="{FF2B5EF4-FFF2-40B4-BE49-F238E27FC236}">
                <a16:creationId xmlns:a16="http://schemas.microsoft.com/office/drawing/2014/main" id="{A654BC31-CDEB-D0EC-4438-646993006B2E}"/>
              </a:ext>
            </a:extLst>
          </p:cNvPr>
          <p:cNvSpPr>
            <a:spLocks noGrp="1"/>
          </p:cNvSpPr>
          <p:nvPr>
            <p:ph type="body" sz="quarter" idx="10"/>
          </p:nvPr>
        </p:nvSpPr>
        <p:spPr>
          <a:xfrm>
            <a:off x="370132" y="188156"/>
            <a:ext cx="8397557" cy="403860"/>
          </a:xfrm>
        </p:spPr>
        <p:txBody>
          <a:bodyPr/>
          <a:lstStyle/>
          <a:p>
            <a:r>
              <a:rPr lang="en-US" altLang="zh-CN" err="1">
                <a:latin typeface="Arial"/>
                <a:ea typeface="黑体"/>
                <a:cs typeface="Arial"/>
              </a:rPr>
              <a:t>FreeToken</a:t>
            </a:r>
            <a:endParaRPr lang="en-US" altLang="zh-CN">
              <a:latin typeface="Arial"/>
              <a:ea typeface="黑体"/>
              <a:cs typeface="Arial"/>
            </a:endParaRPr>
          </a:p>
          <a:p>
            <a:r>
              <a:rPr lang="en-US" altLang="zh-CN" sz="1400">
                <a:latin typeface="Arial"/>
                <a:ea typeface="黑体"/>
                <a:cs typeface="Arial"/>
              </a:rPr>
              <a:t>Efficient Edge-Native</a:t>
            </a:r>
            <a:r>
              <a:rPr lang="en-US" altLang="zh-CN" sz="1400" err="1">
                <a:latin typeface="Arial"/>
                <a:ea typeface="黑体"/>
                <a:cs typeface="Arial"/>
              </a:rPr>
              <a:t>MORE</a:t>
            </a:r>
            <a:r>
              <a:rPr lang="en-US" altLang="zh-CN" sz="1400">
                <a:latin typeface="Arial"/>
                <a:ea typeface="黑体"/>
                <a:cs typeface="Arial"/>
              </a:rPr>
              <a:t>Serving</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with</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Bandwidth Adaptive</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Execution</a:t>
            </a:r>
            <a:endParaRPr lang="zh-CN" altLang="en-US" sz="1400">
              <a:latin typeface="Arial"/>
              <a:ea typeface="黑体"/>
              <a:cs typeface="Arial"/>
            </a:endParaRPr>
          </a:p>
        </p:txBody>
      </p:sp>
      <p:sp>
        <p:nvSpPr>
          <p:cNvPr id="46" name="矩形: 圆角 45">
            <a:extLst>
              <a:ext uri="{FF2B5EF4-FFF2-40B4-BE49-F238E27FC236}">
                <a16:creationId xmlns:a16="http://schemas.microsoft.com/office/drawing/2014/main" id="{74E4D0C5-68F1-67CB-5A78-3450F096B776}"/>
              </a:ext>
            </a:extLst>
          </p:cNvPr>
          <p:cNvSpPr/>
          <p:nvPr/>
        </p:nvSpPr>
        <p:spPr>
          <a:xfrm>
            <a:off x="3063915" y="3877905"/>
            <a:ext cx="5893271" cy="532998"/>
          </a:xfrm>
          <a:prstGeom prst="roundRect">
            <a:avLst/>
          </a:prstGeom>
          <a:solidFill>
            <a:schemeClr val="bg1">
              <a:lumMod val="95000"/>
            </a:schemeClr>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endParaRPr kumimoji="1" lang="zh-CN" altLang="en-US" sz="1200" err="1">
              <a:solidFill>
                <a:schemeClr val="accent6"/>
              </a:solidFill>
            </a:endParaRPr>
          </a:p>
        </p:txBody>
      </p:sp>
      <p:sp>
        <p:nvSpPr>
          <p:cNvPr id="40" name="TextBox 39"/>
          <p:cNvSpPr txBox="1"/>
          <p:nvPr/>
        </p:nvSpPr>
        <p:spPr>
          <a:xfrm>
            <a:off x="3080474" y="3975528"/>
            <a:ext cx="5887328" cy="384721"/>
          </a:xfrm>
          <a:prstGeom prst="rect">
            <a:avLst/>
          </a:prstGeom>
          <a:noFill/>
        </p:spPr>
        <p:txBody>
          <a:bodyPr wrap="square" lIns="27432" tIns="45720" rIns="27432" bIns="45720" anchor="t">
            <a:spAutoFit/>
          </a:bodyPr>
          <a:lstStyle/>
          <a:p>
            <a:pPr marL="171450" indent="-171450" algn="l">
              <a:buFont typeface="Wingdings"/>
              <a:buChar char="ü"/>
              <a:defRPr sz="1320" b="1">
                <a:solidFill>
                  <a:srgbClr val="0F172A"/>
                </a:solidFill>
              </a:defRPr>
            </a:pPr>
            <a:r>
              <a:rPr sz="950" err="1"/>
              <a:t>Final objective: Practically available on each machine</a:t>
            </a:r>
            <a:r>
              <a:rPr sz="950"/>
              <a:t> </a:t>
            </a:r>
            <a:r>
              <a:rPr sz="950" err="1"/>
              <a:t>BP(PCIe) and</a:t>
            </a:r>
            <a:r>
              <a:rPr sz="950"/>
              <a:t>BH(CPU/</a:t>
            </a:r>
            <a:r>
              <a:rPr sz="950" err="1"/>
              <a:t>DRAM) continuously put the calculation and model status in the most appropriate location.</a:t>
            </a:r>
            <a:r>
              <a:rPr sz="950"/>
              <a:t>and .</a:t>
            </a:r>
            <a:endParaRPr lang="zh-CN" altLang="en-US"/>
          </a:p>
        </p:txBody>
      </p:sp>
      <p:pic>
        <p:nvPicPr>
          <p:cNvPr id="2" name="图片 1">
            <a:extLst>
              <a:ext uri="{FF2B5EF4-FFF2-40B4-BE49-F238E27FC236}">
                <a16:creationId xmlns:a16="http://schemas.microsoft.com/office/drawing/2014/main" id="{36068C86-C7EF-DBF4-75D3-E114C2CDFA5C}"/>
              </a:ext>
            </a:extLst>
          </p:cNvPr>
          <p:cNvPicPr>
            <a:picLocks noChangeAspect="1"/>
          </p:cNvPicPr>
          <p:nvPr/>
        </p:nvPicPr>
        <p:blipFill>
          <a:blip r:embed="rId2"/>
          <a:srcRect l="15341" t="1450" r="15720" b="21420"/>
          <a:stretch>
            <a:fillRect/>
          </a:stretch>
        </p:blipFill>
        <p:spPr>
          <a:xfrm>
            <a:off x="6336324" y="1445804"/>
            <a:ext cx="2706016" cy="1791736"/>
          </a:xfrm>
          <a:prstGeom prst="rect">
            <a:avLst/>
          </a:prstGeom>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7303771" y="240030"/>
            <a:ext cx="1405889"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750"/>
              <a:t>Architecture</a:t>
            </a:r>
          </a:p>
        </p:txBody>
      </p:sp>
      <p:sp>
        <p:nvSpPr>
          <p:cNvPr id="8" name="TextBox 7"/>
          <p:cNvSpPr txBox="1"/>
          <p:nvPr/>
        </p:nvSpPr>
        <p:spPr>
          <a:xfrm>
            <a:off x="480060" y="4233320"/>
            <a:ext cx="5006340" cy="261610"/>
          </a:xfrm>
          <a:prstGeom prst="rect">
            <a:avLst/>
          </a:prstGeom>
          <a:noFill/>
        </p:spPr>
        <p:txBody>
          <a:bodyPr wrap="square" lIns="27432" rIns="27432" anchor="t">
            <a:spAutoFit/>
          </a:bodyPr>
          <a:lstStyle/>
          <a:p>
            <a:pPr algn="ctr">
              <a:defRPr sz="800" b="0">
                <a:solidFill>
                  <a:srgbClr val="64748B"/>
                </a:solidFill>
              </a:defRPr>
            </a:pPr>
            <a:r>
              <a:rPr sz="1100" b="1">
                <a:solidFill>
                  <a:srgbClr val="000000"/>
                </a:solidFill>
                <a:latin typeface="微软雅黑"/>
                <a:ea typeface="微软雅黑"/>
              </a:rPr>
              <a:t>Figure 2: FreeToken Overview</a:t>
            </a:r>
          </a:p>
        </p:txBody>
      </p:sp>
      <p:sp>
        <p:nvSpPr>
          <p:cNvPr id="9" name="Rounded Rectangle 8"/>
          <p:cNvSpPr/>
          <p:nvPr/>
        </p:nvSpPr>
        <p:spPr>
          <a:xfrm>
            <a:off x="5788152" y="1512101"/>
            <a:ext cx="2909374" cy="85021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10" name="Rounded Rectangle 9"/>
          <p:cNvSpPr/>
          <p:nvPr/>
        </p:nvSpPr>
        <p:spPr>
          <a:xfrm>
            <a:off x="5760720" y="1477811"/>
            <a:ext cx="2909374" cy="850216"/>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11" name="Rounded Rectangle 10"/>
          <p:cNvSpPr/>
          <p:nvPr/>
        </p:nvSpPr>
        <p:spPr>
          <a:xfrm>
            <a:off x="5760720" y="1477811"/>
            <a:ext cx="82296" cy="850216"/>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p:cNvSpPr txBox="1"/>
          <p:nvPr/>
        </p:nvSpPr>
        <p:spPr>
          <a:xfrm>
            <a:off x="5932170" y="1525992"/>
            <a:ext cx="2516886" cy="246221"/>
          </a:xfrm>
          <a:prstGeom prst="rect">
            <a:avLst/>
          </a:prstGeom>
          <a:noFill/>
        </p:spPr>
        <p:txBody>
          <a:bodyPr wrap="square" lIns="27432" tIns="45720" rIns="27432" bIns="45720" anchor="t">
            <a:spAutoFit/>
          </a:bodyPr>
          <a:lstStyle/>
          <a:p>
            <a:pPr algn="l">
              <a:defRPr sz="1250" b="1">
                <a:solidFill>
                  <a:srgbClr val="0F172A"/>
                </a:solidFill>
              </a:defRPr>
            </a:pPr>
            <a:r>
              <a:rPr sz="1000">
                <a:latin typeface="Microsoft YaHei"/>
                <a:ea typeface="Microsoft YaHei"/>
              </a:rPr>
              <a:t>CPU Expert Pool</a:t>
            </a:r>
            <a:endParaRPr lang="zh-CN" altLang="en-US" sz="1000">
              <a:latin typeface="Microsoft YaHei"/>
              <a:ea typeface="Microsoft YaHei"/>
            </a:endParaRPr>
          </a:p>
        </p:txBody>
      </p:sp>
      <p:sp>
        <p:nvSpPr>
          <p:cNvPr id="13" name="TextBox 12"/>
          <p:cNvSpPr txBox="1"/>
          <p:nvPr/>
        </p:nvSpPr>
        <p:spPr>
          <a:xfrm>
            <a:off x="5932169" y="1799260"/>
            <a:ext cx="2736694" cy="507831"/>
          </a:xfrm>
          <a:prstGeom prst="rect">
            <a:avLst/>
          </a:prstGeom>
          <a:noFill/>
        </p:spPr>
        <p:txBody>
          <a:bodyPr wrap="square" lIns="27432" tIns="45720" rIns="27432" bIns="45720" anchor="t">
            <a:spAutoFit/>
          </a:bodyPr>
          <a:lstStyle/>
          <a:p>
            <a:pPr>
              <a:defRPr sz="1030" b="0">
                <a:solidFill>
                  <a:srgbClr val="1F2937"/>
                </a:solidFill>
              </a:defRPr>
            </a:pPr>
            <a:r>
              <a:rPr lang="en-US" sz="900">
                <a:solidFill>
                  <a:srgbClr val="0F1115"/>
                </a:solidFill>
                <a:highlight>
                  <a:srgbClr val="FFFFFF"/>
                </a:highlight>
                <a:latin typeface="Microsoft YaHei"/>
                <a:ea typeface="Microsoft YaHei"/>
                <a:cs typeface="+mn-lt"/>
              </a:rPr>
              <a:t>CPU Host Memory</a:t>
            </a:r>
            <a:r>
              <a:rPr lang="en-US" altLang="zh-CN" sz="900">
                <a:solidFill>
                  <a:srgbClr val="0F1115"/>
                </a:solidFill>
                <a:highlight>
                  <a:srgbClr val="FFFFFF"/>
                </a:highlight>
                <a:latin typeface="Microsoft YaHei"/>
                <a:ea typeface="Microsoft YaHei"/>
                <a:cs typeface="+mn-lt"/>
              </a:rPr>
              <a:t> </a:t>
            </a:r>
            <a:r>
              <a:rPr lang="zh-CN" altLang="en-US" sz="900">
                <a:solidFill>
                  <a:srgbClr val="0F1115"/>
                </a:solidFill>
                <a:highlight>
                  <a:srgbClr val="FFFFFF"/>
                </a:highlight>
                <a:latin typeface="Microsoft YaHei"/>
                <a:ea typeface="Microsoft YaHei"/>
                <a:cs typeface="+mn-lt"/>
              </a:rPr>
              <a:t>Total Savings</a:t>
            </a:r>
            <a:r>
              <a:rPr lang="en-US" sz="900">
                <a:solidFill>
                  <a:srgbClr val="0F1115"/>
                </a:solidFill>
                <a:highlight>
                  <a:srgbClr val="FFFFFF"/>
                </a:highlight>
                <a:latin typeface="Microsoft YaHei"/>
                <a:ea typeface="Microsoft YaHei"/>
                <a:cs typeface="+mn-lt"/>
              </a:rPr>
              <a:t>Routed Expert</a:t>
            </a:r>
            <a:r>
              <a:rPr lang="en-US" altLang="zh-CN" sz="900">
                <a:solidFill>
                  <a:srgbClr val="0F1115"/>
                </a:solidFill>
                <a:highlight>
                  <a:srgbClr val="FFFFFF"/>
                </a:highlight>
                <a:latin typeface="Microsoft YaHei"/>
                <a:ea typeface="Microsoft YaHei"/>
                <a:cs typeface="+mn-lt"/>
              </a:rPr>
              <a:t> </a:t>
            </a:r>
            <a:r>
              <a:rPr lang="zh-CN" altLang="en-US" sz="900">
                <a:solidFill>
                  <a:srgbClr val="0F1115"/>
                </a:solidFill>
                <a:highlight>
                  <a:srgbClr val="FFFFFF"/>
                </a:highlight>
                <a:latin typeface="Microsoft YaHei"/>
                <a:ea typeface="Microsoft YaHei"/>
                <a:cs typeface="+mn-lt"/>
              </a:rPr>
              <a:t>Weight</a:t>
            </a:r>
            <a:r>
              <a:rPr lang="en-US" sz="900">
                <a:solidFill>
                  <a:srgbClr val="0F1115"/>
                </a:solidFill>
                <a:highlight>
                  <a:srgbClr val="FFFFFF"/>
                </a:highlight>
                <a:latin typeface="Microsoft YaHei"/>
                <a:ea typeface="Microsoft YaHei"/>
                <a:cs typeface="+mn-lt"/>
              </a:rPr>
              <a:t>and</a:t>
            </a:r>
            <a:r>
              <a:rPr lang="zh-CN" altLang="en-US" sz="900">
                <a:solidFill>
                  <a:srgbClr val="0F1115"/>
                </a:solidFill>
                <a:highlight>
                  <a:srgbClr val="FFFFFF"/>
                </a:highlight>
                <a:latin typeface="Microsoft YaHei"/>
                <a:ea typeface="Microsoft YaHei"/>
                <a:cs typeface="+mn-lt"/>
              </a:rPr>
              <a:t>as a source of authority;</a:t>
            </a:r>
            <a:r>
              <a:rPr lang="en-US" sz="900">
                <a:solidFill>
                  <a:srgbClr val="0F1115"/>
                </a:solidFill>
                <a:highlight>
                  <a:srgbClr val="FFFFFF"/>
                </a:highlight>
                <a:latin typeface="Microsoft YaHei"/>
                <a:ea typeface="Microsoft YaHei"/>
                <a:cs typeface="+mn-lt"/>
              </a:rPr>
              <a:t>GPU Cache</a:t>
            </a:r>
            <a:r>
              <a:rPr lang="en-US" altLang="zh-CN" sz="900">
                <a:solidFill>
                  <a:srgbClr val="0F1115"/>
                </a:solidFill>
                <a:highlight>
                  <a:srgbClr val="FFFFFF"/>
                </a:highlight>
                <a:latin typeface="Microsoft YaHei"/>
                <a:ea typeface="Microsoft YaHei"/>
                <a:cs typeface="+mn-lt"/>
              </a:rPr>
              <a:t> </a:t>
            </a:r>
            <a:r>
              <a:rPr lang="zh-CN" altLang="en-US" sz="900">
                <a:solidFill>
                  <a:srgbClr val="0F1115"/>
                </a:solidFill>
                <a:highlight>
                  <a:srgbClr val="FFFFFF"/>
                </a:highlight>
                <a:latin typeface="Microsoft YaHei"/>
                <a:ea typeface="Microsoft YaHei"/>
                <a:cs typeface="+mn-lt"/>
              </a:rPr>
              <a:t>Only for performance acceleration layer, can be reconstructed at any time as required.</a:t>
            </a:r>
            <a:r>
              <a:rPr lang="en-US" sz="900">
                <a:solidFill>
                  <a:srgbClr val="0F1115"/>
                </a:solidFill>
                <a:highlight>
                  <a:srgbClr val="FFFFFF"/>
                </a:highlight>
                <a:latin typeface="Microsoft YaHei"/>
                <a:ea typeface="Microsoft YaHei"/>
                <a:cs typeface="+mn-lt"/>
              </a:rPr>
              <a:t>and</a:t>
            </a:r>
            <a:r>
              <a:rPr lang="zh-CN" altLang="en-US" sz="900">
                <a:solidFill>
                  <a:srgbClr val="0F1115"/>
                </a:solidFill>
                <a:highlight>
                  <a:srgbClr val="FFFFFF"/>
                </a:highlight>
                <a:latin typeface="Microsoft YaHei"/>
                <a:ea typeface="Microsoft YaHei"/>
                <a:cs typeface="+mn-lt"/>
              </a:rPr>
              <a:t>Not affecting the correctness of the model.</a:t>
            </a:r>
            <a:endParaRPr lang="zh-CN" altLang="en-US" sz="900">
              <a:latin typeface="Microsoft YaHei"/>
              <a:ea typeface="Microsoft YaHei"/>
            </a:endParaRPr>
          </a:p>
        </p:txBody>
      </p:sp>
      <p:sp>
        <p:nvSpPr>
          <p:cNvPr id="14" name="Rounded Rectangle 13"/>
          <p:cNvSpPr/>
          <p:nvPr/>
        </p:nvSpPr>
        <p:spPr>
          <a:xfrm>
            <a:off x="5788152" y="2465363"/>
            <a:ext cx="2909374" cy="85021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15" name="Rounded Rectangle 14"/>
          <p:cNvSpPr/>
          <p:nvPr/>
        </p:nvSpPr>
        <p:spPr>
          <a:xfrm>
            <a:off x="5760720" y="2431073"/>
            <a:ext cx="2909374" cy="850216"/>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16" name="Rounded Rectangle 15"/>
          <p:cNvSpPr/>
          <p:nvPr/>
        </p:nvSpPr>
        <p:spPr>
          <a:xfrm>
            <a:off x="5760720" y="2431073"/>
            <a:ext cx="82296" cy="85021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TextBox 16"/>
          <p:cNvSpPr txBox="1"/>
          <p:nvPr/>
        </p:nvSpPr>
        <p:spPr>
          <a:xfrm>
            <a:off x="5932170" y="2523217"/>
            <a:ext cx="2639978" cy="246221"/>
          </a:xfrm>
          <a:prstGeom prst="rect">
            <a:avLst/>
          </a:prstGeom>
          <a:noFill/>
        </p:spPr>
        <p:txBody>
          <a:bodyPr wrap="square" lIns="27432" rIns="27432" anchor="t">
            <a:spAutoFit/>
          </a:bodyPr>
          <a:lstStyle/>
          <a:p>
            <a:pPr algn="l">
              <a:defRPr sz="1250" b="1">
                <a:solidFill>
                  <a:srgbClr val="0F172A"/>
                </a:solidFill>
              </a:defRPr>
            </a:pPr>
            <a:r>
              <a:rPr sz="1000">
                <a:latin typeface="微软雅黑"/>
                <a:ea typeface="微软雅黑"/>
              </a:rPr>
              <a:t>GPU Expert Cache</a:t>
            </a:r>
          </a:p>
        </p:txBody>
      </p:sp>
      <p:sp>
        <p:nvSpPr>
          <p:cNvPr id="18" name="TextBox 17"/>
          <p:cNvSpPr txBox="1"/>
          <p:nvPr/>
        </p:nvSpPr>
        <p:spPr>
          <a:xfrm>
            <a:off x="5932170" y="2734935"/>
            <a:ext cx="2639978" cy="507831"/>
          </a:xfrm>
          <a:prstGeom prst="rect">
            <a:avLst/>
          </a:prstGeom>
          <a:noFill/>
        </p:spPr>
        <p:txBody>
          <a:bodyPr wrap="square" lIns="27432" tIns="45720" rIns="27432" bIns="45720" anchor="t">
            <a:spAutoFit/>
          </a:bodyPr>
          <a:lstStyle/>
          <a:p>
            <a:pPr>
              <a:defRPr sz="1030" b="0">
                <a:solidFill>
                  <a:srgbClr val="1F2937"/>
                </a:solidFill>
              </a:defRPr>
            </a:pPr>
            <a:r>
              <a:rPr lang="zh-CN" altLang="en-US" sz="900">
                <a:solidFill>
                  <a:srgbClr val="0F1115"/>
                </a:solidFill>
                <a:highlight>
                  <a:srgbClr val="FFFFFF"/>
                </a:highlight>
                <a:latin typeface="Microsoft YaHei"/>
                <a:ea typeface="Microsoft YaHei"/>
                <a:cs typeface="+mn-lt"/>
              </a:rPr>
              <a:t>by Complete</a:t>
            </a:r>
            <a:r>
              <a:rPr lang="en-US" altLang="zh-CN" sz="900">
                <a:solidFill>
                  <a:srgbClr val="0F1115"/>
                </a:solidFill>
                <a:highlight>
                  <a:srgbClr val="FFFFFF"/>
                </a:highlight>
                <a:latin typeface="Microsoft YaHei"/>
                <a:ea typeface="Microsoft YaHei"/>
                <a:cs typeface="+mn-lt"/>
              </a:rPr>
              <a:t>Layer Expert</a:t>
            </a:r>
            <a:r>
              <a:rPr lang="zh-CN" altLang="en-US" sz="900">
                <a:solidFill>
                  <a:srgbClr val="0F1115"/>
                </a:solidFill>
                <a:highlight>
                  <a:srgbClr val="FFFFFF"/>
                </a:highlight>
                <a:latin typeface="Microsoft YaHei"/>
                <a:ea typeface="Microsoft YaHei"/>
                <a:cs typeface="+mn-lt"/>
              </a:rPr>
              <a:t>For the memory of particles, all</a:t>
            </a:r>
            <a:r>
              <a:rPr lang="en-US" altLang="zh-CN" sz="900" err="1">
                <a:solidFill>
                  <a:srgbClr val="0F1115"/>
                </a:solidFill>
                <a:highlight>
                  <a:srgbClr val="FFFFFF"/>
                </a:highlight>
                <a:latin typeface="Microsoft YaHei"/>
                <a:ea typeface="Microsoft YaHei"/>
                <a:cs typeface="+mn-lt"/>
              </a:rPr>
              <a:t>MORE</a:t>
            </a:r>
            <a:r>
              <a:rPr lang="zh-CN" altLang="en-US" sz="900">
                <a:solidFill>
                  <a:srgbClr val="0F1115"/>
                </a:solidFill>
                <a:highlight>
                  <a:srgbClr val="FFFFFF"/>
                </a:highlight>
                <a:latin typeface="Microsoft YaHei"/>
                <a:ea typeface="Microsoft YaHei"/>
                <a:cs typeface="+mn-lt"/>
              </a:rPr>
              <a:t>Share the unit</a:t>
            </a:r>
            <a:r>
              <a:rPr lang="en-US" altLang="zh-CN" sz="900">
                <a:solidFill>
                  <a:srgbClr val="0F1115"/>
                </a:solidFill>
                <a:highlight>
                  <a:srgbClr val="FFFFFF"/>
                </a:highlight>
                <a:latin typeface="Microsoft YaHei"/>
                <a:ea typeface="Microsoft YaHei"/>
                <a:cs typeface="+mn-lt"/>
              </a:rPr>
              <a:t>LRU</a:t>
            </a:r>
            <a:r>
              <a:rPr lang="zh-CN" altLang="en-US" sz="900">
                <a:solidFill>
                  <a:srgbClr val="0F1115"/>
                </a:solidFill>
                <a:highlight>
                  <a:srgbClr val="FFFFFF"/>
                </a:highlight>
                <a:latin typeface="Microsoft YaHei"/>
                <a:ea typeface="Microsoft YaHei"/>
                <a:cs typeface="+mn-lt"/>
              </a:rPr>
              <a:t>Storage pool; with the help of</a:t>
            </a:r>
            <a:r>
              <a:rPr lang="en-US" altLang="zh-CN" sz="900">
                <a:solidFill>
                  <a:srgbClr val="0F1115"/>
                </a:solidFill>
                <a:highlight>
                  <a:srgbClr val="FFFFFF"/>
                </a:highlight>
                <a:latin typeface="Microsoft YaHei"/>
                <a:ea typeface="Microsoft YaHei"/>
                <a:cs typeface="+mn-lt"/>
              </a:rPr>
              <a:t>Token</a:t>
            </a:r>
            <a:r>
              <a:rPr lang="zh-CN" altLang="en-US" sz="900">
                <a:solidFill>
                  <a:srgbClr val="0F1115"/>
                </a:solidFill>
                <a:highlight>
                  <a:srgbClr val="FFFFFF"/>
                </a:highlight>
                <a:latin typeface="Microsoft YaHei"/>
                <a:ea typeface="Microsoft YaHei"/>
                <a:cs typeface="+mn-lt"/>
              </a:rPr>
              <a:t>Local time-release of the router, automatically retains current high-frequency experts in</a:t>
            </a:r>
            <a:r>
              <a:rPr lang="en-US" altLang="zh-CN" sz="900">
                <a:solidFill>
                  <a:srgbClr val="0F1115"/>
                </a:solidFill>
                <a:highlight>
                  <a:srgbClr val="FFFFFF"/>
                </a:highlight>
                <a:latin typeface="Microsoft YaHei"/>
                <a:ea typeface="Microsoft YaHei"/>
                <a:cs typeface="+mn-lt"/>
              </a:rPr>
              <a:t>Working</a:t>
            </a:r>
            <a:r>
              <a:rPr lang="zh-CN" altLang="en-US" sz="900">
                <a:solidFill>
                  <a:srgbClr val="0F1115"/>
                </a:solidFill>
                <a:highlight>
                  <a:srgbClr val="FFFFFF"/>
                </a:highlight>
                <a:latin typeface="Microsoft YaHei"/>
                <a:ea typeface="Microsoft YaHei"/>
                <a:cs typeface="+mn-lt"/>
              </a:rPr>
              <a:t> </a:t>
            </a:r>
            <a:r>
              <a:rPr lang="en-US" altLang="zh-CN" sz="900">
                <a:solidFill>
                  <a:srgbClr val="0F1115"/>
                </a:solidFill>
                <a:highlight>
                  <a:srgbClr val="FFFFFF"/>
                </a:highlight>
                <a:latin typeface="Microsoft YaHei"/>
                <a:ea typeface="Microsoft YaHei"/>
                <a:cs typeface="+mn-lt"/>
              </a:rPr>
              <a:t>Set</a:t>
            </a:r>
            <a:r>
              <a:rPr lang="zh-CN" altLang="en-US" sz="900">
                <a:solidFill>
                  <a:srgbClr val="0F1115"/>
                </a:solidFill>
                <a:highlight>
                  <a:srgbClr val="FFFFFF"/>
                </a:highlight>
                <a:latin typeface="Microsoft YaHei"/>
                <a:ea typeface="Microsoft YaHei"/>
                <a:cs typeface="+mn-lt"/>
              </a:rPr>
              <a:t>by</a:t>
            </a:r>
            <a:endParaRPr lang="zh-CN" sz="900">
              <a:latin typeface="Microsoft YaHei"/>
              <a:ea typeface="Microsoft YaHei"/>
            </a:endParaRPr>
          </a:p>
        </p:txBody>
      </p:sp>
      <p:sp>
        <p:nvSpPr>
          <p:cNvPr id="19" name="Rounded Rectangle 18"/>
          <p:cNvSpPr/>
          <p:nvPr/>
        </p:nvSpPr>
        <p:spPr>
          <a:xfrm>
            <a:off x="5788152" y="3418624"/>
            <a:ext cx="2909374" cy="85021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20" name="Rounded Rectangle 19"/>
          <p:cNvSpPr/>
          <p:nvPr/>
        </p:nvSpPr>
        <p:spPr>
          <a:xfrm>
            <a:off x="5760720" y="3384334"/>
            <a:ext cx="2909374" cy="850216"/>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21" name="Rounded Rectangle 20"/>
          <p:cNvSpPr/>
          <p:nvPr/>
        </p:nvSpPr>
        <p:spPr>
          <a:xfrm>
            <a:off x="5760720" y="3384334"/>
            <a:ext cx="82296" cy="85021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TextBox 21"/>
          <p:cNvSpPr txBox="1"/>
          <p:nvPr/>
        </p:nvSpPr>
        <p:spPr>
          <a:xfrm>
            <a:off x="5932170" y="3494063"/>
            <a:ext cx="2639978" cy="246221"/>
          </a:xfrm>
          <a:prstGeom prst="rect">
            <a:avLst/>
          </a:prstGeom>
          <a:noFill/>
        </p:spPr>
        <p:txBody>
          <a:bodyPr wrap="square" lIns="27432" rIns="27432" anchor="t">
            <a:spAutoFit/>
          </a:bodyPr>
          <a:lstStyle/>
          <a:p>
            <a:pPr algn="l">
              <a:defRPr sz="1250" b="1">
                <a:solidFill>
                  <a:srgbClr val="0F172A"/>
                </a:solidFill>
              </a:defRPr>
            </a:pPr>
            <a:r>
              <a:rPr sz="1000">
                <a:latin typeface="微软雅黑"/>
                <a:ea typeface="微软雅黑"/>
              </a:rPr>
              <a:t>Exact Merge</a:t>
            </a:r>
          </a:p>
        </p:txBody>
      </p:sp>
      <p:sp>
        <p:nvSpPr>
          <p:cNvPr id="23" name="TextBox 22"/>
          <p:cNvSpPr txBox="1"/>
          <p:nvPr/>
        </p:nvSpPr>
        <p:spPr>
          <a:xfrm>
            <a:off x="5932170" y="3740953"/>
            <a:ext cx="2639978" cy="507831"/>
          </a:xfrm>
          <a:prstGeom prst="rect">
            <a:avLst/>
          </a:prstGeom>
          <a:noFill/>
        </p:spPr>
        <p:txBody>
          <a:bodyPr wrap="square" lIns="27432" tIns="45720" rIns="27432" bIns="45720" anchor="t">
            <a:spAutoFit/>
          </a:bodyPr>
          <a:lstStyle/>
          <a:p>
            <a:pPr>
              <a:defRPr sz="1030" b="0">
                <a:solidFill>
                  <a:srgbClr val="1F2937"/>
                </a:solidFill>
              </a:defRPr>
            </a:pPr>
            <a:r>
              <a:rPr lang="en-US" sz="900">
                <a:solidFill>
                  <a:srgbClr val="0F1115"/>
                </a:solidFill>
                <a:highlight>
                  <a:srgbClr val="FFFFFF"/>
                </a:highlight>
                <a:latin typeface="Microsoft YaHei"/>
                <a:ea typeface="Microsoft YaHei"/>
                <a:cs typeface="+mn-lt"/>
              </a:rPr>
              <a:t>GPU</a:t>
            </a:r>
            <a:r>
              <a:rPr lang="zh-CN" altLang="en-US" sz="900">
                <a:solidFill>
                  <a:srgbClr val="0F1115"/>
                </a:solidFill>
                <a:highlight>
                  <a:srgbClr val="FFFFFF"/>
                </a:highlight>
                <a:latin typeface="Microsoft YaHei"/>
                <a:ea typeface="Microsoft YaHei"/>
                <a:cs typeface="+mn-lt"/>
              </a:rPr>
              <a:t>Responsible for Death</a:t>
            </a:r>
            <a:r>
              <a:rPr lang="en-US" sz="900">
                <a:solidFill>
                  <a:srgbClr val="0F1115"/>
                </a:solidFill>
                <a:highlight>
                  <a:srgbClr val="FFFFFF"/>
                </a:highlight>
                <a:latin typeface="Microsoft YaHei"/>
                <a:ea typeface="Microsoft YaHei"/>
                <a:cs typeface="+mn-lt"/>
              </a:rPr>
              <a:t>and</a:t>
            </a:r>
            <a:r>
              <a:rPr lang="zh-CN" altLang="en-US" sz="900">
                <a:solidFill>
                  <a:srgbClr val="0F1115"/>
                </a:solidFill>
                <a:highlight>
                  <a:srgbClr val="FFFFFF"/>
                </a:highlight>
                <a:latin typeface="Microsoft YaHei"/>
                <a:ea typeface="Microsoft YaHei"/>
                <a:cs typeface="+mn-lt"/>
              </a:rPr>
              <a:t>Moving to expert advanced calculations,</a:t>
            </a:r>
            <a:r>
              <a:rPr lang="en-US" sz="900">
                <a:solidFill>
                  <a:srgbClr val="0F1115"/>
                </a:solidFill>
                <a:highlight>
                  <a:srgbClr val="FFFFFF"/>
                </a:highlight>
                <a:latin typeface="Microsoft YaHei"/>
                <a:ea typeface="Microsoft YaHei"/>
                <a:cs typeface="+mn-lt"/>
              </a:rPr>
              <a:t>CPU</a:t>
            </a:r>
            <a:r>
              <a:rPr lang="zh-CN" altLang="en-US" sz="900">
                <a:solidFill>
                  <a:srgbClr val="0F1115"/>
                </a:solidFill>
                <a:highlight>
                  <a:srgbClr val="FFFFFF"/>
                </a:highlight>
                <a:latin typeface="Microsoft YaHei"/>
                <a:ea typeface="Microsoft YaHei"/>
                <a:cs typeface="+mn-lt"/>
              </a:rPr>
              <a:t>Local calculation of the other experts responsible for; two parts of output corresponds</a:t>
            </a:r>
            <a:r>
              <a:rPr lang="en-US" altLang="zh-CN" sz="900">
                <a:solidFill>
                  <a:srgbClr val="0F1115"/>
                </a:solidFill>
                <a:highlight>
                  <a:srgbClr val="FFFFFF"/>
                </a:highlight>
                <a:latin typeface="Microsoft YaHei"/>
                <a:ea typeface="Microsoft YaHei"/>
                <a:cs typeface="+mn-lt"/>
              </a:rPr>
              <a:t> </a:t>
            </a:r>
            <a:r>
              <a:rPr lang="en-US" sz="900">
                <a:solidFill>
                  <a:srgbClr val="0F1115"/>
                </a:solidFill>
                <a:highlight>
                  <a:srgbClr val="FFFFFF"/>
                </a:highlight>
                <a:latin typeface="Microsoft YaHei"/>
                <a:ea typeface="Microsoft YaHei"/>
                <a:cs typeface="+mn-lt"/>
              </a:rPr>
              <a:t>Gate</a:t>
            </a:r>
            <a:r>
              <a:rPr lang="en-US" altLang="zh-CN" sz="900">
                <a:solidFill>
                  <a:srgbClr val="0F1115"/>
                </a:solidFill>
                <a:highlight>
                  <a:srgbClr val="FFFFFF"/>
                </a:highlight>
                <a:latin typeface="Microsoft YaHei"/>
                <a:ea typeface="Microsoft YaHei"/>
                <a:cs typeface="+mn-lt"/>
              </a:rPr>
              <a:t> </a:t>
            </a:r>
            <a:r>
              <a:rPr lang="zh-CN" altLang="en-US" sz="900">
                <a:solidFill>
                  <a:srgbClr val="0F1115"/>
                </a:solidFill>
                <a:highlight>
                  <a:srgbClr val="FFFFFF"/>
                </a:highlight>
                <a:latin typeface="Microsoft YaHei"/>
                <a:ea typeface="Microsoft YaHei"/>
                <a:cs typeface="+mn-lt"/>
              </a:rPr>
              <a:t>The joint agreement</a:t>
            </a:r>
            <a:r>
              <a:rPr lang="en-US" sz="900">
                <a:solidFill>
                  <a:srgbClr val="0F1115"/>
                </a:solidFill>
                <a:highlight>
                  <a:srgbClr val="FFFFFF"/>
                </a:highlight>
                <a:latin typeface="Microsoft YaHei"/>
                <a:ea typeface="Microsoft YaHei"/>
                <a:cs typeface="+mn-lt"/>
              </a:rPr>
              <a:t>and</a:t>
            </a:r>
            <a:r>
              <a:rPr lang="zh-CN" altLang="en-US" sz="900">
                <a:solidFill>
                  <a:srgbClr val="0F1115"/>
                </a:solidFill>
                <a:highlight>
                  <a:srgbClr val="FFFFFF"/>
                </a:highlight>
                <a:latin typeface="Microsoft YaHei"/>
                <a:ea typeface="Microsoft YaHei"/>
                <a:cs typeface="+mn-lt"/>
              </a:rPr>
              <a:t>Assurance of the numerical equivalent of the results with the total number of experts</a:t>
            </a:r>
            <a:endParaRPr lang="zh-CN" altLang="en-US" sz="900">
              <a:latin typeface="Microsoft YaHei"/>
              <a:ea typeface="Microsoft YaHei"/>
            </a:endParaRPr>
          </a:p>
        </p:txBody>
      </p:sp>
      <p:sp>
        <p:nvSpPr>
          <p:cNvPr id="24" name="Rounded Rectangle 23"/>
          <p:cNvSpPr/>
          <p:nvPr/>
        </p:nvSpPr>
        <p:spPr>
          <a:xfrm>
            <a:off x="590843" y="4527687"/>
            <a:ext cx="1914085" cy="29489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800">
                <a:latin typeface="微软雅黑"/>
                <a:ea typeface="微软雅黑"/>
              </a:rPr>
              <a:t>Accuracy: not close, not changing model</a:t>
            </a:r>
          </a:p>
        </p:txBody>
      </p:sp>
      <p:sp>
        <p:nvSpPr>
          <p:cNvPr id="25" name="Rounded Rectangle 24"/>
          <p:cNvSpPr/>
          <p:nvPr/>
        </p:nvSpPr>
        <p:spPr>
          <a:xfrm>
            <a:off x="2588455" y="4527687"/>
            <a:ext cx="1699553" cy="29489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800">
                <a:latin typeface="微软雅黑"/>
                <a:ea typeface="微软雅黑"/>
              </a:rPr>
              <a:t>Performance: Reduced waiting for PCIe</a:t>
            </a:r>
          </a:p>
        </p:txBody>
      </p:sp>
      <p:sp>
        <p:nvSpPr>
          <p:cNvPr id="26" name="Rounded Rectangle 25"/>
          <p:cNvSpPr/>
          <p:nvPr/>
        </p:nvSpPr>
        <p:spPr>
          <a:xfrm>
            <a:off x="4362743" y="4527687"/>
            <a:ext cx="1845505" cy="29489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800">
                <a:latin typeface="微软雅黑"/>
                <a:ea typeface="微软雅黑"/>
              </a:rPr>
              <a:t>Engineering: CUDA Graph friendly</a:t>
            </a:r>
          </a:p>
        </p:txBody>
      </p:sp>
      <p:sp>
        <p:nvSpPr>
          <p:cNvPr id="27" name="Rounded Rectangle 26"/>
          <p:cNvSpPr/>
          <p:nvPr/>
        </p:nvSpPr>
        <p:spPr>
          <a:xfrm>
            <a:off x="6282983" y="4527687"/>
            <a:ext cx="1845505" cy="29489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800">
                <a:latin typeface="微软雅黑"/>
                <a:ea typeface="微软雅黑"/>
              </a:rPr>
              <a:t>End side: Dynamic Resource Adjustment</a:t>
            </a:r>
          </a:p>
        </p:txBody>
      </p:sp>
      <p:sp>
        <p:nvSpPr>
          <p:cNvPr id="28" name="TextBox 27"/>
          <p:cNvSpPr txBox="1"/>
          <p:nvPr/>
        </p:nvSpPr>
        <p:spPr>
          <a:xfrm>
            <a:off x="7235190" y="4855464"/>
            <a:ext cx="1474470" cy="184666"/>
          </a:xfrm>
          <a:prstGeom prst="rect">
            <a:avLst/>
          </a:prstGeom>
          <a:noFill/>
        </p:spPr>
        <p:txBody>
          <a:bodyPr wrap="square" lIns="27432" rIns="27432" anchor="t">
            <a:spAutoFit/>
          </a:bodyPr>
          <a:lstStyle/>
          <a:p>
            <a:pPr algn="r">
              <a:defRPr sz="800" b="0">
                <a:solidFill>
                  <a:srgbClr val="94A3B8"/>
                </a:solidFill>
              </a:defRPr>
            </a:pPr>
            <a:r>
              <a:rPr sz="600"/>
              <a:t>FreeToken Technical Share · 4/8</a:t>
            </a:r>
          </a:p>
        </p:txBody>
      </p:sp>
      <p:sp>
        <p:nvSpPr>
          <p:cNvPr id="29" name="文本占位符 1">
            <a:extLst>
              <a:ext uri="{FF2B5EF4-FFF2-40B4-BE49-F238E27FC236}">
                <a16:creationId xmlns:a16="http://schemas.microsoft.com/office/drawing/2014/main" id="{64D95929-54E6-0E6B-C1E1-A260E1513FD9}"/>
              </a:ext>
            </a:extLst>
          </p:cNvPr>
          <p:cNvSpPr>
            <a:spLocks noGrp="1"/>
          </p:cNvSpPr>
          <p:nvPr>
            <p:ph type="body" sz="quarter" idx="10"/>
          </p:nvPr>
        </p:nvSpPr>
        <p:spPr>
          <a:xfrm>
            <a:off x="370132" y="188156"/>
            <a:ext cx="8397557" cy="403860"/>
          </a:xfrm>
        </p:spPr>
        <p:txBody>
          <a:bodyPr/>
          <a:lstStyle/>
          <a:p>
            <a:r>
              <a:rPr lang="en-US" altLang="zh-CN" err="1">
                <a:latin typeface="Arial"/>
                <a:ea typeface="黑体"/>
                <a:cs typeface="Arial"/>
              </a:rPr>
              <a:t>FreeToken</a:t>
            </a:r>
            <a:endParaRPr lang="en-US" altLang="zh-CN">
              <a:latin typeface="Arial"/>
              <a:ea typeface="黑体"/>
              <a:cs typeface="Arial"/>
            </a:endParaRPr>
          </a:p>
          <a:p>
            <a:r>
              <a:rPr lang="en-US" altLang="zh-CN" sz="1400">
                <a:latin typeface="Arial"/>
                <a:ea typeface="黑体"/>
                <a:cs typeface="Arial"/>
              </a:rPr>
              <a:t>Efficient Edge-Native</a:t>
            </a:r>
            <a:r>
              <a:rPr lang="en-US" altLang="zh-CN" sz="1400" err="1">
                <a:latin typeface="Arial"/>
                <a:ea typeface="黑体"/>
                <a:cs typeface="Arial"/>
              </a:rPr>
              <a:t>MORE</a:t>
            </a:r>
            <a:r>
              <a:rPr lang="en-US" altLang="zh-CN" sz="1400">
                <a:latin typeface="Arial"/>
                <a:ea typeface="黑体"/>
                <a:cs typeface="Arial"/>
              </a:rPr>
              <a:t>Serving</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with</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Bandwidth Adaptive</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Execution</a:t>
            </a:r>
            <a:endParaRPr lang="zh-CN" altLang="en-US" sz="1400">
              <a:latin typeface="Arial"/>
              <a:ea typeface="黑体"/>
              <a:cs typeface="Arial"/>
            </a:endParaRPr>
          </a:p>
        </p:txBody>
      </p:sp>
      <p:sp>
        <p:nvSpPr>
          <p:cNvPr id="31" name="文本框 30">
            <a:extLst>
              <a:ext uri="{FF2B5EF4-FFF2-40B4-BE49-F238E27FC236}">
                <a16:creationId xmlns:a16="http://schemas.microsoft.com/office/drawing/2014/main" id="{89AADFF0-A5A1-78E1-F163-8D8668B752B8}"/>
              </a:ext>
            </a:extLst>
          </p:cNvPr>
          <p:cNvSpPr txBox="1"/>
          <p:nvPr/>
        </p:nvSpPr>
        <p:spPr>
          <a:xfrm>
            <a:off x="281353" y="839666"/>
            <a:ext cx="8862645"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zh-CN" altLang="en-US" sz="1600" b="1">
                <a:solidFill>
                  <a:srgbClr val="0F172A"/>
                </a:solidFill>
                <a:latin typeface="Microsoft YaHei"/>
                <a:ea typeface="Microsoft YaHei"/>
                <a:cs typeface="+mn-lt"/>
              </a:rPr>
              <a:t>Main architecture: Full CPU storage, GPU hotspot expert, Miss after transfer by Q★ decision or CPU calculation</a:t>
            </a:r>
          </a:p>
          <a:p>
            <a:pPr algn="ctr"/>
            <a:endParaRPr lang="zh-CN" altLang="en-US">
              <a:solidFill>
                <a:srgbClr val="000000"/>
              </a:solidFill>
              <a:latin typeface="Arial" pitchFamily="34" charset="0"/>
              <a:ea typeface="黑体" panose="02010609060101010101" pitchFamily="49" charset="-122"/>
              <a:cs typeface="Arial" pitchFamily="34" charset="0"/>
            </a:endParaRPr>
          </a:p>
        </p:txBody>
      </p:sp>
      <p:pic>
        <p:nvPicPr>
          <p:cNvPr id="2" name="图片 1">
            <a:extLst>
              <a:ext uri="{FF2B5EF4-FFF2-40B4-BE49-F238E27FC236}">
                <a16:creationId xmlns:a16="http://schemas.microsoft.com/office/drawing/2014/main" id="{F362EAC3-3930-C83A-01D9-D44295AA4EE5}"/>
              </a:ext>
            </a:extLst>
          </p:cNvPr>
          <p:cNvPicPr>
            <a:picLocks noChangeAspect="1"/>
          </p:cNvPicPr>
          <p:nvPr/>
        </p:nvPicPr>
        <p:blipFill>
          <a:blip r:embed="rId2"/>
          <a:stretch>
            <a:fillRect/>
          </a:stretch>
        </p:blipFill>
        <p:spPr>
          <a:xfrm>
            <a:off x="367468" y="1292470"/>
            <a:ext cx="4918518" cy="2989383"/>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9353" y="1175004"/>
            <a:ext cx="6789420" cy="246221"/>
          </a:xfrm>
          <a:prstGeom prst="rect">
            <a:avLst/>
          </a:prstGeom>
          <a:noFill/>
        </p:spPr>
        <p:txBody>
          <a:bodyPr wrap="square" lIns="27432" tIns="45720" rIns="27432" bIns="45720" anchor="t">
            <a:spAutoFit/>
          </a:bodyPr>
          <a:lstStyle/>
          <a:p>
            <a:pPr algn="l">
              <a:defRPr sz="1050" b="0">
                <a:solidFill>
                  <a:srgbClr val="64748B"/>
                </a:solidFill>
              </a:defRPr>
            </a:pPr>
            <a:r>
              <a:rPr sz="1000" b="1">
                <a:solidFill>
                  <a:srgbClr val="000000"/>
                </a:solidFill>
                <a:latin typeface="Microsoft YaHei"/>
                <a:ea typeface="Microsoft YaHei"/>
              </a:rPr>
              <a:t>Long prompt prefill</a:t>
            </a:r>
            <a:r>
              <a:rPr sz="1000" b="1" err="1">
                <a:solidFill>
                  <a:srgbClr val="000000"/>
                </a:solidFill>
                <a:latin typeface="Microsoft YaHei"/>
                <a:ea typeface="Microsoft YaHei"/>
              </a:rPr>
              <a:t>Activates a lot of experts; FreeToken</a:t>
            </a:r>
            <a:r>
              <a:rPr sz="1000" b="1">
                <a:solidFill>
                  <a:srgbClr val="000000"/>
                </a:solidFill>
                <a:latin typeface="Microsoft YaHei"/>
                <a:ea typeface="Microsoft YaHei"/>
              </a:rPr>
              <a:t>Full-layer double buffering</a:t>
            </a:r>
            <a:r>
              <a:rPr sz="1000" b="1" err="1">
                <a:solidFill>
                  <a:srgbClr val="000000"/>
                </a:solidFill>
                <a:latin typeface="Microsoft YaHei"/>
                <a:ea typeface="Microsoft YaHei"/>
              </a:rPr>
              <a:t>Transmission and</a:t>
            </a:r>
            <a:r>
              <a:rPr sz="1000" b="1">
                <a:solidFill>
                  <a:srgbClr val="000000"/>
                </a:solidFill>
                <a:latin typeface="Microsoft YaHei"/>
                <a:ea typeface="Microsoft YaHei"/>
              </a:rPr>
              <a:t>GPU</a:t>
            </a:r>
            <a:r>
              <a:rPr sz="1000" b="1" err="1">
                <a:solidFill>
                  <a:srgbClr val="000000"/>
                </a:solidFill>
                <a:latin typeface="Microsoft YaHei"/>
                <a:ea typeface="Microsoft YaHei"/>
              </a:rPr>
              <a:t>Calculation of water flow</a:t>
            </a:r>
            <a:endParaRPr lang="zh-CN" altLang="en-US" sz="1000" b="1">
              <a:solidFill>
                <a:srgbClr val="000000"/>
              </a:solidFill>
              <a:latin typeface="Microsoft YaHei"/>
              <a:ea typeface="Microsoft YaHei"/>
            </a:endParaRPr>
          </a:p>
        </p:txBody>
      </p:sp>
      <p:sp>
        <p:nvSpPr>
          <p:cNvPr id="5" name="Rounded Rectangle 4"/>
          <p:cNvSpPr/>
          <p:nvPr/>
        </p:nvSpPr>
        <p:spPr>
          <a:xfrm>
            <a:off x="7303771" y="240030"/>
            <a:ext cx="1405889" cy="2743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750"/>
              <a:t>Prefect</a:t>
            </a:r>
          </a:p>
        </p:txBody>
      </p:sp>
      <p:sp>
        <p:nvSpPr>
          <p:cNvPr id="6" name="TextBox 5"/>
          <p:cNvSpPr txBox="1"/>
          <p:nvPr/>
        </p:nvSpPr>
        <p:spPr>
          <a:xfrm>
            <a:off x="562356" y="1601080"/>
            <a:ext cx="1783080" cy="253916"/>
          </a:xfrm>
          <a:prstGeom prst="rect">
            <a:avLst/>
          </a:prstGeom>
          <a:noFill/>
        </p:spPr>
        <p:txBody>
          <a:bodyPr wrap="square" lIns="27432" rIns="27432" anchor="t">
            <a:spAutoFit/>
          </a:bodyPr>
          <a:lstStyle/>
          <a:p>
            <a:pPr algn="l">
              <a:defRPr sz="1400" b="1">
                <a:solidFill>
                  <a:srgbClr val="0F172A"/>
                </a:solidFill>
              </a:defRPr>
            </a:pPr>
            <a:r>
              <a:rPr sz="1050"/>
              <a:t>Traditional way: Sequential waiting</a:t>
            </a:r>
          </a:p>
        </p:txBody>
      </p:sp>
      <p:sp>
        <p:nvSpPr>
          <p:cNvPr id="7" name="Rounded Rectangle 6"/>
          <p:cNvSpPr/>
          <p:nvPr/>
        </p:nvSpPr>
        <p:spPr>
          <a:xfrm>
            <a:off x="529297" y="1900018"/>
            <a:ext cx="1083564" cy="480060"/>
          </a:xfrm>
          <a:prstGeom prst="roundRect">
            <a:avLst/>
          </a:prstGeom>
          <a:solidFill>
            <a:srgbClr val="FFFFFF"/>
          </a:solidFill>
          <a:ln w="1778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8" name="TextBox 7"/>
          <p:cNvSpPr txBox="1"/>
          <p:nvPr/>
        </p:nvSpPr>
        <p:spPr>
          <a:xfrm>
            <a:off x="597877" y="1968597"/>
            <a:ext cx="946404" cy="213585"/>
          </a:xfrm>
          <a:prstGeom prst="rect">
            <a:avLst/>
          </a:prstGeom>
          <a:noFill/>
        </p:spPr>
        <p:txBody>
          <a:bodyPr wrap="square" lIns="27432" rIns="27432" anchor="t">
            <a:spAutoFit/>
          </a:bodyPr>
          <a:lstStyle/>
          <a:p>
            <a:pPr algn="ctr">
              <a:defRPr sz="1050" b="1">
                <a:solidFill>
                  <a:srgbClr val="EF4444"/>
                </a:solidFill>
              </a:defRPr>
            </a:pPr>
            <a:r>
              <a:rPr sz="800">
                <a:latin typeface="微软雅黑"/>
                <a:ea typeface="微软雅黑"/>
              </a:rPr>
              <a:t>Load L</a:t>
            </a:r>
          </a:p>
        </p:txBody>
      </p:sp>
      <p:sp>
        <p:nvSpPr>
          <p:cNvPr id="9" name="TextBox 8"/>
          <p:cNvSpPr txBox="1"/>
          <p:nvPr/>
        </p:nvSpPr>
        <p:spPr>
          <a:xfrm>
            <a:off x="611593" y="2188055"/>
            <a:ext cx="918972"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PCIe transportation</a:t>
            </a:r>
          </a:p>
        </p:txBody>
      </p:sp>
      <p:sp>
        <p:nvSpPr>
          <p:cNvPr id="10" name="Rounded Rectangle 9"/>
          <p:cNvSpPr/>
          <p:nvPr/>
        </p:nvSpPr>
        <p:spPr>
          <a:xfrm>
            <a:off x="1866607" y="1900018"/>
            <a:ext cx="1083564" cy="480060"/>
          </a:xfrm>
          <a:prstGeom prst="roundRect">
            <a:avLst/>
          </a:prstGeom>
          <a:solidFill>
            <a:srgbClr val="FFFF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1" name="TextBox 10"/>
          <p:cNvSpPr txBox="1"/>
          <p:nvPr/>
        </p:nvSpPr>
        <p:spPr>
          <a:xfrm>
            <a:off x="1935187" y="1968597"/>
            <a:ext cx="946404" cy="213585"/>
          </a:xfrm>
          <a:prstGeom prst="rect">
            <a:avLst/>
          </a:prstGeom>
          <a:noFill/>
        </p:spPr>
        <p:txBody>
          <a:bodyPr wrap="square" lIns="27432" rIns="27432" anchor="t">
            <a:spAutoFit/>
          </a:bodyPr>
          <a:lstStyle/>
          <a:p>
            <a:pPr algn="ctr">
              <a:defRPr sz="1050" b="1">
                <a:solidFill>
                  <a:srgbClr val="2563EB"/>
                </a:solidFill>
              </a:defRPr>
            </a:pPr>
            <a:r>
              <a:rPr sz="800">
                <a:latin typeface="微软雅黑"/>
                <a:ea typeface="微软雅黑"/>
              </a:rPr>
              <a:t>Compute L</a:t>
            </a:r>
          </a:p>
        </p:txBody>
      </p:sp>
      <p:sp>
        <p:nvSpPr>
          <p:cNvPr id="12" name="TextBox 11"/>
          <p:cNvSpPr txBox="1"/>
          <p:nvPr/>
        </p:nvSpPr>
        <p:spPr>
          <a:xfrm>
            <a:off x="1948903" y="2188055"/>
            <a:ext cx="918972"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GPU calculation</a:t>
            </a:r>
          </a:p>
        </p:txBody>
      </p:sp>
      <p:sp>
        <p:nvSpPr>
          <p:cNvPr id="13" name="Rounded Rectangle 12"/>
          <p:cNvSpPr/>
          <p:nvPr/>
        </p:nvSpPr>
        <p:spPr>
          <a:xfrm>
            <a:off x="3203917" y="1900018"/>
            <a:ext cx="1083564" cy="480060"/>
          </a:xfrm>
          <a:prstGeom prst="roundRect">
            <a:avLst/>
          </a:prstGeom>
          <a:solidFill>
            <a:srgbClr val="FFFFFF"/>
          </a:solidFill>
          <a:ln w="1778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4" name="TextBox 13"/>
          <p:cNvSpPr txBox="1"/>
          <p:nvPr/>
        </p:nvSpPr>
        <p:spPr>
          <a:xfrm>
            <a:off x="3272496" y="1968597"/>
            <a:ext cx="946404" cy="213585"/>
          </a:xfrm>
          <a:prstGeom prst="rect">
            <a:avLst/>
          </a:prstGeom>
          <a:noFill/>
        </p:spPr>
        <p:txBody>
          <a:bodyPr wrap="square" lIns="27432" rIns="27432" anchor="t">
            <a:spAutoFit/>
          </a:bodyPr>
          <a:lstStyle/>
          <a:p>
            <a:pPr algn="ctr">
              <a:defRPr sz="1050" b="1">
                <a:solidFill>
                  <a:srgbClr val="EF4444"/>
                </a:solidFill>
              </a:defRPr>
            </a:pPr>
            <a:r>
              <a:rPr sz="800">
                <a:latin typeface="微软雅黑"/>
                <a:ea typeface="微软雅黑"/>
              </a:rPr>
              <a:t>Load L + 1</a:t>
            </a:r>
          </a:p>
        </p:txBody>
      </p:sp>
      <p:sp>
        <p:nvSpPr>
          <p:cNvPr id="15" name="TextBox 14"/>
          <p:cNvSpPr txBox="1"/>
          <p:nvPr/>
        </p:nvSpPr>
        <p:spPr>
          <a:xfrm>
            <a:off x="3286213" y="2188055"/>
            <a:ext cx="918972"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Waiting again</a:t>
            </a:r>
          </a:p>
        </p:txBody>
      </p:sp>
      <p:sp>
        <p:nvSpPr>
          <p:cNvPr id="16" name="Rounded Rectangle 15"/>
          <p:cNvSpPr/>
          <p:nvPr/>
        </p:nvSpPr>
        <p:spPr>
          <a:xfrm>
            <a:off x="4541227" y="1900018"/>
            <a:ext cx="1083564" cy="480060"/>
          </a:xfrm>
          <a:prstGeom prst="roundRect">
            <a:avLst/>
          </a:prstGeom>
          <a:solidFill>
            <a:srgbClr val="FFFF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7" name="TextBox 16"/>
          <p:cNvSpPr txBox="1"/>
          <p:nvPr/>
        </p:nvSpPr>
        <p:spPr>
          <a:xfrm>
            <a:off x="4609807" y="1968597"/>
            <a:ext cx="946404" cy="213585"/>
          </a:xfrm>
          <a:prstGeom prst="rect">
            <a:avLst/>
          </a:prstGeom>
          <a:noFill/>
        </p:spPr>
        <p:txBody>
          <a:bodyPr wrap="square" lIns="27432" rIns="27432" anchor="t">
            <a:spAutoFit/>
          </a:bodyPr>
          <a:lstStyle/>
          <a:p>
            <a:pPr algn="ctr">
              <a:defRPr sz="1050" b="1">
                <a:solidFill>
                  <a:srgbClr val="2563EB"/>
                </a:solidFill>
              </a:defRPr>
            </a:pPr>
            <a:r>
              <a:rPr sz="800">
                <a:latin typeface="微软雅黑"/>
                <a:ea typeface="微软雅黑"/>
              </a:rPr>
              <a:t>Compute L + 1</a:t>
            </a:r>
          </a:p>
        </p:txBody>
      </p:sp>
      <p:sp>
        <p:nvSpPr>
          <p:cNvPr id="18" name="TextBox 17"/>
          <p:cNvSpPr txBox="1"/>
          <p:nvPr/>
        </p:nvSpPr>
        <p:spPr>
          <a:xfrm>
            <a:off x="4623523" y="2188055"/>
            <a:ext cx="918972"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GPU calculation</a:t>
            </a:r>
          </a:p>
        </p:txBody>
      </p:sp>
      <p:cxnSp>
        <p:nvCxnSpPr>
          <p:cNvPr id="19" name="Connector 18"/>
          <p:cNvCxnSpPr/>
          <p:nvPr/>
        </p:nvCxnSpPr>
        <p:spPr>
          <a:xfrm>
            <a:off x="1626577" y="2140048"/>
            <a:ext cx="20574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963887" y="2140048"/>
            <a:ext cx="20574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301197" y="2140048"/>
            <a:ext cx="20574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2356" y="2869810"/>
            <a:ext cx="1920240" cy="253916"/>
          </a:xfrm>
          <a:prstGeom prst="rect">
            <a:avLst/>
          </a:prstGeom>
          <a:noFill/>
        </p:spPr>
        <p:txBody>
          <a:bodyPr wrap="square" lIns="27432" rIns="27432" anchor="t">
            <a:spAutoFit/>
          </a:bodyPr>
          <a:lstStyle/>
          <a:p>
            <a:pPr algn="l">
              <a:defRPr sz="1400" b="1">
                <a:solidFill>
                  <a:srgbClr val="0F172A"/>
                </a:solidFill>
              </a:defRPr>
            </a:pPr>
            <a:r>
              <a:rPr sz="1050"/>
              <a:t>FreeToken: Double Water Flow</a:t>
            </a:r>
          </a:p>
        </p:txBody>
      </p:sp>
      <p:sp>
        <p:nvSpPr>
          <p:cNvPr id="23" name="Rounded Rectangle 22"/>
          <p:cNvSpPr/>
          <p:nvPr/>
        </p:nvSpPr>
        <p:spPr>
          <a:xfrm>
            <a:off x="511712" y="3212710"/>
            <a:ext cx="1179576" cy="480060"/>
          </a:xfrm>
          <a:prstGeom prst="roundRect">
            <a:avLst/>
          </a:prstGeom>
          <a:solidFill>
            <a:srgbClr val="FFFF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24" name="TextBox 23"/>
          <p:cNvSpPr txBox="1"/>
          <p:nvPr/>
        </p:nvSpPr>
        <p:spPr>
          <a:xfrm>
            <a:off x="580292" y="3281290"/>
            <a:ext cx="1042416" cy="213585"/>
          </a:xfrm>
          <a:prstGeom prst="rect">
            <a:avLst/>
          </a:prstGeom>
          <a:noFill/>
        </p:spPr>
        <p:txBody>
          <a:bodyPr wrap="square" lIns="27432" rIns="27432" anchor="t">
            <a:spAutoFit/>
          </a:bodyPr>
          <a:lstStyle/>
          <a:p>
            <a:pPr algn="ctr">
              <a:defRPr sz="1050" b="1">
                <a:solidFill>
                  <a:srgbClr val="2563EB"/>
                </a:solidFill>
              </a:defRPr>
            </a:pPr>
            <a:r>
              <a:rPr sz="800">
                <a:latin typeface="微软雅黑"/>
                <a:ea typeface="微软雅黑"/>
              </a:rPr>
              <a:t>GPU calculator L</a:t>
            </a:r>
          </a:p>
        </p:txBody>
      </p:sp>
      <p:sp>
        <p:nvSpPr>
          <p:cNvPr id="25" name="TextBox 24"/>
          <p:cNvSpPr txBox="1"/>
          <p:nvPr/>
        </p:nvSpPr>
        <p:spPr>
          <a:xfrm>
            <a:off x="594008" y="3500747"/>
            <a:ext cx="1014984"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Current level calculation</a:t>
            </a:r>
          </a:p>
        </p:txBody>
      </p:sp>
      <p:sp>
        <p:nvSpPr>
          <p:cNvPr id="26" name="Rounded Rectangle 25"/>
          <p:cNvSpPr/>
          <p:nvPr/>
        </p:nvSpPr>
        <p:spPr>
          <a:xfrm>
            <a:off x="1883312" y="3212710"/>
            <a:ext cx="1179576" cy="480060"/>
          </a:xfrm>
          <a:prstGeom prst="roundRect">
            <a:avLst/>
          </a:prstGeom>
          <a:solidFill>
            <a:srgbClr val="FFFFFF"/>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27" name="TextBox 26"/>
          <p:cNvSpPr txBox="1"/>
          <p:nvPr/>
        </p:nvSpPr>
        <p:spPr>
          <a:xfrm>
            <a:off x="1951892" y="3281290"/>
            <a:ext cx="1042416" cy="213585"/>
          </a:xfrm>
          <a:prstGeom prst="rect">
            <a:avLst/>
          </a:prstGeom>
          <a:noFill/>
        </p:spPr>
        <p:txBody>
          <a:bodyPr wrap="square" lIns="27432" rIns="27432" anchor="t">
            <a:spAutoFit/>
          </a:bodyPr>
          <a:lstStyle/>
          <a:p>
            <a:pPr algn="ctr">
              <a:defRPr sz="1050" b="1">
                <a:solidFill>
                  <a:srgbClr val="10B981"/>
                </a:solidFill>
              </a:defRPr>
            </a:pPr>
            <a:r>
              <a:rPr sz="800">
                <a:latin typeface="微软雅黑"/>
                <a:ea typeface="微软雅黑"/>
              </a:rPr>
              <a:t>PCIe load L+1</a:t>
            </a:r>
          </a:p>
        </p:txBody>
      </p:sp>
      <p:sp>
        <p:nvSpPr>
          <p:cNvPr id="28" name="TextBox 27"/>
          <p:cNvSpPr txBox="1"/>
          <p:nvPr/>
        </p:nvSpPr>
        <p:spPr>
          <a:xfrm>
            <a:off x="1965608" y="3500747"/>
            <a:ext cx="1014984"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Next Level of Reserve</a:t>
            </a:r>
          </a:p>
        </p:txBody>
      </p:sp>
      <p:sp>
        <p:nvSpPr>
          <p:cNvPr id="29" name="Rounded Rectangle 28"/>
          <p:cNvSpPr/>
          <p:nvPr/>
        </p:nvSpPr>
        <p:spPr>
          <a:xfrm>
            <a:off x="3254912" y="3212710"/>
            <a:ext cx="1179576" cy="480060"/>
          </a:xfrm>
          <a:prstGeom prst="roundRect">
            <a:avLst/>
          </a:prstGeom>
          <a:solidFill>
            <a:srgbClr val="FFFF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30" name="TextBox 29"/>
          <p:cNvSpPr txBox="1"/>
          <p:nvPr/>
        </p:nvSpPr>
        <p:spPr>
          <a:xfrm>
            <a:off x="3323492" y="3281290"/>
            <a:ext cx="1042416" cy="213585"/>
          </a:xfrm>
          <a:prstGeom prst="rect">
            <a:avLst/>
          </a:prstGeom>
          <a:noFill/>
        </p:spPr>
        <p:txBody>
          <a:bodyPr wrap="square" lIns="27432" rIns="27432" anchor="t">
            <a:spAutoFit/>
          </a:bodyPr>
          <a:lstStyle/>
          <a:p>
            <a:pPr algn="ctr">
              <a:defRPr sz="1050" b="1">
                <a:solidFill>
                  <a:srgbClr val="2563EB"/>
                </a:solidFill>
              </a:defRPr>
            </a:pPr>
            <a:r>
              <a:rPr sz="800">
                <a:latin typeface="微软雅黑"/>
                <a:ea typeface="微软雅黑"/>
              </a:rPr>
              <a:t>GPU computing L+1</a:t>
            </a:r>
          </a:p>
        </p:txBody>
      </p:sp>
      <p:sp>
        <p:nvSpPr>
          <p:cNvPr id="31" name="TextBox 30"/>
          <p:cNvSpPr txBox="1"/>
          <p:nvPr/>
        </p:nvSpPr>
        <p:spPr>
          <a:xfrm>
            <a:off x="3337208" y="3500747"/>
            <a:ext cx="1014984"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Uncomfortable switching</a:t>
            </a:r>
          </a:p>
        </p:txBody>
      </p:sp>
      <p:sp>
        <p:nvSpPr>
          <p:cNvPr id="32" name="Rounded Rectangle 31"/>
          <p:cNvSpPr/>
          <p:nvPr/>
        </p:nvSpPr>
        <p:spPr>
          <a:xfrm>
            <a:off x="4626512" y="3212710"/>
            <a:ext cx="1179576" cy="480060"/>
          </a:xfrm>
          <a:prstGeom prst="roundRect">
            <a:avLst/>
          </a:prstGeom>
          <a:solidFill>
            <a:srgbClr val="FFFFFF"/>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33" name="TextBox 32"/>
          <p:cNvSpPr txBox="1"/>
          <p:nvPr/>
        </p:nvSpPr>
        <p:spPr>
          <a:xfrm>
            <a:off x="4695092" y="3281290"/>
            <a:ext cx="1042416" cy="213585"/>
          </a:xfrm>
          <a:prstGeom prst="rect">
            <a:avLst/>
          </a:prstGeom>
          <a:noFill/>
        </p:spPr>
        <p:txBody>
          <a:bodyPr wrap="square" lIns="27432" rIns="27432" anchor="t">
            <a:spAutoFit/>
          </a:bodyPr>
          <a:lstStyle/>
          <a:p>
            <a:pPr algn="ctr">
              <a:defRPr sz="1050" b="1">
                <a:solidFill>
                  <a:srgbClr val="10B981"/>
                </a:solidFill>
              </a:defRPr>
            </a:pPr>
            <a:r>
              <a:rPr sz="800">
                <a:latin typeface="微软雅黑"/>
                <a:ea typeface="微软雅黑"/>
              </a:rPr>
              <a:t>PCIe load L+2</a:t>
            </a:r>
          </a:p>
        </p:txBody>
      </p:sp>
      <p:sp>
        <p:nvSpPr>
          <p:cNvPr id="34" name="TextBox 33"/>
          <p:cNvSpPr txBox="1"/>
          <p:nvPr/>
        </p:nvSpPr>
        <p:spPr>
          <a:xfrm>
            <a:off x="4708808" y="3500747"/>
            <a:ext cx="1014984"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Continue to re-plate</a:t>
            </a:r>
          </a:p>
        </p:txBody>
      </p:sp>
      <p:cxnSp>
        <p:nvCxnSpPr>
          <p:cNvPr id="35" name="Connector 34"/>
          <p:cNvCxnSpPr/>
          <p:nvPr/>
        </p:nvCxnSpPr>
        <p:spPr>
          <a:xfrm>
            <a:off x="1711862" y="3452740"/>
            <a:ext cx="13716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083462" y="3452740"/>
            <a:ext cx="13716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455062" y="3452740"/>
            <a:ext cx="13716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199631" y="1790642"/>
            <a:ext cx="2297430" cy="8915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Rounded Rectangle 38"/>
          <p:cNvSpPr/>
          <p:nvPr/>
        </p:nvSpPr>
        <p:spPr>
          <a:xfrm>
            <a:off x="6172200" y="1756352"/>
            <a:ext cx="2297430" cy="8915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Rounded Rectangle 39"/>
          <p:cNvSpPr/>
          <p:nvPr/>
        </p:nvSpPr>
        <p:spPr>
          <a:xfrm>
            <a:off x="6172200" y="1756352"/>
            <a:ext cx="82296" cy="8915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1" name="TextBox 40"/>
          <p:cNvSpPr txBox="1"/>
          <p:nvPr/>
        </p:nvSpPr>
        <p:spPr>
          <a:xfrm>
            <a:off x="6343650" y="1822117"/>
            <a:ext cx="2036826" cy="246221"/>
          </a:xfrm>
          <a:prstGeom prst="rect">
            <a:avLst/>
          </a:prstGeom>
          <a:noFill/>
        </p:spPr>
        <p:txBody>
          <a:bodyPr wrap="square" lIns="27432" rIns="27432" anchor="t">
            <a:spAutoFit/>
          </a:bodyPr>
          <a:lstStyle/>
          <a:p>
            <a:pPr algn="l">
              <a:defRPr sz="1250" b="1">
                <a:solidFill>
                  <a:srgbClr val="0F172A"/>
                </a:solidFill>
              </a:defRPr>
            </a:pPr>
            <a:r>
              <a:rPr sz="1000">
                <a:latin typeface="微软雅黑"/>
                <a:ea typeface="微软雅黑"/>
              </a:rPr>
              <a:t>Semantic-Devare State Cache</a:t>
            </a:r>
          </a:p>
        </p:txBody>
      </p:sp>
      <p:sp>
        <p:nvSpPr>
          <p:cNvPr id="42" name="TextBox 41"/>
          <p:cNvSpPr txBox="1"/>
          <p:nvPr/>
        </p:nvSpPr>
        <p:spPr>
          <a:xfrm>
            <a:off x="6326065" y="2051423"/>
            <a:ext cx="2177502" cy="584775"/>
          </a:xfrm>
          <a:prstGeom prst="rect">
            <a:avLst/>
          </a:prstGeom>
          <a:noFill/>
        </p:spPr>
        <p:txBody>
          <a:bodyPr wrap="square" lIns="27432" tIns="45720" rIns="27432" bIns="45720" anchor="t">
            <a:spAutoFit/>
          </a:bodyPr>
          <a:lstStyle/>
          <a:p>
            <a:pPr>
              <a:defRPr sz="1030" b="0">
                <a:solidFill>
                  <a:srgbClr val="1F2937"/>
                </a:solidFill>
              </a:defRPr>
            </a:pPr>
            <a:r>
              <a:rPr lang="en-US" sz="800">
                <a:solidFill>
                  <a:srgbClr val="0F1115"/>
                </a:solidFill>
                <a:highlight>
                  <a:srgbClr val="FFFFFF"/>
                </a:highlight>
                <a:latin typeface="Microsoft YaHei"/>
                <a:ea typeface="Microsoft YaHei"/>
                <a:cs typeface="+mn-lt"/>
              </a:rPr>
              <a:t>Agent</a:t>
            </a:r>
            <a:r>
              <a:rPr lang="zh-CN" altLang="en-US" sz="800">
                <a:solidFill>
                  <a:srgbClr val="0F1115"/>
                </a:solidFill>
                <a:highlight>
                  <a:srgbClr val="FFFFFF"/>
                </a:highlight>
                <a:latin typeface="Microsoft YaHei"/>
                <a:ea typeface="Microsoft YaHei"/>
                <a:cs typeface="+mn-lt"/>
              </a:rPr>
              <a:t>in the scene,</a:t>
            </a:r>
            <a:r>
              <a:rPr lang="en-US" sz="800" err="1">
                <a:solidFill>
                  <a:srgbClr val="0F1115"/>
                </a:solidFill>
                <a:highlight>
                  <a:srgbClr val="FFFFFF"/>
                </a:highlight>
                <a:latin typeface="Microsoft YaHei"/>
                <a:ea typeface="Microsoft YaHei"/>
                <a:cs typeface="+mn-lt"/>
              </a:rPr>
              <a:t>Thinking, tool</a:t>
            </a:r>
            <a:r>
              <a:rPr lang="en-US" sz="800">
                <a:solidFill>
                  <a:srgbClr val="0F1115"/>
                </a:solidFill>
                <a:highlight>
                  <a:srgbClr val="FFFFFF"/>
                </a:highlight>
                <a:latin typeface="Microsoft YaHei"/>
                <a:ea typeface="Microsoft YaHei"/>
                <a:cs typeface="+mn-lt"/>
              </a:rPr>
              <a:t>Output</a:t>
            </a:r>
            <a:r>
              <a:rPr lang="zh-CN" altLang="en-US" sz="800">
                <a:solidFill>
                  <a:srgbClr val="0F1115"/>
                </a:solidFill>
                <a:highlight>
                  <a:srgbClr val="FFFFFF"/>
                </a:highlight>
                <a:latin typeface="Microsoft YaHei"/>
                <a:ea typeface="Microsoft YaHei"/>
                <a:cs typeface="+mn-lt"/>
              </a:rPr>
              <a:t>It will be passively removed.</a:t>
            </a:r>
            <a:r>
              <a:rPr lang="en-US" sz="800">
                <a:solidFill>
                  <a:srgbClr val="0F1115"/>
                </a:solidFill>
                <a:highlight>
                  <a:srgbClr val="FFFFFF"/>
                </a:highlight>
                <a:latin typeface="Microsoft YaHei"/>
                <a:ea typeface="Microsoft YaHei"/>
                <a:cs typeface="+mn-lt"/>
              </a:rPr>
              <a:t>and ;</a:t>
            </a:r>
            <a:r>
              <a:rPr lang="en-US" sz="800" err="1">
                <a:solidFill>
                  <a:srgbClr val="0F1115"/>
                </a:solidFill>
                <a:highlight>
                  <a:srgbClr val="FFFFFF"/>
                </a:highlight>
                <a:latin typeface="Microsoft YaHei"/>
                <a:ea typeface="Microsoft YaHei"/>
                <a:cs typeface="+mn-lt"/>
              </a:rPr>
              <a:t>FreeToken</a:t>
            </a:r>
            <a:r>
              <a:rPr lang="en-US" sz="800">
                <a:solidFill>
                  <a:srgbClr val="0F1115"/>
                </a:solidFill>
                <a:highlight>
                  <a:srgbClr val="FFFFFF"/>
                </a:highlight>
                <a:latin typeface="Microsoft YaHei"/>
                <a:ea typeface="Microsoft YaHei"/>
                <a:cs typeface="+mn-lt"/>
              </a:rPr>
              <a:t> </a:t>
            </a:r>
            <a:r>
              <a:rPr lang="zh-CN" altLang="en-US" sz="800">
                <a:solidFill>
                  <a:srgbClr val="0F1115"/>
                </a:solidFill>
                <a:highlight>
                  <a:srgbClr val="FFFFFF"/>
                </a:highlight>
                <a:latin typeface="Microsoft YaHei"/>
                <a:ea typeface="Microsoft YaHei"/>
                <a:cs typeface="+mn-lt"/>
              </a:rPr>
              <a:t>Set up within the limits of language</a:t>
            </a:r>
            <a:r>
              <a:rPr lang="en-US" altLang="zh-CN" sz="800">
                <a:solidFill>
                  <a:srgbClr val="0F1115"/>
                </a:solidFill>
                <a:highlight>
                  <a:srgbClr val="FFFFFF"/>
                </a:highlight>
                <a:latin typeface="Microsoft YaHei"/>
                <a:ea typeface="Microsoft YaHei"/>
                <a:cs typeface="+mn-lt"/>
              </a:rPr>
              <a:t> </a:t>
            </a:r>
            <a:r>
              <a:rPr lang="en-US" sz="800">
                <a:solidFill>
                  <a:srgbClr val="0F1115"/>
                </a:solidFill>
                <a:highlight>
                  <a:srgbClr val="FFFFFF"/>
                </a:highlight>
                <a:latin typeface="Microsoft YaHei"/>
                <a:ea typeface="Microsoft YaHei"/>
                <a:cs typeface="+mn-lt"/>
              </a:rPr>
              <a:t>Recurrently</a:t>
            </a:r>
            <a:r>
              <a:rPr lang="en-US" altLang="zh-CN" sz="800">
                <a:solidFill>
                  <a:srgbClr val="0F1115"/>
                </a:solidFill>
                <a:highlight>
                  <a:srgbClr val="FFFFFF"/>
                </a:highlight>
                <a:latin typeface="Microsoft YaHei"/>
                <a:ea typeface="Microsoft YaHei"/>
                <a:cs typeface="+mn-lt"/>
              </a:rPr>
              <a:t> </a:t>
            </a:r>
            <a:r>
              <a:rPr lang="en-US" sz="800">
                <a:solidFill>
                  <a:srgbClr val="0F1115"/>
                </a:solidFill>
                <a:highlight>
                  <a:srgbClr val="FFFFFF"/>
                </a:highlight>
                <a:latin typeface="Microsoft YaHei"/>
                <a:ea typeface="Microsoft YaHei"/>
                <a:cs typeface="+mn-lt"/>
              </a:rPr>
              <a:t>State</a:t>
            </a:r>
            <a:r>
              <a:rPr lang="en-US" altLang="zh-CN" sz="800">
                <a:solidFill>
                  <a:srgbClr val="0F1115"/>
                </a:solidFill>
                <a:highlight>
                  <a:srgbClr val="FFFFFF"/>
                </a:highlight>
                <a:latin typeface="Microsoft YaHei"/>
                <a:ea typeface="Microsoft YaHei"/>
                <a:cs typeface="+mn-lt"/>
              </a:rPr>
              <a:t> </a:t>
            </a:r>
            <a:r>
              <a:rPr lang="en-US" sz="800">
                <a:solidFill>
                  <a:srgbClr val="0F1115"/>
                </a:solidFill>
                <a:highlight>
                  <a:srgbClr val="FFFFFF"/>
                </a:highlight>
                <a:latin typeface="Microsoft YaHei"/>
                <a:ea typeface="Microsoft YaHei"/>
                <a:cs typeface="+mn-lt"/>
              </a:rPr>
              <a:t>Checkpoint</a:t>
            </a:r>
            <a:r>
              <a:rPr lang="zh-CN" altLang="en-US" sz="800">
                <a:solidFill>
                  <a:srgbClr val="0F1115"/>
                </a:solidFill>
                <a:highlight>
                  <a:srgbClr val="FFFFFF"/>
                </a:highlight>
                <a:latin typeface="Microsoft YaHei"/>
                <a:ea typeface="Microsoft YaHei"/>
                <a:cs typeface="+mn-lt"/>
              </a:rPr>
              <a:t>To make the following editing, you only need to re-calculate the new post, without returning to the starting position.</a:t>
            </a:r>
            <a:endParaRPr lang="zh-CN" altLang="en-US" sz="800">
              <a:latin typeface="Microsoft YaHei"/>
              <a:ea typeface="Microsoft YaHei"/>
            </a:endParaRPr>
          </a:p>
        </p:txBody>
      </p:sp>
      <p:sp>
        <p:nvSpPr>
          <p:cNvPr id="43" name="Rounded Rectangle 42"/>
          <p:cNvSpPr/>
          <p:nvPr/>
        </p:nvSpPr>
        <p:spPr>
          <a:xfrm>
            <a:off x="6199631" y="2887922"/>
            <a:ext cx="2297430" cy="8915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Rounded Rectangle 43"/>
          <p:cNvSpPr/>
          <p:nvPr/>
        </p:nvSpPr>
        <p:spPr>
          <a:xfrm>
            <a:off x="6172200" y="2853632"/>
            <a:ext cx="2297430" cy="8915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45" name="Rounded Rectangle 44"/>
          <p:cNvSpPr/>
          <p:nvPr/>
        </p:nvSpPr>
        <p:spPr>
          <a:xfrm>
            <a:off x="6172200" y="2853632"/>
            <a:ext cx="82296" cy="8915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6" name="TextBox 45"/>
          <p:cNvSpPr txBox="1"/>
          <p:nvPr/>
        </p:nvSpPr>
        <p:spPr>
          <a:xfrm>
            <a:off x="6343650" y="2963360"/>
            <a:ext cx="2036826" cy="246221"/>
          </a:xfrm>
          <a:prstGeom prst="rect">
            <a:avLst/>
          </a:prstGeom>
          <a:noFill/>
        </p:spPr>
        <p:txBody>
          <a:bodyPr wrap="square" lIns="27432" rIns="27432" anchor="t">
            <a:spAutoFit/>
          </a:bodyPr>
          <a:lstStyle/>
          <a:p>
            <a:pPr algn="l">
              <a:defRPr sz="1250" b="1">
                <a:solidFill>
                  <a:srgbClr val="0F172A"/>
                </a:solidFill>
              </a:defRPr>
            </a:pPr>
            <a:r>
              <a:rPr sz="1000">
                <a:latin typeface="微软雅黑"/>
                <a:ea typeface="微软雅黑"/>
              </a:rPr>
              <a:t>Why is effective?</a:t>
            </a:r>
          </a:p>
        </p:txBody>
      </p:sp>
      <p:sp>
        <p:nvSpPr>
          <p:cNvPr id="47" name="TextBox 46"/>
          <p:cNvSpPr txBox="1"/>
          <p:nvPr/>
        </p:nvSpPr>
        <p:spPr>
          <a:xfrm>
            <a:off x="6343650" y="3210249"/>
            <a:ext cx="2036826" cy="461665"/>
          </a:xfrm>
          <a:prstGeom prst="rect">
            <a:avLst/>
          </a:prstGeom>
          <a:noFill/>
        </p:spPr>
        <p:txBody>
          <a:bodyPr wrap="square" lIns="27432" tIns="45720" rIns="27432" bIns="45720" anchor="t">
            <a:spAutoFit/>
          </a:bodyPr>
          <a:lstStyle/>
          <a:p>
            <a:pPr>
              <a:defRPr sz="1030" b="0">
                <a:solidFill>
                  <a:srgbClr val="1F2937"/>
                </a:solidFill>
              </a:defRPr>
            </a:pPr>
            <a:r>
              <a:rPr lang="zh-CN" altLang="en-US" sz="800">
                <a:solidFill>
                  <a:srgbClr val="0F1115"/>
                </a:solidFill>
                <a:highlight>
                  <a:srgbClr val="FFFFFF"/>
                </a:highlight>
                <a:latin typeface="Microsoft YaHei"/>
                <a:ea typeface="Microsoft YaHei"/>
                <a:cs typeface="+mn-lt"/>
              </a:rPr>
              <a:t>The following editing usually retains the complete before a certain language limit.</a:t>
            </a:r>
            <a:r>
              <a:rPr lang="en-US" sz="800">
                <a:solidFill>
                  <a:srgbClr val="0F1115"/>
                </a:solidFill>
                <a:highlight>
                  <a:srgbClr val="FFFFFF"/>
                </a:highlight>
                <a:latin typeface="Microsoft YaHei"/>
                <a:ea typeface="Microsoft YaHei"/>
                <a:cs typeface="+mn-lt"/>
              </a:rPr>
              <a:t>The Prefix</a:t>
            </a:r>
            <a:r>
              <a:rPr lang="zh-CN" altLang="en-US" sz="800">
                <a:solidFill>
                  <a:srgbClr val="0F1115"/>
                </a:solidFill>
                <a:highlight>
                  <a:srgbClr val="FFFFFF"/>
                </a:highlight>
                <a:latin typeface="Microsoft YaHei"/>
                <a:ea typeface="Microsoft YaHei"/>
                <a:cs typeface="+mn-lt"/>
              </a:rPr>
              <a:t>This can be effective from the latest.</a:t>
            </a:r>
            <a:r>
              <a:rPr lang="en-US" altLang="zh-CN" sz="800">
                <a:solidFill>
                  <a:srgbClr val="0F1115"/>
                </a:solidFill>
                <a:highlight>
                  <a:srgbClr val="FFFFFF"/>
                </a:highlight>
                <a:latin typeface="Microsoft YaHei"/>
                <a:ea typeface="Microsoft YaHei"/>
                <a:cs typeface="+mn-lt"/>
              </a:rPr>
              <a:t> </a:t>
            </a:r>
            <a:r>
              <a:rPr lang="en-US" sz="800">
                <a:solidFill>
                  <a:srgbClr val="0F1115"/>
                </a:solidFill>
                <a:highlight>
                  <a:srgbClr val="FFFFFF"/>
                </a:highlight>
                <a:latin typeface="Microsoft YaHei"/>
                <a:ea typeface="Microsoft YaHei"/>
                <a:cs typeface="+mn-lt"/>
              </a:rPr>
              <a:t>Checkpoint</a:t>
            </a:r>
            <a:r>
              <a:rPr lang="en-US" altLang="zh-CN" sz="800">
                <a:solidFill>
                  <a:srgbClr val="0F1115"/>
                </a:solidFill>
                <a:highlight>
                  <a:srgbClr val="FFFFFF"/>
                </a:highlight>
                <a:latin typeface="Microsoft YaHei"/>
                <a:ea typeface="Microsoft YaHei"/>
                <a:cs typeface="+mn-lt"/>
              </a:rPr>
              <a:t> </a:t>
            </a:r>
            <a:r>
              <a:rPr lang="zh-CN" altLang="en-US" sz="800">
                <a:solidFill>
                  <a:srgbClr val="0F1115"/>
                </a:solidFill>
                <a:highlight>
                  <a:srgbClr val="FFFFFF"/>
                </a:highlight>
                <a:latin typeface="Microsoft YaHei"/>
                <a:ea typeface="Microsoft YaHei"/>
                <a:cs typeface="+mn-lt"/>
              </a:rPr>
              <a:t>Recovery status</a:t>
            </a:r>
            <a:r>
              <a:rPr lang="en-US" sz="800">
                <a:solidFill>
                  <a:srgbClr val="0F1115"/>
                </a:solidFill>
                <a:highlight>
                  <a:srgbClr val="FFFFFF"/>
                </a:highlight>
                <a:latin typeface="Microsoft YaHei"/>
                <a:ea typeface="Microsoft YaHei"/>
                <a:cs typeface="+mn-lt"/>
              </a:rPr>
              <a:t>and</a:t>
            </a:r>
            <a:r>
              <a:rPr lang="zh-CN" altLang="en-US" sz="800">
                <a:solidFill>
                  <a:srgbClr val="0F1115"/>
                </a:solidFill>
                <a:highlight>
                  <a:srgbClr val="FFFFFF"/>
                </a:highlight>
                <a:latin typeface="Microsoft YaHei"/>
                <a:ea typeface="Microsoft YaHei"/>
                <a:cs typeface="+mn-lt"/>
              </a:rPr>
              <a:t>Just re-calculate new additions.</a:t>
            </a:r>
            <a:r>
              <a:rPr lang="en-US" altLang="zh-CN" sz="800">
                <a:solidFill>
                  <a:srgbClr val="0F1115"/>
                </a:solidFill>
                <a:highlight>
                  <a:srgbClr val="FFFFFF"/>
                </a:highlight>
                <a:latin typeface="Microsoft YaHei"/>
                <a:ea typeface="Microsoft YaHei"/>
                <a:cs typeface="+mn-lt"/>
              </a:rPr>
              <a:t> </a:t>
            </a:r>
            <a:r>
              <a:rPr lang="en-US" sz="800">
                <a:solidFill>
                  <a:srgbClr val="0F1115"/>
                </a:solidFill>
                <a:highlight>
                  <a:srgbClr val="FFFFFF"/>
                </a:highlight>
                <a:latin typeface="Microsoft YaHei"/>
                <a:ea typeface="Microsoft YaHei"/>
                <a:cs typeface="+mn-lt"/>
              </a:rPr>
              <a:t>Suffix</a:t>
            </a:r>
            <a:endParaRPr lang="zh-CN" altLang="en-US" sz="800">
              <a:latin typeface="Microsoft YaHei"/>
              <a:ea typeface="Microsoft YaHei"/>
            </a:endParaRPr>
          </a:p>
        </p:txBody>
      </p:sp>
      <p:sp>
        <p:nvSpPr>
          <p:cNvPr id="48" name="Rounded Rectangle 47"/>
          <p:cNvSpPr/>
          <p:nvPr/>
        </p:nvSpPr>
        <p:spPr>
          <a:xfrm>
            <a:off x="6199631" y="3985202"/>
            <a:ext cx="2297430" cy="8915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9" name="Rounded Rectangle 48"/>
          <p:cNvSpPr/>
          <p:nvPr/>
        </p:nvSpPr>
        <p:spPr>
          <a:xfrm>
            <a:off x="6172200" y="3950912"/>
            <a:ext cx="2297430" cy="8915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0" name="Rounded Rectangle 49"/>
          <p:cNvSpPr/>
          <p:nvPr/>
        </p:nvSpPr>
        <p:spPr>
          <a:xfrm>
            <a:off x="6172200" y="3950912"/>
            <a:ext cx="82296" cy="8915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1" name="TextBox 50"/>
          <p:cNvSpPr txBox="1"/>
          <p:nvPr/>
        </p:nvSpPr>
        <p:spPr>
          <a:xfrm>
            <a:off x="6343650" y="4060640"/>
            <a:ext cx="2036826" cy="246221"/>
          </a:xfrm>
          <a:prstGeom prst="rect">
            <a:avLst/>
          </a:prstGeom>
          <a:noFill/>
        </p:spPr>
        <p:txBody>
          <a:bodyPr wrap="square" lIns="27432" rIns="27432" anchor="t">
            <a:spAutoFit/>
          </a:bodyPr>
          <a:lstStyle/>
          <a:p>
            <a:pPr algn="l">
              <a:defRPr sz="1250" b="1">
                <a:solidFill>
                  <a:srgbClr val="0F172A"/>
                </a:solidFill>
              </a:defRPr>
            </a:pPr>
            <a:r>
              <a:rPr sz="1000">
                <a:latin typeface="微软雅黑"/>
                <a:ea typeface="微软雅黑"/>
              </a:rPr>
              <a:t>Direct Profits</a:t>
            </a:r>
          </a:p>
        </p:txBody>
      </p:sp>
      <p:sp>
        <p:nvSpPr>
          <p:cNvPr id="52" name="TextBox 51"/>
          <p:cNvSpPr txBox="1"/>
          <p:nvPr/>
        </p:nvSpPr>
        <p:spPr>
          <a:xfrm>
            <a:off x="6343650" y="4307529"/>
            <a:ext cx="2036826" cy="461665"/>
          </a:xfrm>
          <a:prstGeom prst="rect">
            <a:avLst/>
          </a:prstGeom>
          <a:noFill/>
        </p:spPr>
        <p:txBody>
          <a:bodyPr wrap="square" lIns="27432" tIns="45720" rIns="27432" bIns="45720" anchor="t">
            <a:spAutoFit/>
          </a:bodyPr>
          <a:lstStyle/>
          <a:p>
            <a:pPr algn="l">
              <a:defRPr sz="1030" b="0">
                <a:solidFill>
                  <a:srgbClr val="1F2937"/>
                </a:solidFill>
              </a:defRPr>
            </a:pPr>
            <a:r>
              <a:rPr sz="800" err="1">
                <a:latin typeface="微软雅黑"/>
                <a:ea typeface="微软雅黑"/>
              </a:rPr>
              <a:t>Reduced Multi-wheel</a:t>
            </a:r>
            <a:r>
              <a:rPr sz="800">
                <a:latin typeface="微软雅黑"/>
                <a:ea typeface="微软雅黑"/>
              </a:rPr>
              <a:t>TTFT of Agent</a:t>
            </a:r>
            <a:r>
              <a:rPr lang="zh-CN" altLang="en-US" sz="800">
                <a:latin typeface="微软雅黑"/>
                <a:ea typeface="微软雅黑"/>
              </a:rPr>
              <a:t>Delayed</a:t>
            </a:r>
            <a:r>
              <a:rPr lang="zh-CN" sz="800">
                <a:latin typeface="微软雅黑"/>
                <a:ea typeface="微软雅黑"/>
              </a:rPr>
              <a:t>and ;</a:t>
            </a:r>
            <a:r>
              <a:rPr sz="800">
                <a:latin typeface="微软雅黑"/>
                <a:ea typeface="微软雅黑"/>
              </a:rPr>
              <a:t>Avoid the early checkpoint after each tool calling.</a:t>
            </a:r>
            <a:r>
              <a:rPr sz="800" err="1">
                <a:latin typeface="微软雅黑"/>
                <a:ea typeface="微软雅黑"/>
              </a:rPr>
              <a:t>Re-re-re-re-re-re-re-re-re-re-re-re-re-re-re-re-re-re-re-re-re-re-re-re-re-re-re-re-re-re-re-re-re-re-re-re-re-re-re-re-re-re-re-re-re-re-re-re-re-re-</a:t>
            </a:r>
            <a:r>
              <a:rPr sz="800">
                <a:latin typeface="微软雅黑"/>
                <a:ea typeface="微软雅黑"/>
              </a:rPr>
              <a:t>Prefilled</a:t>
            </a:r>
          </a:p>
        </p:txBody>
      </p:sp>
      <p:sp>
        <p:nvSpPr>
          <p:cNvPr id="53" name="TextBox 52"/>
          <p:cNvSpPr txBox="1"/>
          <p:nvPr/>
        </p:nvSpPr>
        <p:spPr>
          <a:xfrm>
            <a:off x="525428" y="3948450"/>
            <a:ext cx="5285584" cy="1292662"/>
          </a:xfrm>
          <a:prstGeom prst="rect">
            <a:avLst/>
          </a:prstGeom>
          <a:noFill/>
        </p:spPr>
        <p:txBody>
          <a:bodyPr wrap="square" lIns="27432" tIns="45720" rIns="27432" bIns="45720" anchor="t">
            <a:spAutoFit/>
          </a:bodyPr>
          <a:lstStyle/>
          <a:p>
            <a:pPr marL="171450" indent="-171450">
              <a:lnSpc>
                <a:spcPct val="150000"/>
              </a:lnSpc>
              <a:buFont typeface="Wingdings"/>
              <a:buChar char="ü"/>
              <a:defRPr sz="1350" b="1">
                <a:solidFill>
                  <a:srgbClr val="0F172A"/>
                </a:solidFill>
              </a:defRPr>
            </a:pPr>
            <a:r>
              <a:rPr lang="zh-CN" altLang="en-US" sz="1200" err="1">
                <a:solidFill>
                  <a:srgbClr val="0F172A"/>
                </a:solidFill>
                <a:latin typeface="微软雅黑"/>
                <a:ea typeface="微软雅黑"/>
                <a:cs typeface="+mn-lt"/>
              </a:rPr>
              <a:t>Parallel to the level</a:t>
            </a:r>
            <a:r>
              <a:rPr lang="en-US" sz="1200" err="1">
                <a:solidFill>
                  <a:srgbClr val="0F172A"/>
                </a:solidFill>
                <a:latin typeface="微软雅黑"/>
                <a:ea typeface="微软雅黑"/>
                <a:cs typeface="+mn-lt"/>
              </a:rPr>
              <a:t>and :</a:t>
            </a:r>
            <a:r>
              <a:rPr lang="zh-CN" altLang="en-US" sz="1200" err="1">
                <a:solidFill>
                  <a:srgbClr val="0F172A"/>
                </a:solidFill>
                <a:latin typeface="微软雅黑"/>
                <a:ea typeface="微软雅黑"/>
                <a:cs typeface="+mn-lt"/>
              </a:rPr>
              <a:t>Current layer calculation with the next layer expert pre-replating</a:t>
            </a:r>
            <a:r>
              <a:rPr lang="en-US" sz="1200" err="1">
                <a:solidFill>
                  <a:srgbClr val="0F172A"/>
                </a:solidFill>
                <a:latin typeface="微软雅黑"/>
                <a:ea typeface="微软雅黑"/>
                <a:cs typeface="+mn-lt"/>
              </a:rPr>
              <a:t>and</a:t>
            </a:r>
            <a:r>
              <a:rPr lang="en-US" altLang="zh-CN" sz="1200" err="1">
                <a:solidFill>
                  <a:srgbClr val="0F172A"/>
                </a:solidFill>
                <a:latin typeface="微软雅黑"/>
                <a:ea typeface="微软雅黑"/>
                <a:cs typeface="+mn-lt"/>
              </a:rPr>
              <a:t>PCIe</a:t>
            </a:r>
            <a:r>
              <a:rPr lang="en-US" altLang="zh-CN" sz="1200">
                <a:solidFill>
                  <a:srgbClr val="0F172A"/>
                </a:solidFill>
                <a:latin typeface="微软雅黑"/>
                <a:ea typeface="微软雅黑"/>
                <a:cs typeface="+mn-lt"/>
              </a:rPr>
              <a:t> </a:t>
            </a:r>
            <a:r>
              <a:rPr lang="zh-CN" altLang="en-US" sz="1200" err="1">
                <a:solidFill>
                  <a:srgbClr val="0F172A"/>
                </a:solidFill>
                <a:latin typeface="微软雅黑"/>
                <a:ea typeface="微软雅黑"/>
                <a:cs typeface="+mn-lt"/>
              </a:rPr>
              <a:t>Transportation is not blocked.</a:t>
            </a:r>
            <a:r>
              <a:rPr lang="en-US" altLang="zh-CN" sz="1200">
                <a:solidFill>
                  <a:srgbClr val="0F172A"/>
                </a:solidFill>
                <a:latin typeface="微软雅黑"/>
                <a:ea typeface="微软雅黑"/>
                <a:cs typeface="+mn-lt"/>
              </a:rPr>
              <a:t>GPU</a:t>
            </a:r>
            <a:endParaRPr lang="zh-CN" sz="1200">
              <a:latin typeface="微软雅黑"/>
              <a:ea typeface="微软雅黑"/>
            </a:endParaRPr>
          </a:p>
          <a:p>
            <a:pPr marL="171450" indent="-171450">
              <a:lnSpc>
                <a:spcPct val="150000"/>
              </a:lnSpc>
              <a:buFont typeface="Wingdings"/>
              <a:buChar char="ü"/>
              <a:defRPr sz="1350" b="1">
                <a:solidFill>
                  <a:srgbClr val="0F172A"/>
                </a:solidFill>
              </a:defRPr>
            </a:pPr>
            <a:r>
              <a:rPr lang="en-US" altLang="zh-CN" sz="1200" err="1">
                <a:latin typeface="微软雅黑"/>
                <a:ea typeface="微软雅黑"/>
                <a:cs typeface="Arial"/>
              </a:rPr>
              <a:t>Repeat of the wheel: Falling at the verbal border, restored from the latest checkpoint after editing the above, without repeat</a:t>
            </a:r>
            <a:r>
              <a:rPr lang="en-US" altLang="zh-CN" sz="1200">
                <a:latin typeface="微软雅黑"/>
                <a:ea typeface="微软雅黑"/>
                <a:cs typeface="Arial"/>
              </a:rPr>
              <a:t>Prefect</a:t>
            </a:r>
          </a:p>
          <a:p>
            <a:pPr marL="171450" indent="-171450">
              <a:buFont typeface="Wingdings"/>
              <a:buChar char="ü"/>
              <a:defRPr sz="1350" b="1">
                <a:solidFill>
                  <a:srgbClr val="0F172A"/>
                </a:solidFill>
              </a:defRPr>
            </a:pPr>
            <a:endParaRPr lang="en-US" altLang="zh-CN" sz="1200">
              <a:latin typeface="微软雅黑"/>
              <a:ea typeface="微软雅黑"/>
              <a:cs typeface="Arial"/>
            </a:endParaRPr>
          </a:p>
          <a:p>
            <a:pPr marL="171450" indent="-171450">
              <a:buFont typeface="Wingdings"/>
              <a:buChar char="ü"/>
              <a:defRPr sz="1350" b="1">
                <a:solidFill>
                  <a:srgbClr val="0F172A"/>
                </a:solidFill>
              </a:defRPr>
            </a:pPr>
            <a:endParaRPr lang="zh-CN" altLang="en-US" sz="1200">
              <a:latin typeface="微软雅黑"/>
              <a:ea typeface="微软雅黑"/>
              <a:cs typeface="Arial"/>
            </a:endParaRPr>
          </a:p>
        </p:txBody>
      </p:sp>
      <p:sp>
        <p:nvSpPr>
          <p:cNvPr id="54" name="TextBox 53"/>
          <p:cNvSpPr txBox="1"/>
          <p:nvPr/>
        </p:nvSpPr>
        <p:spPr>
          <a:xfrm>
            <a:off x="7235190" y="4855464"/>
            <a:ext cx="1474470" cy="184666"/>
          </a:xfrm>
          <a:prstGeom prst="rect">
            <a:avLst/>
          </a:prstGeom>
          <a:noFill/>
        </p:spPr>
        <p:txBody>
          <a:bodyPr wrap="square" lIns="27432" rIns="27432" anchor="t">
            <a:spAutoFit/>
          </a:bodyPr>
          <a:lstStyle/>
          <a:p>
            <a:pPr algn="r">
              <a:defRPr sz="800" b="0">
                <a:solidFill>
                  <a:srgbClr val="94A3B8"/>
                </a:solidFill>
              </a:defRPr>
            </a:pPr>
            <a:r>
              <a:rPr sz="600"/>
              <a:t>FreeToken Technical Share · 5/8</a:t>
            </a:r>
          </a:p>
        </p:txBody>
      </p:sp>
      <p:sp>
        <p:nvSpPr>
          <p:cNvPr id="56" name="文本占位符 1">
            <a:extLst>
              <a:ext uri="{FF2B5EF4-FFF2-40B4-BE49-F238E27FC236}">
                <a16:creationId xmlns:a16="http://schemas.microsoft.com/office/drawing/2014/main" id="{187FB915-7AE7-9B99-B827-3AE41D6DA983}"/>
              </a:ext>
            </a:extLst>
          </p:cNvPr>
          <p:cNvSpPr>
            <a:spLocks noGrp="1"/>
          </p:cNvSpPr>
          <p:nvPr>
            <p:ph type="body" sz="quarter" idx="10"/>
          </p:nvPr>
        </p:nvSpPr>
        <p:spPr>
          <a:xfrm>
            <a:off x="370132" y="188156"/>
            <a:ext cx="8397557" cy="403860"/>
          </a:xfrm>
        </p:spPr>
        <p:txBody>
          <a:bodyPr/>
          <a:lstStyle/>
          <a:p>
            <a:r>
              <a:rPr lang="en-US" altLang="zh-CN" err="1">
                <a:latin typeface="Arial"/>
                <a:ea typeface="黑体"/>
                <a:cs typeface="Arial"/>
              </a:rPr>
              <a:t>FreeToken</a:t>
            </a:r>
            <a:endParaRPr lang="en-US" altLang="zh-CN">
              <a:latin typeface="Arial"/>
              <a:ea typeface="黑体"/>
              <a:cs typeface="Arial"/>
            </a:endParaRPr>
          </a:p>
          <a:p>
            <a:r>
              <a:rPr lang="en-US" altLang="zh-CN" sz="1400">
                <a:latin typeface="Arial"/>
                <a:ea typeface="黑体"/>
                <a:cs typeface="Arial"/>
              </a:rPr>
              <a:t>Efficient Edge-Native</a:t>
            </a:r>
            <a:r>
              <a:rPr lang="en-US" altLang="zh-CN" sz="1400" err="1">
                <a:latin typeface="Arial"/>
                <a:ea typeface="黑体"/>
                <a:cs typeface="Arial"/>
              </a:rPr>
              <a:t>MORE</a:t>
            </a:r>
            <a:r>
              <a:rPr lang="en-US" altLang="zh-CN" sz="1400">
                <a:latin typeface="Arial"/>
                <a:ea typeface="黑体"/>
                <a:cs typeface="Arial"/>
              </a:rPr>
              <a:t>Serving</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with</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Bandwidth Adaptive</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Execution</a:t>
            </a:r>
            <a:endParaRPr lang="zh-CN" altLang="en-US" sz="1400">
              <a:latin typeface="Arial"/>
              <a:ea typeface="黑体"/>
              <a:cs typeface="Arial"/>
            </a:endParaRPr>
          </a:p>
        </p:txBody>
      </p:sp>
      <p:sp>
        <p:nvSpPr>
          <p:cNvPr id="58" name="文本框 57">
            <a:extLst>
              <a:ext uri="{FF2B5EF4-FFF2-40B4-BE49-F238E27FC236}">
                <a16:creationId xmlns:a16="http://schemas.microsoft.com/office/drawing/2014/main" id="{C7B3E077-3459-D6F4-EA43-60AEDD48A8EE}"/>
              </a:ext>
            </a:extLst>
          </p:cNvPr>
          <p:cNvSpPr txBox="1"/>
          <p:nvPr/>
        </p:nvSpPr>
        <p:spPr>
          <a:xfrm>
            <a:off x="263769" y="813288"/>
            <a:ext cx="898573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zh-CN" altLang="en-US" sz="1600" b="1">
                <a:solidFill>
                  <a:srgbClr val="0F172A"/>
                </a:solidFill>
                <a:latin typeface="Microsoft YaHei"/>
                <a:ea typeface="Microsoft YaHei"/>
                <a:cs typeface="+mn-lt"/>
              </a:rPr>
              <a:t>The core principle 1:</a:t>
            </a:r>
            <a:r>
              <a:rPr lang="en-US" altLang="zh-CN" sz="1600" b="1">
                <a:solidFill>
                  <a:srgbClr val="0F172A"/>
                </a:solidFill>
                <a:latin typeface="Microsoft YaHei"/>
                <a:ea typeface="Microsoft YaHei"/>
                <a:cs typeface="+mn-lt"/>
              </a:rPr>
              <a:t>Prefect</a:t>
            </a:r>
            <a:r>
              <a:rPr lang="zh-CN" altLang="en-US" sz="1600" b="1">
                <a:solidFill>
                  <a:srgbClr val="0F172A"/>
                </a:solidFill>
                <a:latin typeface="Microsoft YaHei"/>
                <a:ea typeface="Microsoft YaHei"/>
                <a:cs typeface="+mn-lt"/>
              </a:rPr>
              <a:t>How to put</a:t>
            </a:r>
            <a:r>
              <a:rPr lang="en-US" altLang="zh-CN" sz="1600" b="1">
                <a:solidFill>
                  <a:srgbClr val="0F172A"/>
                </a:solidFill>
                <a:latin typeface="Microsoft YaHei"/>
                <a:ea typeface="Microsoft YaHei"/>
                <a:cs typeface="+mn-lt"/>
              </a:rPr>
              <a:t>“</a:t>
            </a:r>
            <a:r>
              <a:rPr lang="zh-CN" altLang="en-US" sz="1600" b="1">
                <a:solidFill>
                  <a:srgbClr val="0F172A"/>
                </a:solidFill>
                <a:latin typeface="Microsoft YaHei"/>
                <a:ea typeface="Microsoft YaHei"/>
                <a:cs typeface="+mn-lt"/>
              </a:rPr>
              <a:t>Transfer Expert</a:t>
            </a:r>
            <a:r>
              <a:rPr lang="en-US" altLang="zh-CN" sz="1600" b="1">
                <a:solidFill>
                  <a:srgbClr val="0F172A"/>
                </a:solidFill>
                <a:latin typeface="Microsoft YaHei"/>
                <a:ea typeface="Microsoft YaHei"/>
                <a:cs typeface="+mn-lt"/>
              </a:rPr>
              <a:t>“</a:t>
            </a:r>
            <a:r>
              <a:rPr lang="zh-CN" altLang="en-US" sz="1600" b="1">
                <a:solidFill>
                  <a:srgbClr val="0F172A"/>
                </a:solidFill>
                <a:latin typeface="Microsoft YaHei"/>
                <a:ea typeface="Microsoft YaHei"/>
                <a:cs typeface="+mn-lt"/>
              </a:rPr>
              <a:t>Time to Hide?</a:t>
            </a:r>
            <a:endParaRPr lang="zh-CN" sz="1600">
              <a:solidFill>
                <a:srgbClr val="000000"/>
              </a:solidFill>
              <a:latin typeface="Microsoft YaHei"/>
              <a:ea typeface="Microsoft YaHei"/>
              <a:cs typeface="+mn-lt"/>
            </a:endParaRPr>
          </a:p>
          <a:p>
            <a:pPr marL="342900" indent="-342900">
              <a:buFont typeface="Wingdings"/>
              <a:buChar char="Ø"/>
            </a:pPr>
            <a:endParaRPr lang="zh-CN" altLang="en-US" sz="1600" b="1">
              <a:solidFill>
                <a:srgbClr val="0F172A"/>
              </a:solidFill>
              <a:latin typeface="Microsoft YaHei"/>
              <a:ea typeface="Microsoft YaHei"/>
              <a:cs typeface="+mn-lt"/>
            </a:endParaRPr>
          </a:p>
          <a:p>
            <a:pPr marL="342900" indent="-342900">
              <a:buFont typeface="Wingdings"/>
              <a:buChar char="Ø"/>
            </a:pPr>
            <a:endParaRPr lang="zh-CN" altLang="en-US" sz="1600" b="1">
              <a:solidFill>
                <a:srgbClr val="0F172A"/>
              </a:solidFill>
              <a:latin typeface="Microsoft YaHei"/>
              <a:ea typeface="Microsoft YaHei"/>
              <a:cs typeface="+mn-lt"/>
            </a:endParaRPr>
          </a:p>
          <a:p>
            <a:endParaRPr lang="zh-CN" altLang="en-US">
              <a:solidFill>
                <a:srgbClr val="000000"/>
              </a:solidFill>
              <a:latin typeface="Arial" pitchFamily="34" charset="0"/>
              <a:ea typeface="黑体" panose="02010609060101010101" pitchFamily="49" charset="-122"/>
              <a:cs typeface="Arial" pitchFamily="34" charset="0"/>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4977" y="917510"/>
            <a:ext cx="8751863" cy="584775"/>
          </a:xfrm>
          <a:prstGeom prst="rect">
            <a:avLst/>
          </a:prstGeom>
          <a:noFill/>
        </p:spPr>
        <p:txBody>
          <a:bodyPr wrap="square" lIns="27432" tIns="45720" rIns="27432" bIns="45720" anchor="t">
            <a:spAutoFit/>
          </a:bodyPr>
          <a:lstStyle/>
          <a:p>
            <a:pPr marL="285750" indent="-285750">
              <a:buFont typeface="Wingdings"/>
              <a:buChar char="Ø"/>
              <a:defRPr sz="2500" b="1">
                <a:solidFill>
                  <a:srgbClr val="0F172A"/>
                </a:solidFill>
              </a:defRPr>
            </a:pPr>
            <a:r>
              <a:rPr sz="1600">
                <a:latin typeface="Microsoft YaHei"/>
                <a:ea typeface="Microsoft YaHei"/>
              </a:rPr>
              <a:t>The basic principle 2:</a:t>
            </a:r>
            <a:r>
              <a:rPr lang="en-US" sz="1600">
                <a:solidFill>
                  <a:srgbClr val="0F172A"/>
                </a:solidFill>
                <a:latin typeface="Microsoft YaHei"/>
                <a:ea typeface="Microsoft YaHei"/>
                <a:cs typeface="+mn-lt"/>
              </a:rPr>
              <a:t>Cache</a:t>
            </a:r>
            <a:r>
              <a:rPr lang="zh-CN" sz="1600">
                <a:solidFill>
                  <a:srgbClr val="0F172A"/>
                </a:solidFill>
                <a:latin typeface="Microsoft YaHei"/>
                <a:ea typeface="Microsoft YaHei"/>
                <a:cs typeface="+mn-lt"/>
              </a:rPr>
              <a:t> </a:t>
            </a:r>
            <a:r>
              <a:rPr lang="en-US" sz="1600">
                <a:solidFill>
                  <a:srgbClr val="0F172A"/>
                </a:solidFill>
                <a:latin typeface="Microsoft YaHei"/>
                <a:ea typeface="Microsoft YaHei"/>
                <a:cs typeface="+mn-lt"/>
              </a:rPr>
              <a:t>Miss</a:t>
            </a:r>
            <a:r>
              <a:rPr lang="zh-CN" sz="1600">
                <a:solidFill>
                  <a:srgbClr val="0F172A"/>
                </a:solidFill>
                <a:latin typeface="Microsoft YaHei"/>
                <a:ea typeface="Microsoft YaHei"/>
                <a:cs typeface="+mn-lt"/>
              </a:rPr>
              <a:t>Decisioning Decisioning</a:t>
            </a:r>
            <a:r>
              <a:rPr lang="en-US" sz="1600">
                <a:solidFill>
                  <a:srgbClr val="0F172A"/>
                </a:solidFill>
                <a:latin typeface="Microsoft YaHei"/>
                <a:ea typeface="Microsoft YaHei"/>
                <a:cs typeface="+mn-lt"/>
              </a:rPr>
              <a:t>——</a:t>
            </a:r>
            <a:r>
              <a:rPr lang="zh-CN" sz="1600">
                <a:solidFill>
                  <a:srgbClr val="0F172A"/>
                </a:solidFill>
                <a:latin typeface="Microsoft YaHei"/>
                <a:ea typeface="Microsoft YaHei"/>
                <a:cs typeface="+mn-lt"/>
              </a:rPr>
              <a:t> </a:t>
            </a:r>
            <a:r>
              <a:rPr lang="en-US" sz="1600">
                <a:solidFill>
                  <a:srgbClr val="0F172A"/>
                </a:solidFill>
                <a:latin typeface="Microsoft YaHei"/>
                <a:ea typeface="Microsoft YaHei"/>
                <a:cs typeface="+mn-lt"/>
              </a:rPr>
              <a:t>Q</a:t>
            </a:r>
            <a:r>
              <a:rPr lang="zh-CN" sz="1600">
                <a:solidFill>
                  <a:srgbClr val="0F172A"/>
                </a:solidFill>
                <a:latin typeface="Microsoft YaHei"/>
                <a:ea typeface="Microsoft YaHei"/>
                <a:cs typeface="+mn-lt"/>
              </a:rPr>
              <a:t>★ Routing score determines the expert go toward: high → moving</a:t>
            </a:r>
            <a:r>
              <a:rPr lang="en-US" sz="1600">
                <a:solidFill>
                  <a:srgbClr val="0F172A"/>
                </a:solidFill>
                <a:latin typeface="Microsoft YaHei"/>
                <a:ea typeface="Microsoft YaHei"/>
                <a:cs typeface="+mn-lt"/>
              </a:rPr>
              <a:t>GPU</a:t>
            </a:r>
            <a:r>
              <a:rPr lang="zh-CN" sz="1600">
                <a:solidFill>
                  <a:srgbClr val="0F172A"/>
                </a:solidFill>
                <a:latin typeface="Microsoft YaHei"/>
                <a:ea typeface="Microsoft YaHei"/>
                <a:cs typeface="+mn-lt"/>
              </a:rPr>
              <a:t>Low → Residence</a:t>
            </a:r>
            <a:r>
              <a:rPr lang="en-US" sz="1600">
                <a:solidFill>
                  <a:srgbClr val="0F172A"/>
                </a:solidFill>
                <a:latin typeface="Microsoft YaHei"/>
                <a:ea typeface="Microsoft YaHei"/>
                <a:cs typeface="+mn-lt"/>
              </a:rPr>
              <a:t>CPU</a:t>
            </a:r>
            <a:endParaRPr lang="zh-CN" altLang="en-US" sz="1600">
              <a:solidFill>
                <a:srgbClr val="0F172A"/>
              </a:solidFill>
              <a:latin typeface="Microsoft YaHei"/>
              <a:ea typeface="Microsoft YaHei"/>
              <a:cs typeface="Arial"/>
            </a:endParaRPr>
          </a:p>
        </p:txBody>
      </p:sp>
      <p:sp>
        <p:nvSpPr>
          <p:cNvPr id="5" name="Rounded Rectangle 4"/>
          <p:cNvSpPr/>
          <p:nvPr/>
        </p:nvSpPr>
        <p:spPr>
          <a:xfrm>
            <a:off x="7303771" y="240030"/>
            <a:ext cx="1405889" cy="2743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750"/>
              <a:t>Q★ Policy</a:t>
            </a:r>
          </a:p>
        </p:txBody>
      </p:sp>
      <p:sp>
        <p:nvSpPr>
          <p:cNvPr id="6" name="Rounded Rectangle 5"/>
          <p:cNvSpPr/>
          <p:nvPr/>
        </p:nvSpPr>
        <p:spPr>
          <a:xfrm>
            <a:off x="367870" y="1732085"/>
            <a:ext cx="1426464" cy="562356"/>
          </a:xfrm>
          <a:prstGeom prst="roundRect">
            <a:avLst/>
          </a:prstGeom>
          <a:solidFill>
            <a:srgbClr val="FFFFFF"/>
          </a:solidFill>
          <a:ln w="1778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7" name="TextBox 6"/>
          <p:cNvSpPr txBox="1"/>
          <p:nvPr/>
        </p:nvSpPr>
        <p:spPr>
          <a:xfrm>
            <a:off x="436450" y="1800665"/>
            <a:ext cx="1289304" cy="215444"/>
          </a:xfrm>
          <a:prstGeom prst="rect">
            <a:avLst/>
          </a:prstGeom>
          <a:noFill/>
        </p:spPr>
        <p:txBody>
          <a:bodyPr wrap="square" lIns="27432" rIns="27432" anchor="t">
            <a:spAutoFit/>
          </a:bodyPr>
          <a:lstStyle/>
          <a:p>
            <a:pPr algn="ctr">
              <a:defRPr sz="1050" b="1">
                <a:solidFill>
                  <a:srgbClr val="7C3AED"/>
                </a:solidFill>
              </a:defRPr>
            </a:pPr>
            <a:r>
              <a:rPr sz="800">
                <a:latin typeface="微软雅黑"/>
                <a:ea typeface="微软雅黑"/>
              </a:rPr>
              <a:t>Router</a:t>
            </a:r>
          </a:p>
        </p:txBody>
      </p:sp>
      <p:sp>
        <p:nvSpPr>
          <p:cNvPr id="8" name="TextBox 7"/>
          <p:cNvSpPr txBox="1"/>
          <p:nvPr/>
        </p:nvSpPr>
        <p:spPr>
          <a:xfrm>
            <a:off x="450166" y="2020122"/>
            <a:ext cx="1261872"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Top-K experts</a:t>
            </a:r>
          </a:p>
        </p:txBody>
      </p:sp>
      <p:sp>
        <p:nvSpPr>
          <p:cNvPr id="9" name="Rounded Rectangle 8"/>
          <p:cNvSpPr/>
          <p:nvPr/>
        </p:nvSpPr>
        <p:spPr>
          <a:xfrm>
            <a:off x="2096086" y="1732085"/>
            <a:ext cx="1426464" cy="562356"/>
          </a:xfrm>
          <a:prstGeom prst="roundRect">
            <a:avLst/>
          </a:prstGeom>
          <a:solidFill>
            <a:srgbClr val="FFFF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0" name="TextBox 9"/>
          <p:cNvSpPr txBox="1"/>
          <p:nvPr/>
        </p:nvSpPr>
        <p:spPr>
          <a:xfrm>
            <a:off x="2164666" y="1800665"/>
            <a:ext cx="1289304" cy="215444"/>
          </a:xfrm>
          <a:prstGeom prst="rect">
            <a:avLst/>
          </a:prstGeom>
          <a:noFill/>
        </p:spPr>
        <p:txBody>
          <a:bodyPr wrap="square" lIns="27432" rIns="27432" anchor="t">
            <a:spAutoFit/>
          </a:bodyPr>
          <a:lstStyle/>
          <a:p>
            <a:pPr algn="ctr">
              <a:defRPr sz="1050" b="1">
                <a:solidFill>
                  <a:srgbClr val="2563EB"/>
                </a:solidFill>
              </a:defRPr>
            </a:pPr>
            <a:r>
              <a:rPr sz="800">
                <a:latin typeface="微软雅黑"/>
                <a:ea typeface="微软雅黑"/>
              </a:rPr>
              <a:t>Cache Search</a:t>
            </a:r>
          </a:p>
        </p:txBody>
      </p:sp>
      <p:sp>
        <p:nvSpPr>
          <p:cNvPr id="11" name="TextBox 10"/>
          <p:cNvSpPr txBox="1"/>
          <p:nvPr/>
        </p:nvSpPr>
        <p:spPr>
          <a:xfrm>
            <a:off x="2178382" y="1967368"/>
            <a:ext cx="1261872" cy="307777"/>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H: cache hits</a:t>
            </a:r>
            <a:br>
              <a:rPr sz="700">
                <a:latin typeface="微软雅黑"/>
                <a:ea typeface="微软雅黑"/>
              </a:rPr>
            </a:br>
            <a:r>
              <a:rPr sz="700">
                <a:latin typeface="微软雅黑"/>
                <a:ea typeface="微软雅黑"/>
              </a:rPr>
              <a:t>M: missing</a:t>
            </a:r>
          </a:p>
        </p:txBody>
      </p:sp>
      <p:sp>
        <p:nvSpPr>
          <p:cNvPr id="12" name="Rounded Rectangle 11"/>
          <p:cNvSpPr/>
          <p:nvPr/>
        </p:nvSpPr>
        <p:spPr>
          <a:xfrm>
            <a:off x="3824302" y="1732085"/>
            <a:ext cx="1426464" cy="562356"/>
          </a:xfrm>
          <a:prstGeom prst="roundRect">
            <a:avLst/>
          </a:prstGeom>
          <a:solidFill>
            <a:srgbClr val="FFFFFF"/>
          </a:solidFill>
          <a:ln w="1778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3" name="TextBox 12"/>
          <p:cNvSpPr txBox="1"/>
          <p:nvPr/>
        </p:nvSpPr>
        <p:spPr>
          <a:xfrm>
            <a:off x="3892882" y="1800665"/>
            <a:ext cx="1289304" cy="215444"/>
          </a:xfrm>
          <a:prstGeom prst="rect">
            <a:avLst/>
          </a:prstGeom>
          <a:noFill/>
        </p:spPr>
        <p:txBody>
          <a:bodyPr wrap="square" lIns="27432" rIns="27432" anchor="t">
            <a:spAutoFit/>
          </a:bodyPr>
          <a:lstStyle/>
          <a:p>
            <a:pPr algn="ctr">
              <a:defRPr sz="1050" b="1">
                <a:solidFill>
                  <a:srgbClr val="F59E0B"/>
                </a:solidFill>
              </a:defRPr>
            </a:pPr>
            <a:r>
              <a:rPr sz="800">
                <a:latin typeface="微软雅黑"/>
                <a:ea typeface="微软雅黑"/>
              </a:rPr>
              <a:t>Split misses</a:t>
            </a:r>
          </a:p>
        </p:txBody>
      </p:sp>
      <p:sp>
        <p:nvSpPr>
          <p:cNvPr id="14" name="TextBox 13"/>
          <p:cNvSpPr txBox="1"/>
          <p:nvPr/>
        </p:nvSpPr>
        <p:spPr>
          <a:xfrm>
            <a:off x="3906598" y="1967368"/>
            <a:ext cx="1261872" cy="307777"/>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M = F  C</a:t>
            </a:r>
            <a:br>
              <a:rPr sz="700">
                <a:latin typeface="微软雅黑"/>
                <a:ea typeface="微软雅黑"/>
              </a:rPr>
            </a:br>
            <a:r>
              <a:rPr sz="700">
                <a:latin typeface="微软雅黑"/>
                <a:ea typeface="微软雅黑"/>
              </a:rPr>
              <a:t>Q = F</a:t>
            </a:r>
          </a:p>
        </p:txBody>
      </p:sp>
      <p:sp>
        <p:nvSpPr>
          <p:cNvPr id="15" name="Rounded Rectangle 14"/>
          <p:cNvSpPr/>
          <p:nvPr/>
        </p:nvSpPr>
        <p:spPr>
          <a:xfrm>
            <a:off x="5552518" y="1732085"/>
            <a:ext cx="1426464" cy="562356"/>
          </a:xfrm>
          <a:prstGeom prst="roundRect">
            <a:avLst/>
          </a:prstGeom>
          <a:solidFill>
            <a:srgbClr val="FFFFFF"/>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6" name="TextBox 15"/>
          <p:cNvSpPr txBox="1"/>
          <p:nvPr/>
        </p:nvSpPr>
        <p:spPr>
          <a:xfrm>
            <a:off x="5621098" y="1800665"/>
            <a:ext cx="1289304" cy="215444"/>
          </a:xfrm>
          <a:prstGeom prst="rect">
            <a:avLst/>
          </a:prstGeom>
          <a:noFill/>
        </p:spPr>
        <p:txBody>
          <a:bodyPr wrap="square" lIns="27432" rIns="27432" anchor="t">
            <a:spAutoFit/>
          </a:bodyPr>
          <a:lstStyle/>
          <a:p>
            <a:pPr algn="ctr">
              <a:defRPr sz="1050" b="1">
                <a:solidFill>
                  <a:srgbClr val="10B981"/>
                </a:solidFill>
              </a:defRPr>
            </a:pPr>
            <a:r>
              <a:rPr sz="800">
                <a:latin typeface="微软雅黑"/>
                <a:ea typeface="微软雅黑"/>
              </a:rPr>
              <a:t>Contemporary</a:t>
            </a:r>
          </a:p>
        </p:txBody>
      </p:sp>
      <p:sp>
        <p:nvSpPr>
          <p:cNvPr id="17" name="TextBox 16"/>
          <p:cNvSpPr txBox="1"/>
          <p:nvPr/>
        </p:nvSpPr>
        <p:spPr>
          <a:xfrm>
            <a:off x="5634813" y="2020122"/>
            <a:ext cx="1261872"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CPU computing + CPU computing</a:t>
            </a:r>
          </a:p>
        </p:txBody>
      </p:sp>
      <p:sp>
        <p:nvSpPr>
          <p:cNvPr id="18" name="Rounded Rectangle 17"/>
          <p:cNvSpPr/>
          <p:nvPr/>
        </p:nvSpPr>
        <p:spPr>
          <a:xfrm>
            <a:off x="7280734" y="1732085"/>
            <a:ext cx="1131570" cy="562356"/>
          </a:xfrm>
          <a:prstGeom prst="roundRect">
            <a:avLst/>
          </a:prstGeom>
          <a:solidFill>
            <a:srgbClr val="FFFFFF"/>
          </a:solidFill>
          <a:ln w="1778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9" name="TextBox 18"/>
          <p:cNvSpPr txBox="1"/>
          <p:nvPr/>
        </p:nvSpPr>
        <p:spPr>
          <a:xfrm>
            <a:off x="7349314" y="1800665"/>
            <a:ext cx="994410" cy="215444"/>
          </a:xfrm>
          <a:prstGeom prst="rect">
            <a:avLst/>
          </a:prstGeom>
          <a:noFill/>
        </p:spPr>
        <p:txBody>
          <a:bodyPr wrap="square" lIns="27432" rIns="27432" anchor="t">
            <a:spAutoFit/>
          </a:bodyPr>
          <a:lstStyle/>
          <a:p>
            <a:pPr algn="ctr">
              <a:defRPr sz="1050" b="1">
                <a:solidFill>
                  <a:srgbClr val="06B6D4"/>
                </a:solidFill>
              </a:defRPr>
            </a:pPr>
            <a:r>
              <a:rPr sz="800">
                <a:latin typeface="微软雅黑"/>
                <a:ea typeface="微软雅黑"/>
              </a:rPr>
              <a:t>Merge</a:t>
            </a:r>
          </a:p>
        </p:txBody>
      </p:sp>
      <p:sp>
        <p:nvSpPr>
          <p:cNvPr id="20" name="TextBox 19"/>
          <p:cNvSpPr txBox="1"/>
          <p:nvPr/>
        </p:nvSpPr>
        <p:spPr>
          <a:xfrm>
            <a:off x="7363029" y="2020122"/>
            <a:ext cx="966978" cy="200055"/>
          </a:xfrm>
          <a:prstGeom prst="rect">
            <a:avLst/>
          </a:prstGeom>
          <a:noFill/>
        </p:spPr>
        <p:txBody>
          <a:bodyPr wrap="square" lIns="27432" rIns="27432" anchor="t">
            <a:spAutoFit/>
          </a:bodyPr>
          <a:lstStyle/>
          <a:p>
            <a:pPr algn="ctr">
              <a:defRPr sz="860" b="0">
                <a:solidFill>
                  <a:srgbClr val="1F2937"/>
                </a:solidFill>
              </a:defRPr>
            </a:pPr>
            <a:r>
              <a:rPr sz="700">
                <a:latin typeface="微软雅黑"/>
                <a:ea typeface="微软雅黑"/>
              </a:rPr>
              <a:t>Exact output</a:t>
            </a:r>
          </a:p>
        </p:txBody>
      </p:sp>
      <p:cxnSp>
        <p:nvCxnSpPr>
          <p:cNvPr id="21" name="Connector 20"/>
          <p:cNvCxnSpPr/>
          <p:nvPr/>
        </p:nvCxnSpPr>
        <p:spPr>
          <a:xfrm>
            <a:off x="1821766" y="2013263"/>
            <a:ext cx="24003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549982" y="2013263"/>
            <a:ext cx="24003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278198" y="2013263"/>
            <a:ext cx="24003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006414" y="2013263"/>
            <a:ext cx="24003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05150" y="2689567"/>
            <a:ext cx="2180844" cy="76809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26" name="Rounded Rectangle 25"/>
          <p:cNvSpPr/>
          <p:nvPr/>
        </p:nvSpPr>
        <p:spPr>
          <a:xfrm>
            <a:off x="377718" y="2655277"/>
            <a:ext cx="2180844" cy="768096"/>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27" name="Rounded Rectangle 26"/>
          <p:cNvSpPr/>
          <p:nvPr/>
        </p:nvSpPr>
        <p:spPr>
          <a:xfrm>
            <a:off x="377718" y="2655277"/>
            <a:ext cx="82296" cy="76809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28" name="TextBox 27"/>
          <p:cNvSpPr txBox="1"/>
          <p:nvPr/>
        </p:nvSpPr>
        <p:spPr>
          <a:xfrm>
            <a:off x="549167" y="2765005"/>
            <a:ext cx="1920240" cy="236668"/>
          </a:xfrm>
          <a:prstGeom prst="rect">
            <a:avLst/>
          </a:prstGeom>
          <a:noFill/>
        </p:spPr>
        <p:txBody>
          <a:bodyPr wrap="square" lIns="27432" rIns="27432" anchor="t">
            <a:spAutoFit/>
          </a:bodyPr>
          <a:lstStyle/>
          <a:p>
            <a:pPr algn="l">
              <a:defRPr sz="1250" b="1">
                <a:solidFill>
                  <a:srgbClr val="0F172A"/>
                </a:solidFill>
              </a:defRPr>
            </a:pPr>
            <a:r>
              <a:rPr sz="938">
                <a:latin typeface="微软雅黑"/>
                <a:ea typeface="微软雅黑"/>
              </a:rPr>
              <a:t>F:Cache Fill Path</a:t>
            </a:r>
          </a:p>
        </p:txBody>
      </p:sp>
      <p:sp>
        <p:nvSpPr>
          <p:cNvPr id="29" name="TextBox 28"/>
          <p:cNvSpPr txBox="1"/>
          <p:nvPr/>
        </p:nvSpPr>
        <p:spPr>
          <a:xfrm>
            <a:off x="549167" y="2976725"/>
            <a:ext cx="1920240" cy="449162"/>
          </a:xfrm>
          <a:prstGeom prst="rect">
            <a:avLst/>
          </a:prstGeom>
          <a:noFill/>
        </p:spPr>
        <p:txBody>
          <a:bodyPr wrap="square" lIns="27432" tIns="45720" rIns="27432" bIns="45720" anchor="t">
            <a:spAutoFit/>
          </a:bodyPr>
          <a:lstStyle/>
          <a:p>
            <a:pPr algn="l">
              <a:defRPr sz="1030" b="0">
                <a:solidFill>
                  <a:srgbClr val="1F2937"/>
                </a:solidFill>
              </a:defRPr>
            </a:pPr>
            <a:r>
              <a:rPr sz="750" err="1">
                <a:latin typeface="微软雅黑"/>
                <a:ea typeface="微软雅黑"/>
              </a:rPr>
              <a:t>Take a part</a:t>
            </a:r>
            <a:r>
              <a:rPr sz="750">
                <a:latin typeface="微软雅黑"/>
                <a:ea typeface="微软雅黑"/>
              </a:rPr>
              <a:t>Miss</a:t>
            </a:r>
            <a:r>
              <a:rPr sz="750" err="1">
                <a:latin typeface="微软雅黑"/>
                <a:ea typeface="微软雅黑"/>
              </a:rPr>
              <a:t>Expert Admission</a:t>
            </a:r>
            <a:r>
              <a:rPr sz="750">
                <a:latin typeface="微软雅黑"/>
                <a:ea typeface="微软雅黑"/>
              </a:rPr>
              <a:t>PCIe</a:t>
            </a:r>
            <a:r>
              <a:rPr sz="750" err="1">
                <a:latin typeface="微软雅黑"/>
                <a:ea typeface="微软雅黑"/>
              </a:rPr>
              <a:t>Moving</a:t>
            </a:r>
            <a:r>
              <a:rPr sz="750">
                <a:latin typeface="微软雅黑"/>
                <a:ea typeface="微软雅黑"/>
              </a:rPr>
              <a:t>GPU</a:t>
            </a:r>
            <a:r>
              <a:rPr sz="750" err="1">
                <a:latin typeface="微软雅黑"/>
                <a:ea typeface="微软雅黑"/>
              </a:rPr>
              <a:t>cache, in</a:t>
            </a:r>
            <a:r>
              <a:rPr sz="750">
                <a:latin typeface="微软雅黑"/>
                <a:ea typeface="微软雅黑"/>
              </a:rPr>
              <a:t>GPU</a:t>
            </a:r>
            <a:r>
              <a:rPr sz="750" err="1">
                <a:latin typeface="微软雅黑"/>
                <a:ea typeface="微软雅黑"/>
              </a:rPr>
              <a:t>Calculate and keep the service on the basis.</a:t>
            </a:r>
            <a:r>
              <a:rPr sz="750">
                <a:latin typeface="微软雅黑"/>
                <a:ea typeface="微软雅黑"/>
              </a:rPr>
              <a:t>and tokens.</a:t>
            </a:r>
          </a:p>
        </p:txBody>
      </p:sp>
      <p:sp>
        <p:nvSpPr>
          <p:cNvPr id="30" name="Rounded Rectangle 29"/>
          <p:cNvSpPr/>
          <p:nvPr/>
        </p:nvSpPr>
        <p:spPr>
          <a:xfrm>
            <a:off x="3073967" y="2689567"/>
            <a:ext cx="2180844" cy="76809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31" name="Rounded Rectangle 30"/>
          <p:cNvSpPr/>
          <p:nvPr/>
        </p:nvSpPr>
        <p:spPr>
          <a:xfrm>
            <a:off x="3046535" y="2655277"/>
            <a:ext cx="2180844" cy="768096"/>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32" name="Rounded Rectangle 31"/>
          <p:cNvSpPr/>
          <p:nvPr/>
        </p:nvSpPr>
        <p:spPr>
          <a:xfrm>
            <a:off x="3046535" y="2655277"/>
            <a:ext cx="82296" cy="768096"/>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33" name="TextBox 32"/>
          <p:cNvSpPr txBox="1"/>
          <p:nvPr/>
        </p:nvSpPr>
        <p:spPr>
          <a:xfrm>
            <a:off x="3217985" y="2765005"/>
            <a:ext cx="1920240" cy="236668"/>
          </a:xfrm>
          <a:prstGeom prst="rect">
            <a:avLst/>
          </a:prstGeom>
          <a:noFill/>
        </p:spPr>
        <p:txBody>
          <a:bodyPr wrap="square" lIns="27432" rIns="27432" anchor="t">
            <a:spAutoFit/>
          </a:bodyPr>
          <a:lstStyle/>
          <a:p>
            <a:pPr algn="l">
              <a:defRPr sz="1250" b="1">
                <a:solidFill>
                  <a:srgbClr val="0F172A"/>
                </a:solidFill>
              </a:defRPr>
            </a:pPr>
            <a:r>
              <a:rPr sz="938">
                <a:latin typeface="微软雅黑"/>
                <a:ea typeface="微软雅黑"/>
              </a:rPr>
              <a:t>C:CPU In-place Path</a:t>
            </a:r>
          </a:p>
        </p:txBody>
      </p:sp>
      <p:sp>
        <p:nvSpPr>
          <p:cNvPr id="34" name="TextBox 33"/>
          <p:cNvSpPr txBox="1"/>
          <p:nvPr/>
        </p:nvSpPr>
        <p:spPr>
          <a:xfrm>
            <a:off x="3217985" y="2985517"/>
            <a:ext cx="1920240" cy="415498"/>
          </a:xfrm>
          <a:prstGeom prst="rect">
            <a:avLst/>
          </a:prstGeom>
          <a:noFill/>
        </p:spPr>
        <p:txBody>
          <a:bodyPr wrap="square" lIns="27432" tIns="45720" rIns="27432" bIns="45720" anchor="t">
            <a:spAutoFit/>
          </a:bodyPr>
          <a:lstStyle/>
          <a:p>
            <a:pPr>
              <a:defRPr sz="1030" b="0">
                <a:solidFill>
                  <a:srgbClr val="1F2937"/>
                </a:solidFill>
              </a:defRPr>
            </a:pPr>
            <a:r>
              <a:rPr lang="zh-CN" altLang="en-US" sz="700">
                <a:solidFill>
                  <a:srgbClr val="0F1115"/>
                </a:solidFill>
                <a:highlight>
                  <a:srgbClr val="FFFFFF"/>
                </a:highlight>
                <a:latin typeface="Microsoft YaHei"/>
                <a:ea typeface="Microsoft YaHei"/>
                <a:cs typeface="+mn-lt"/>
              </a:rPr>
              <a:t>Unfortunately, the unfortunate experts cannot be transported.</a:t>
            </a:r>
            <a:r>
              <a:rPr lang="en-US" sz="700">
                <a:solidFill>
                  <a:srgbClr val="0F1115"/>
                </a:solidFill>
                <a:highlight>
                  <a:srgbClr val="FFFFFF"/>
                </a:highlight>
                <a:latin typeface="Microsoft YaHei"/>
                <a:ea typeface="Microsoft YaHei"/>
                <a:cs typeface="+mn-lt"/>
              </a:rPr>
              <a:t>and</a:t>
            </a:r>
            <a:r>
              <a:rPr lang="en-US" sz="700" err="1">
                <a:solidFill>
                  <a:srgbClr val="0F1115"/>
                </a:solidFill>
                <a:highlight>
                  <a:srgbClr val="FFFFFF"/>
                </a:highlight>
                <a:latin typeface="Microsoft YaHei"/>
                <a:ea typeface="Microsoft YaHei"/>
                <a:cs typeface="+mn-lt"/>
              </a:rPr>
              <a:t>Directly in</a:t>
            </a:r>
            <a:r>
              <a:rPr lang="en-US" sz="700">
                <a:solidFill>
                  <a:srgbClr val="0F1115"/>
                </a:solidFill>
                <a:highlight>
                  <a:srgbClr val="FFFFFF"/>
                </a:highlight>
                <a:latin typeface="Microsoft YaHei"/>
                <a:ea typeface="Microsoft YaHei"/>
                <a:cs typeface="+mn-lt"/>
              </a:rPr>
              <a:t>CPU Resident</a:t>
            </a:r>
            <a:r>
              <a:rPr lang="en-US" altLang="zh-CN" sz="700">
                <a:solidFill>
                  <a:srgbClr val="0F1115"/>
                </a:solidFill>
                <a:highlight>
                  <a:srgbClr val="FFFFFF"/>
                </a:highlight>
                <a:latin typeface="Microsoft YaHei"/>
                <a:ea typeface="Microsoft YaHei"/>
                <a:cs typeface="+mn-lt"/>
              </a:rPr>
              <a:t> </a:t>
            </a:r>
            <a:r>
              <a:rPr lang="en-US" sz="700">
                <a:solidFill>
                  <a:srgbClr val="0F1115"/>
                </a:solidFill>
                <a:highlight>
                  <a:srgbClr val="FFFFFF"/>
                </a:highlight>
                <a:latin typeface="Microsoft YaHei"/>
                <a:ea typeface="Microsoft YaHei"/>
                <a:cs typeface="+mn-lt"/>
              </a:rPr>
              <a:t>Expert</a:t>
            </a:r>
            <a:r>
              <a:rPr lang="en-US" altLang="zh-CN" sz="700">
                <a:solidFill>
                  <a:srgbClr val="0F1115"/>
                </a:solidFill>
                <a:highlight>
                  <a:srgbClr val="FFFFFF"/>
                </a:highlight>
                <a:latin typeface="Microsoft YaHei"/>
                <a:ea typeface="Microsoft YaHei"/>
                <a:cs typeface="+mn-lt"/>
              </a:rPr>
              <a:t> </a:t>
            </a:r>
            <a:r>
              <a:rPr lang="en-US" sz="700">
                <a:solidFill>
                  <a:srgbClr val="0F1115"/>
                </a:solidFill>
                <a:highlight>
                  <a:srgbClr val="FFFFFF"/>
                </a:highlight>
                <a:latin typeface="Microsoft YaHei"/>
                <a:ea typeface="Microsoft YaHei"/>
                <a:cs typeface="+mn-lt"/>
              </a:rPr>
              <a:t>Pool</a:t>
            </a:r>
            <a:r>
              <a:rPr lang="en-US" altLang="zh-CN" sz="700">
                <a:solidFill>
                  <a:srgbClr val="0F1115"/>
                </a:solidFill>
                <a:highlight>
                  <a:srgbClr val="FFFFFF"/>
                </a:highlight>
                <a:latin typeface="Microsoft YaHei"/>
                <a:ea typeface="Microsoft YaHei"/>
                <a:cs typeface="+mn-lt"/>
              </a:rPr>
              <a:t> </a:t>
            </a:r>
            <a:r>
              <a:rPr lang="zh-CN" altLang="en-US" sz="700">
                <a:solidFill>
                  <a:srgbClr val="0F1115"/>
                </a:solidFill>
                <a:highlight>
                  <a:srgbClr val="FFFFFF"/>
                </a:highlight>
                <a:latin typeface="Microsoft YaHei"/>
                <a:ea typeface="Microsoft YaHei"/>
                <a:cs typeface="+mn-lt"/>
              </a:rPr>
              <a:t>Finish the calculation</a:t>
            </a:r>
            <a:r>
              <a:rPr lang="en-US" sz="700">
                <a:solidFill>
                  <a:srgbClr val="0F1115"/>
                </a:solidFill>
                <a:highlight>
                  <a:srgbClr val="FFFFFF"/>
                </a:highlight>
                <a:latin typeface="Microsoft YaHei"/>
                <a:ea typeface="Microsoft YaHei"/>
                <a:cs typeface="+mn-lt"/>
              </a:rPr>
              <a:t>and</a:t>
            </a:r>
            <a:r>
              <a:rPr lang="zh-CN" altLang="en-US" sz="700">
                <a:solidFill>
                  <a:srgbClr val="0F1115"/>
                </a:solidFill>
                <a:highlight>
                  <a:srgbClr val="FFFFFF"/>
                </a:highlight>
                <a:latin typeface="Microsoft YaHei"/>
                <a:ea typeface="Microsoft YaHei"/>
                <a:cs typeface="+mn-lt"/>
              </a:rPr>
              <a:t>Only will</a:t>
            </a:r>
            <a:r>
              <a:rPr lang="en-US" altLang="zh-CN" sz="700">
                <a:solidFill>
                  <a:srgbClr val="0F1115"/>
                </a:solidFill>
                <a:highlight>
                  <a:srgbClr val="FFFFFF"/>
                </a:highlight>
                <a:latin typeface="Microsoft YaHei"/>
                <a:ea typeface="Microsoft YaHei"/>
                <a:cs typeface="+mn-lt"/>
              </a:rPr>
              <a:t> </a:t>
            </a:r>
            <a:r>
              <a:rPr lang="en-US" sz="700">
                <a:solidFill>
                  <a:srgbClr val="0F1115"/>
                </a:solidFill>
                <a:highlight>
                  <a:srgbClr val="FFFFFF"/>
                </a:highlight>
                <a:latin typeface="Microsoft YaHei"/>
                <a:ea typeface="Microsoft YaHei"/>
                <a:cs typeface="+mn-lt"/>
              </a:rPr>
              <a:t>Partitional</a:t>
            </a:r>
            <a:r>
              <a:rPr lang="en-US" altLang="zh-CN" sz="700">
                <a:solidFill>
                  <a:srgbClr val="0F1115"/>
                </a:solidFill>
                <a:highlight>
                  <a:srgbClr val="FFFFFF"/>
                </a:highlight>
                <a:latin typeface="Microsoft YaHei"/>
                <a:ea typeface="Microsoft YaHei"/>
                <a:cs typeface="+mn-lt"/>
              </a:rPr>
              <a:t> </a:t>
            </a:r>
            <a:r>
              <a:rPr lang="en-US" sz="700">
                <a:solidFill>
                  <a:srgbClr val="0F1115"/>
                </a:solidFill>
                <a:highlight>
                  <a:srgbClr val="FFFFFF"/>
                </a:highlight>
                <a:latin typeface="Microsoft YaHei"/>
                <a:ea typeface="Microsoft YaHei"/>
                <a:cs typeface="+mn-lt"/>
              </a:rPr>
              <a:t>Output</a:t>
            </a:r>
            <a:r>
              <a:rPr lang="en-US" altLang="zh-CN" sz="700">
                <a:solidFill>
                  <a:srgbClr val="0F1115"/>
                </a:solidFill>
                <a:highlight>
                  <a:srgbClr val="FFFFFF"/>
                </a:highlight>
                <a:latin typeface="Microsoft YaHei"/>
                <a:ea typeface="Microsoft YaHei"/>
                <a:cs typeface="+mn-lt"/>
              </a:rPr>
              <a:t> </a:t>
            </a:r>
            <a:r>
              <a:rPr lang="zh-CN" altLang="en-US" sz="700">
                <a:solidFill>
                  <a:srgbClr val="0F1115"/>
                </a:solidFill>
                <a:highlight>
                  <a:srgbClr val="FFFFFF"/>
                </a:highlight>
                <a:latin typeface="Microsoft YaHei"/>
                <a:ea typeface="Microsoft YaHei"/>
                <a:cs typeface="+mn-lt"/>
              </a:rPr>
              <a:t>Return to</a:t>
            </a:r>
            <a:r>
              <a:rPr lang="en-US" altLang="zh-CN" sz="700">
                <a:solidFill>
                  <a:srgbClr val="0F1115"/>
                </a:solidFill>
                <a:highlight>
                  <a:srgbClr val="FFFFFF"/>
                </a:highlight>
                <a:latin typeface="Microsoft YaHei"/>
                <a:ea typeface="Microsoft YaHei"/>
                <a:cs typeface="+mn-lt"/>
              </a:rPr>
              <a:t> </a:t>
            </a:r>
            <a:r>
              <a:rPr lang="en-US" sz="700">
                <a:solidFill>
                  <a:srgbClr val="0F1115"/>
                </a:solidFill>
                <a:highlight>
                  <a:srgbClr val="FFFFFF"/>
                </a:highlight>
                <a:latin typeface="Microsoft YaHei"/>
                <a:ea typeface="Microsoft YaHei"/>
                <a:cs typeface="+mn-lt"/>
              </a:rPr>
              <a:t>GPU</a:t>
            </a:r>
            <a:r>
              <a:rPr lang="zh-CN" altLang="en-US" sz="700">
                <a:solidFill>
                  <a:srgbClr val="0F1115"/>
                </a:solidFill>
                <a:highlight>
                  <a:srgbClr val="FFFFFF"/>
                </a:highlight>
                <a:latin typeface="Microsoft YaHei"/>
                <a:ea typeface="Microsoft YaHei"/>
                <a:cs typeface="+mn-lt"/>
              </a:rPr>
              <a:t>Participation in the final joint</a:t>
            </a:r>
            <a:endParaRPr lang="zh-CN" altLang="en-US" sz="700">
              <a:latin typeface="Microsoft YaHei"/>
              <a:ea typeface="Microsoft YaHei"/>
            </a:endParaRPr>
          </a:p>
        </p:txBody>
      </p:sp>
      <p:sp>
        <p:nvSpPr>
          <p:cNvPr id="35" name="Rounded Rectangle 34"/>
          <p:cNvSpPr/>
          <p:nvPr/>
        </p:nvSpPr>
        <p:spPr>
          <a:xfrm>
            <a:off x="5760368" y="2689567"/>
            <a:ext cx="2660904" cy="76809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36" name="Rounded Rectangle 35"/>
          <p:cNvSpPr/>
          <p:nvPr/>
        </p:nvSpPr>
        <p:spPr>
          <a:xfrm>
            <a:off x="5732936" y="2655277"/>
            <a:ext cx="2660904" cy="768096"/>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37" name="Rounded Rectangle 36"/>
          <p:cNvSpPr/>
          <p:nvPr/>
        </p:nvSpPr>
        <p:spPr>
          <a:xfrm>
            <a:off x="5732936" y="2655277"/>
            <a:ext cx="82296" cy="76809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微软雅黑"/>
              <a:ea typeface="微软雅黑"/>
            </a:endParaRPr>
          </a:p>
        </p:txBody>
      </p:sp>
      <p:sp>
        <p:nvSpPr>
          <p:cNvPr id="38" name="TextBox 37"/>
          <p:cNvSpPr txBox="1"/>
          <p:nvPr/>
        </p:nvSpPr>
        <p:spPr>
          <a:xfrm>
            <a:off x="5904386" y="2765005"/>
            <a:ext cx="2400300" cy="236668"/>
          </a:xfrm>
          <a:prstGeom prst="rect">
            <a:avLst/>
          </a:prstGeom>
          <a:noFill/>
        </p:spPr>
        <p:txBody>
          <a:bodyPr wrap="square" lIns="27432" rIns="27432" anchor="t">
            <a:spAutoFit/>
          </a:bodyPr>
          <a:lstStyle/>
          <a:p>
            <a:pPr algn="l">
              <a:defRPr sz="1250" b="1">
                <a:solidFill>
                  <a:srgbClr val="0F172A"/>
                </a:solidFill>
              </a:defRPr>
            </a:pPr>
            <a:r>
              <a:rPr sz="938">
                <a:latin typeface="微软雅黑"/>
                <a:ea typeface="微软雅黑"/>
              </a:rPr>
              <a:t>Q★: Time-consuming two ways with practical testing width balance</a:t>
            </a:r>
          </a:p>
        </p:txBody>
      </p:sp>
      <p:sp>
        <p:nvSpPr>
          <p:cNvPr id="39" name="TextBox 38"/>
          <p:cNvSpPr txBox="1"/>
          <p:nvPr/>
        </p:nvSpPr>
        <p:spPr>
          <a:xfrm>
            <a:off x="5904386" y="3011894"/>
            <a:ext cx="2400300" cy="449162"/>
          </a:xfrm>
          <a:prstGeom prst="rect">
            <a:avLst/>
          </a:prstGeom>
          <a:noFill/>
        </p:spPr>
        <p:txBody>
          <a:bodyPr wrap="square" lIns="27432" tIns="45720" rIns="27432" bIns="45720" anchor="t">
            <a:spAutoFit/>
          </a:bodyPr>
          <a:lstStyle/>
          <a:p>
            <a:pPr algn="l">
              <a:defRPr sz="1030" b="0">
                <a:solidFill>
                  <a:srgbClr val="1F2937"/>
                </a:solidFill>
              </a:defRPr>
            </a:pPr>
            <a:r>
              <a:rPr sz="750">
                <a:latin typeface="微软雅黑"/>
                <a:ea typeface="微软雅黑"/>
              </a:rPr>
              <a:t>BP is PCIe expert-transfer</a:t>
            </a:r>
            <a:r>
              <a:rPr sz="750" err="1">
                <a:latin typeface="微软雅黑"/>
                <a:ea typeface="微软雅黑"/>
              </a:rPr>
              <a:t>Bandwidth, BH</a:t>
            </a:r>
            <a:r>
              <a:rPr sz="750">
                <a:latin typeface="微软雅黑"/>
                <a:ea typeface="微软雅黑"/>
              </a:rPr>
              <a:t>Host-side expert processing</a:t>
            </a:r>
            <a:r>
              <a:rPr sz="750" err="1">
                <a:latin typeface="微软雅黑"/>
                <a:ea typeface="微软雅黑"/>
              </a:rPr>
              <a:t>The width of the band; the goal is to</a:t>
            </a:r>
            <a:r>
              <a:rPr sz="750">
                <a:latin typeface="微软雅黑"/>
                <a:ea typeface="微软雅黑"/>
              </a:rPr>
              <a:t>GPU</a:t>
            </a:r>
            <a:r>
              <a:rPr sz="750" err="1">
                <a:latin typeface="微软雅黑"/>
                <a:ea typeface="微软雅黑"/>
              </a:rPr>
              <a:t>Transportation Branch and</a:t>
            </a:r>
            <a:r>
              <a:rPr sz="750">
                <a:latin typeface="微软雅黑"/>
                <a:ea typeface="微软雅黑"/>
              </a:rPr>
              <a:t>CPU</a:t>
            </a:r>
            <a:r>
              <a:rPr sz="750" err="1">
                <a:latin typeface="微软雅黑"/>
                <a:ea typeface="微软雅黑"/>
              </a:rPr>
              <a:t>Computing is done simultaneously.</a:t>
            </a:r>
            <a:r>
              <a:rPr sz="750">
                <a:latin typeface="微软雅黑"/>
                <a:ea typeface="微软雅黑"/>
              </a:rPr>
              <a:t>and .</a:t>
            </a:r>
          </a:p>
        </p:txBody>
      </p:sp>
      <p:sp>
        <p:nvSpPr>
          <p:cNvPr id="40" name="Rounded Rectangle 39"/>
          <p:cNvSpPr/>
          <p:nvPr/>
        </p:nvSpPr>
        <p:spPr>
          <a:xfrm>
            <a:off x="5309674" y="3817268"/>
            <a:ext cx="3497580" cy="92583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1" name="TextBox 40"/>
          <p:cNvSpPr txBox="1"/>
          <p:nvPr/>
        </p:nvSpPr>
        <p:spPr>
          <a:xfrm>
            <a:off x="5412544" y="3884091"/>
            <a:ext cx="3291840" cy="808170"/>
          </a:xfrm>
          <a:prstGeom prst="rect">
            <a:avLst/>
          </a:prstGeom>
          <a:noFill/>
        </p:spPr>
        <p:txBody>
          <a:bodyPr wrap="square" lIns="27432" tIns="45720" rIns="27432" bIns="45720" anchor="t">
            <a:spAutoFit/>
          </a:bodyPr>
          <a:lstStyle/>
          <a:p>
            <a:pPr algn="ctr">
              <a:defRPr sz="1550" b="1">
                <a:solidFill>
                  <a:srgbClr val="0F172A"/>
                </a:solidFill>
              </a:defRPr>
            </a:pPr>
            <a:r>
              <a:rPr sz="1150">
                <a:latin typeface="Microsoft YaHei"/>
                <a:ea typeface="Microsoft YaHei"/>
              </a:rPr>
              <a:t>BR = max(BH − BP, 0)</a:t>
            </a:r>
            <a:br>
              <a:rPr sz="1150">
                <a:latin typeface="Microsoft YaHei"/>
                <a:ea typeface="Microsoft YaHei"/>
              </a:rPr>
            </a:br>
            <a:r>
              <a:rPr sz="1150" err="1">
                <a:latin typeface="Microsoft YaHei"/>
                <a:ea typeface="Microsoft YaHei"/>
              </a:rPr>
              <a:t>TFIL</a:t>
            </a:r>
            <a:r>
              <a:rPr sz="1150">
                <a:latin typeface="Microsoft YaHei"/>
                <a:ea typeface="Microsoft YaHei"/>
              </a:rPr>
              <a:t>(q) ≈</a:t>
            </a:r>
            <a:r>
              <a:rPr sz="1150" err="1">
                <a:latin typeface="Microsoft YaHei"/>
                <a:ea typeface="Microsoft YaHei"/>
              </a:rPr>
              <a:t>QS</a:t>
            </a:r>
            <a:r>
              <a:rPr sz="1150">
                <a:latin typeface="Microsoft YaHei"/>
                <a:ea typeface="Microsoft YaHei"/>
              </a:rPr>
              <a:t>/ BP</a:t>
            </a:r>
            <a:r>
              <a:rPr sz="1150" err="1">
                <a:latin typeface="Microsoft YaHei"/>
                <a:ea typeface="Microsoft YaHei"/>
              </a:rPr>
              <a:t>TCPU</a:t>
            </a:r>
            <a:r>
              <a:rPr sz="1150">
                <a:latin typeface="Microsoft YaHei"/>
                <a:ea typeface="Microsoft YaHei"/>
              </a:rPr>
              <a:t>(m − q) ≈ (m − q)S / (BH − BP)</a:t>
            </a:r>
            <a:br>
              <a:rPr sz="1150">
                <a:latin typeface="Microsoft YaHei"/>
                <a:ea typeface="Microsoft YaHei"/>
              </a:rPr>
            </a:br>
            <a:r>
              <a:rPr sz="1150">
                <a:latin typeface="Microsoft YaHei"/>
                <a:ea typeface="Microsoft YaHei"/>
              </a:rPr>
              <a:t>Q★ ≈ m · BP / BH</a:t>
            </a:r>
            <a:endParaRPr lang="zh-CN" altLang="en-US" sz="1150">
              <a:latin typeface="Microsoft YaHei"/>
              <a:ea typeface="Microsoft YaHei"/>
            </a:endParaRPr>
          </a:p>
        </p:txBody>
      </p:sp>
      <p:sp>
        <p:nvSpPr>
          <p:cNvPr id="43" name="TextBox 42"/>
          <p:cNvSpPr txBox="1"/>
          <p:nvPr/>
        </p:nvSpPr>
        <p:spPr>
          <a:xfrm>
            <a:off x="7235190" y="4855464"/>
            <a:ext cx="1474470" cy="184666"/>
          </a:xfrm>
          <a:prstGeom prst="rect">
            <a:avLst/>
          </a:prstGeom>
          <a:noFill/>
        </p:spPr>
        <p:txBody>
          <a:bodyPr wrap="square" lIns="27432" rIns="27432" anchor="t">
            <a:spAutoFit/>
          </a:bodyPr>
          <a:lstStyle/>
          <a:p>
            <a:pPr algn="r">
              <a:defRPr sz="800" b="0">
                <a:solidFill>
                  <a:srgbClr val="94A3B8"/>
                </a:solidFill>
              </a:defRPr>
            </a:pPr>
            <a:r>
              <a:rPr sz="600"/>
              <a:t>FreeToken 技术 sharing · 6/8</a:t>
            </a:r>
          </a:p>
        </p:txBody>
      </p:sp>
      <p:sp>
        <p:nvSpPr>
          <p:cNvPr id="44" name="文本占位符 1">
            <a:extLst>
              <a:ext uri="{FF2B5EF4-FFF2-40B4-BE49-F238E27FC236}">
                <a16:creationId xmlns:a16="http://schemas.microsoft.com/office/drawing/2014/main" id="{A4E93E02-16AE-FE70-897A-2B27477AB60C}"/>
              </a:ext>
            </a:extLst>
          </p:cNvPr>
          <p:cNvSpPr>
            <a:spLocks noGrp="1"/>
          </p:cNvSpPr>
          <p:nvPr>
            <p:ph type="body" sz="quarter" idx="10"/>
          </p:nvPr>
        </p:nvSpPr>
        <p:spPr>
          <a:xfrm>
            <a:off x="370132" y="188156"/>
            <a:ext cx="8397557" cy="403860"/>
          </a:xfrm>
        </p:spPr>
        <p:txBody>
          <a:bodyPr/>
          <a:lstStyle/>
          <a:p>
            <a:r>
              <a:rPr lang="en-US" altLang="zh-CN" err="1">
                <a:latin typeface="Arial"/>
                <a:ea typeface="黑体"/>
                <a:cs typeface="Arial"/>
              </a:rPr>
              <a:t>FreeToken</a:t>
            </a:r>
            <a:endParaRPr lang="en-US" altLang="zh-CN">
              <a:latin typeface="Arial"/>
              <a:ea typeface="黑体"/>
              <a:cs typeface="Arial"/>
            </a:endParaRPr>
          </a:p>
          <a:p>
            <a:r>
              <a:rPr lang="en-US" altLang="zh-CN" sz="1400">
                <a:latin typeface="Arial"/>
                <a:ea typeface="黑体"/>
                <a:cs typeface="Arial"/>
              </a:rPr>
              <a:t>Efficient Edge-Native</a:t>
            </a:r>
            <a:r>
              <a:rPr lang="en-US" altLang="zh-CN" sz="1400" err="1">
                <a:latin typeface="Arial"/>
                <a:ea typeface="黑体"/>
                <a:cs typeface="Arial"/>
              </a:rPr>
              <a:t>MORE</a:t>
            </a:r>
            <a:r>
              <a:rPr lang="en-US" altLang="zh-CN" sz="1400">
                <a:latin typeface="Arial"/>
                <a:ea typeface="黑体"/>
                <a:cs typeface="Arial"/>
              </a:rPr>
              <a:t>Serving</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with</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Bandwidth Adaptive</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Execution</a:t>
            </a:r>
            <a:endParaRPr lang="zh-CN" altLang="en-US" sz="1400">
              <a:latin typeface="Arial"/>
              <a:ea typeface="黑体"/>
              <a:cs typeface="Arial"/>
            </a:endParaRPr>
          </a:p>
        </p:txBody>
      </p:sp>
      <p:sp>
        <p:nvSpPr>
          <p:cNvPr id="42" name="TextBox 41"/>
          <p:cNvSpPr txBox="1"/>
          <p:nvPr/>
        </p:nvSpPr>
        <p:spPr>
          <a:xfrm>
            <a:off x="370684" y="3821138"/>
            <a:ext cx="4714787" cy="824200"/>
          </a:xfrm>
          <a:prstGeom prst="rect">
            <a:avLst/>
          </a:prstGeom>
          <a:noFill/>
        </p:spPr>
        <p:txBody>
          <a:bodyPr wrap="square" lIns="27432" tIns="45720" rIns="27432" bIns="45720" anchor="t">
            <a:spAutoFit/>
          </a:bodyPr>
          <a:lstStyle/>
          <a:p>
            <a:pPr>
              <a:lnSpc>
                <a:spcPct val="150000"/>
              </a:lnSpc>
              <a:defRPr sz="1320" b="1">
                <a:solidFill>
                  <a:srgbClr val="0F172A"/>
                </a:solidFill>
              </a:defRPr>
            </a:pPr>
            <a:r>
              <a:rPr lang="zh-CN" altLang="en-US" sz="1100" err="1">
                <a:solidFill>
                  <a:schemeClr val="bg1">
                    <a:lumMod val="49000"/>
                  </a:schemeClr>
                </a:solidFill>
                <a:latin typeface="微软雅黑"/>
                <a:ea typeface="微软雅黑"/>
                <a:cs typeface="+mn-lt"/>
              </a:rPr>
              <a:t>The essence of the distribution strategy is dynamic balance.</a:t>
            </a:r>
            <a:r>
              <a:rPr lang="en-US" sz="1100" err="1">
                <a:solidFill>
                  <a:schemeClr val="bg1">
                    <a:lumMod val="49000"/>
                  </a:schemeClr>
                </a:solidFill>
                <a:latin typeface="微软雅黑"/>
                <a:ea typeface="微软雅黑"/>
                <a:cs typeface="+mn-lt"/>
              </a:rPr>
              <a:t>:PCIe</a:t>
            </a:r>
            <a:r>
              <a:rPr lang="en-US" sz="1100">
                <a:solidFill>
                  <a:schemeClr val="bg1">
                    <a:lumMod val="49000"/>
                  </a:schemeClr>
                </a:solidFill>
                <a:latin typeface="微软雅黑"/>
                <a:ea typeface="微软雅黑"/>
                <a:cs typeface="+mn-lt"/>
              </a:rPr>
              <a:t> </a:t>
            </a:r>
            <a:r>
              <a:rPr lang="zh-CN" altLang="en-US" sz="1100" err="1">
                <a:solidFill>
                  <a:schemeClr val="bg1">
                    <a:lumMod val="49000"/>
                  </a:schemeClr>
                </a:solidFill>
                <a:latin typeface="微软雅黑"/>
                <a:ea typeface="微软雅黑"/>
                <a:cs typeface="+mn-lt"/>
              </a:rPr>
              <a:t>With wide range</a:t>
            </a:r>
            <a:r>
              <a:rPr lang="en-US" sz="1100" err="1">
                <a:solidFill>
                  <a:schemeClr val="bg1">
                    <a:lumMod val="49000"/>
                  </a:schemeClr>
                </a:solidFill>
                <a:latin typeface="微软雅黑"/>
                <a:ea typeface="微软雅黑"/>
                <a:cs typeface="+mn-lt"/>
              </a:rPr>
              <a:t>and</a:t>
            </a:r>
            <a:r>
              <a:rPr lang="zh-CN" altLang="en-US" sz="1100" err="1">
                <a:solidFill>
                  <a:schemeClr val="bg1">
                    <a:lumMod val="49000"/>
                  </a:schemeClr>
                </a:solidFill>
                <a:latin typeface="微软雅黑"/>
                <a:ea typeface="微软雅黑"/>
                <a:cs typeface="+mn-lt"/>
              </a:rPr>
              <a:t>More experts are priorized.</a:t>
            </a:r>
            <a:r>
              <a:rPr lang="en-US" altLang="zh-CN" sz="1100">
                <a:solidFill>
                  <a:schemeClr val="bg1">
                    <a:lumMod val="49000"/>
                  </a:schemeClr>
                </a:solidFill>
                <a:latin typeface="微软雅黑"/>
                <a:ea typeface="微软雅黑"/>
                <a:cs typeface="+mn-lt"/>
              </a:rPr>
              <a:t> </a:t>
            </a:r>
            <a:r>
              <a:rPr lang="en-US" sz="1100">
                <a:solidFill>
                  <a:schemeClr val="bg1">
                    <a:lumMod val="49000"/>
                  </a:schemeClr>
                </a:solidFill>
                <a:latin typeface="微软雅黑"/>
                <a:ea typeface="微软雅黑"/>
                <a:cs typeface="+mn-lt"/>
              </a:rPr>
              <a:t>GPU</a:t>
            </a:r>
            <a:r>
              <a:rPr lang="zh-CN" altLang="en-US" sz="1100" err="1">
                <a:solidFill>
                  <a:schemeClr val="bg1">
                    <a:lumMod val="49000"/>
                  </a:schemeClr>
                </a:solidFill>
                <a:latin typeface="微软雅黑"/>
                <a:ea typeface="微软雅黑"/>
                <a:cs typeface="+mn-lt"/>
              </a:rPr>
              <a:t>Accelerated</a:t>
            </a:r>
            <a:r>
              <a:rPr lang="en-US" sz="1100" err="1">
                <a:solidFill>
                  <a:schemeClr val="bg1">
                    <a:lumMod val="49000"/>
                  </a:schemeClr>
                </a:solidFill>
                <a:latin typeface="微软雅黑"/>
                <a:ea typeface="微软雅黑"/>
                <a:cs typeface="+mn-lt"/>
              </a:rPr>
              <a:t>;CPU</a:t>
            </a:r>
            <a:r>
              <a:rPr lang="en-US" sz="1100">
                <a:solidFill>
                  <a:schemeClr val="bg1">
                    <a:lumMod val="49000"/>
                  </a:schemeClr>
                </a:solidFill>
                <a:latin typeface="微软雅黑"/>
                <a:ea typeface="微软雅黑"/>
                <a:cs typeface="+mn-lt"/>
              </a:rPr>
              <a:t>/Dram</a:t>
            </a:r>
            <a:r>
              <a:rPr lang="zh-CN" altLang="en-US" sz="1100" err="1">
                <a:solidFill>
                  <a:schemeClr val="bg1">
                    <a:lumMod val="49000"/>
                  </a:schemeClr>
                </a:solidFill>
                <a:latin typeface="微软雅黑"/>
                <a:ea typeface="微软雅黑"/>
                <a:cs typeface="+mn-lt"/>
              </a:rPr>
              <a:t>When there is a surplus.</a:t>
            </a:r>
            <a:r>
              <a:rPr lang="en-US" sz="1100" err="1">
                <a:solidFill>
                  <a:schemeClr val="bg1">
                    <a:lumMod val="49000"/>
                  </a:schemeClr>
                </a:solidFill>
                <a:latin typeface="微软雅黑"/>
                <a:ea typeface="微软雅黑"/>
                <a:cs typeface="+mn-lt"/>
              </a:rPr>
              <a:t>and</a:t>
            </a:r>
            <a:r>
              <a:rPr lang="zh-CN" altLang="en-US" sz="1100" err="1">
                <a:solidFill>
                  <a:schemeClr val="bg1">
                    <a:lumMod val="49000"/>
                  </a:schemeClr>
                </a:solidFill>
                <a:latin typeface="微软雅黑"/>
                <a:ea typeface="微软雅黑"/>
                <a:cs typeface="+mn-lt"/>
              </a:rPr>
              <a:t>and let</a:t>
            </a:r>
            <a:r>
              <a:rPr lang="en-US" altLang="zh-CN" sz="1100">
                <a:solidFill>
                  <a:schemeClr val="bg1">
                    <a:lumMod val="49000"/>
                  </a:schemeClr>
                </a:solidFill>
                <a:latin typeface="微软雅黑"/>
                <a:ea typeface="微软雅黑"/>
                <a:cs typeface="+mn-lt"/>
              </a:rPr>
              <a:t> </a:t>
            </a:r>
            <a:r>
              <a:rPr lang="en-US" sz="1100">
                <a:solidFill>
                  <a:schemeClr val="bg1">
                    <a:lumMod val="49000"/>
                  </a:schemeClr>
                </a:solidFill>
                <a:latin typeface="微软雅黑"/>
                <a:ea typeface="微软雅黑"/>
                <a:cs typeface="+mn-lt"/>
              </a:rPr>
              <a:t>CPU</a:t>
            </a:r>
            <a:r>
              <a:rPr lang="zh-CN" altLang="en-US" sz="1100">
                <a:solidFill>
                  <a:schemeClr val="bg1">
                    <a:lumMod val="49000"/>
                  </a:schemeClr>
                </a:solidFill>
                <a:latin typeface="微软雅黑"/>
                <a:ea typeface="微软雅黑"/>
                <a:cs typeface="+mn-lt"/>
              </a:rPr>
              <a:t>Directly take part of calculations.</a:t>
            </a:r>
            <a:r>
              <a:rPr lang="en-US" sz="1100">
                <a:solidFill>
                  <a:schemeClr val="bg1">
                    <a:lumMod val="49000"/>
                  </a:schemeClr>
                </a:solidFill>
                <a:latin typeface="微软雅黑"/>
                <a:ea typeface="微软雅黑"/>
                <a:cs typeface="+mn-lt"/>
              </a:rPr>
              <a:t>and .</a:t>
            </a:r>
            <a:r>
              <a:rPr lang="zh-CN" altLang="en-US" sz="1100">
                <a:solidFill>
                  <a:schemeClr val="bg1">
                    <a:lumMod val="49000"/>
                  </a:schemeClr>
                </a:solidFill>
                <a:latin typeface="微软雅黑"/>
                <a:ea typeface="微软雅黑"/>
                <a:cs typeface="+mn-lt"/>
              </a:rPr>
              <a:t>The final goal is to make the two routes parallel and complete at the same time.</a:t>
            </a:r>
            <a:r>
              <a:rPr lang="en-US" sz="1100">
                <a:solidFill>
                  <a:schemeClr val="bg1">
                    <a:lumMod val="49000"/>
                  </a:schemeClr>
                </a:solidFill>
                <a:latin typeface="微软雅黑"/>
                <a:ea typeface="微软雅黑"/>
                <a:cs typeface="+mn-lt"/>
              </a:rPr>
              <a:t>and</a:t>
            </a:r>
            <a:r>
              <a:rPr lang="zh-CN" altLang="en-US" sz="1100">
                <a:solidFill>
                  <a:schemeClr val="bg1">
                    <a:lumMod val="49000"/>
                  </a:schemeClr>
                </a:solidFill>
                <a:latin typeface="微软雅黑"/>
                <a:ea typeface="微软雅黑"/>
                <a:cs typeface="+mn-lt"/>
              </a:rPr>
              <a:t>Avoid total blockage due to a single resource bottle neck.</a:t>
            </a:r>
            <a:endParaRPr lang="zh-CN" sz="1100">
              <a:solidFill>
                <a:schemeClr val="bg1">
                  <a:lumMod val="49000"/>
                </a:schemeClr>
              </a:solidFill>
              <a:latin typeface="微软雅黑"/>
              <a:ea typeface="微软雅黑"/>
            </a:endParaRPr>
          </a:p>
        </p:txBody>
      </p:sp>
      <p:sp>
        <p:nvSpPr>
          <p:cNvPr id="47" name="箭头: 下 46">
            <a:extLst>
              <a:ext uri="{FF2B5EF4-FFF2-40B4-BE49-F238E27FC236}">
                <a16:creationId xmlns:a16="http://schemas.microsoft.com/office/drawing/2014/main" id="{1D5FB5F5-E0A9-3B05-0673-9911F001DA24}"/>
              </a:ext>
            </a:extLst>
          </p:cNvPr>
          <p:cNvSpPr/>
          <p:nvPr/>
        </p:nvSpPr>
        <p:spPr>
          <a:xfrm>
            <a:off x="6809115" y="3445353"/>
            <a:ext cx="405503" cy="415700"/>
          </a:xfrm>
          <a:prstGeom prst="downArrow">
            <a:avLst/>
          </a:prstGeom>
          <a:solidFill>
            <a:srgbClr val="6052FF"/>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kumimoji="1" lang="zh-CN" altLang="en-US" sz="1600" err="1">
              <a:solidFill>
                <a:prstClr val="white"/>
              </a:solidFill>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1387" y="794825"/>
            <a:ext cx="6377940" cy="338554"/>
          </a:xfrm>
          <a:prstGeom prst="rect">
            <a:avLst/>
          </a:prstGeom>
          <a:noFill/>
        </p:spPr>
        <p:txBody>
          <a:bodyPr wrap="square" lIns="27432" tIns="45720" rIns="27432" bIns="45720" anchor="t">
            <a:spAutoFit/>
          </a:bodyPr>
          <a:lstStyle/>
          <a:p>
            <a:pPr marL="285750" indent="-285750" algn="l">
              <a:buFont typeface="Wingdings"/>
              <a:buChar char="Ø"/>
              <a:defRPr sz="2500" b="1">
                <a:solidFill>
                  <a:srgbClr val="0F172A"/>
                </a:solidFill>
              </a:defRPr>
            </a:pPr>
            <a:r>
              <a:rPr sz="1600" err="1">
                <a:latin typeface="Microsoft YaHei"/>
                <a:ea typeface="Microsoft YaHei"/>
              </a:rPr>
              <a:t>Main experiment: Real</a:t>
            </a:r>
            <a:r>
              <a:rPr sz="1600">
                <a:latin typeface="Microsoft YaHei"/>
                <a:ea typeface="Microsoft YaHei"/>
              </a:rPr>
              <a:t>Agent</a:t>
            </a:r>
            <a:r>
              <a:rPr sz="1600" err="1">
                <a:latin typeface="Microsoft YaHei"/>
                <a:ea typeface="Microsoft YaHei"/>
              </a:rPr>
              <a:t>Working load faster and stable.</a:t>
            </a:r>
            <a:endParaRPr lang="zh-CN" altLang="en-US" sz="1600">
              <a:latin typeface="Microsoft YaHei"/>
              <a:ea typeface="Microsoft YaHei"/>
            </a:endParaRPr>
          </a:p>
        </p:txBody>
      </p:sp>
      <p:sp>
        <p:nvSpPr>
          <p:cNvPr id="4" name="TextBox 3"/>
          <p:cNvSpPr txBox="1"/>
          <p:nvPr/>
        </p:nvSpPr>
        <p:spPr>
          <a:xfrm>
            <a:off x="400753" y="1183796"/>
            <a:ext cx="6789420" cy="261610"/>
          </a:xfrm>
          <a:prstGeom prst="rect">
            <a:avLst/>
          </a:prstGeom>
          <a:noFill/>
        </p:spPr>
        <p:txBody>
          <a:bodyPr wrap="square" lIns="27432" tIns="45720" rIns="27432" bIns="45720" anchor="t">
            <a:spAutoFit/>
          </a:bodyPr>
          <a:lstStyle/>
          <a:p>
            <a:pPr algn="l">
              <a:defRPr sz="1050" b="0">
                <a:solidFill>
                  <a:srgbClr val="64748B"/>
                </a:solidFill>
              </a:defRPr>
            </a:pPr>
            <a:r>
              <a:rPr sz="1100" b="1" err="1">
                <a:solidFill>
                  <a:srgbClr val="000000"/>
                </a:solidFill>
                <a:latin typeface="Microsoft YaHei"/>
                <a:ea typeface="Microsoft YaHei"/>
              </a:rPr>
              <a:t>Assessment includes</a:t>
            </a:r>
            <a:r>
              <a:rPr sz="1100" b="1">
                <a:solidFill>
                  <a:srgbClr val="000000"/>
                </a:solidFill>
                <a:latin typeface="Microsoft YaHei"/>
                <a:ea typeface="Microsoft YaHei"/>
              </a:rPr>
              <a:t>LOVE</a:t>
            </a:r>
            <a:r>
              <a:rPr sz="1100" b="1" err="1">
                <a:solidFill>
                  <a:srgbClr val="000000"/>
                </a:solidFill>
                <a:latin typeface="Microsoft YaHei"/>
                <a:ea typeface="Microsoft YaHei"/>
              </a:rPr>
              <a:t>Mathematics and OpenCode</a:t>
            </a:r>
            <a:r>
              <a:rPr sz="1100" b="1">
                <a:solidFill>
                  <a:srgbClr val="000000"/>
                </a:solidFill>
                <a:latin typeface="Microsoft YaHei"/>
                <a:ea typeface="Microsoft YaHei"/>
              </a:rPr>
              <a:t>/Cloud Code</a:t>
            </a:r>
            <a:r>
              <a:rPr sz="1100" b="1" err="1">
                <a:solidFill>
                  <a:srgbClr val="000000"/>
                </a:solidFill>
                <a:latin typeface="Microsoft YaHei"/>
                <a:ea typeface="Microsoft YaHei"/>
              </a:rPr>
              <a:t>Code</a:t>
            </a:r>
            <a:r>
              <a:rPr sz="1100" b="1">
                <a:solidFill>
                  <a:srgbClr val="000000"/>
                </a:solidFill>
                <a:latin typeface="Microsoft YaHei"/>
                <a:ea typeface="Microsoft YaHei"/>
              </a:rPr>
              <a:t> </a:t>
            </a:r>
            <a:r>
              <a:rPr sz="1100" b="1" err="1">
                <a:solidFill>
                  <a:srgbClr val="000000"/>
                </a:solidFill>
                <a:latin typeface="Microsoft YaHei"/>
                <a:ea typeface="Microsoft YaHei"/>
              </a:rPr>
              <a:t>OpenClaw</a:t>
            </a:r>
            <a:r>
              <a:rPr sz="1100" b="1">
                <a:solidFill>
                  <a:srgbClr val="000000"/>
                </a:solidFill>
                <a:latin typeface="Microsoft YaHei"/>
                <a:ea typeface="Microsoft YaHei"/>
              </a:rPr>
              <a:t> </a:t>
            </a:r>
            <a:r>
              <a:rPr sz="1100" b="1" err="1">
                <a:solidFill>
                  <a:srgbClr val="000000"/>
                </a:solidFill>
                <a:latin typeface="Microsoft YaHei"/>
                <a:ea typeface="Microsoft YaHei"/>
              </a:rPr>
              <a:t>Postal Calendar</a:t>
            </a:r>
            <a:r>
              <a:rPr sz="1100" b="1">
                <a:solidFill>
                  <a:srgbClr val="000000"/>
                </a:solidFill>
                <a:latin typeface="Microsoft YaHei"/>
                <a:ea typeface="Microsoft YaHei"/>
              </a:rPr>
              <a:t>Agent</a:t>
            </a:r>
            <a:endParaRPr lang="zh-CN" altLang="en-US" sz="1100" b="1">
              <a:solidFill>
                <a:srgbClr val="000000"/>
              </a:solidFill>
              <a:latin typeface="Microsoft YaHei"/>
              <a:ea typeface="Microsoft YaHei"/>
            </a:endParaRPr>
          </a:p>
        </p:txBody>
      </p:sp>
      <p:sp>
        <p:nvSpPr>
          <p:cNvPr id="5" name="Rounded Rectangle 4"/>
          <p:cNvSpPr/>
          <p:nvPr/>
        </p:nvSpPr>
        <p:spPr>
          <a:xfrm>
            <a:off x="7303771" y="240030"/>
            <a:ext cx="1405889" cy="2743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750"/>
              <a:t>Results</a:t>
            </a:r>
          </a:p>
        </p:txBody>
      </p:sp>
      <p:sp>
        <p:nvSpPr>
          <p:cNvPr id="8" name="TextBox 7"/>
          <p:cNvSpPr txBox="1"/>
          <p:nvPr/>
        </p:nvSpPr>
        <p:spPr>
          <a:xfrm>
            <a:off x="607021" y="4193931"/>
            <a:ext cx="4181622" cy="230832"/>
          </a:xfrm>
          <a:prstGeom prst="rect">
            <a:avLst/>
          </a:prstGeom>
          <a:noFill/>
        </p:spPr>
        <p:txBody>
          <a:bodyPr wrap="square" lIns="27432" tIns="45720" rIns="27432" bIns="45720" anchor="t">
            <a:spAutoFit/>
          </a:bodyPr>
          <a:lstStyle/>
          <a:p>
            <a:pPr algn="ctr">
              <a:defRPr sz="800" b="0">
                <a:solidFill>
                  <a:srgbClr val="64748B"/>
                </a:solidFill>
              </a:defRPr>
            </a:pPr>
            <a:r>
              <a:rPr sz="900">
                <a:latin typeface="微软雅黑"/>
                <a:ea typeface="微软雅黑"/>
              </a:rPr>
              <a:t>Figure 3: RTX 5090</a:t>
            </a:r>
            <a:r>
              <a:rPr sz="900" err="1">
                <a:latin typeface="微软雅黑"/>
                <a:ea typeface="微软雅黑"/>
              </a:rPr>
              <a:t>Top 4 categories</a:t>
            </a:r>
            <a:r>
              <a:rPr sz="900">
                <a:latin typeface="微软雅黑"/>
                <a:ea typeface="微软雅黑"/>
              </a:rPr>
              <a:t> </a:t>
            </a:r>
            <a:r>
              <a:rPr sz="900" err="1">
                <a:latin typeface="微软雅黑"/>
                <a:ea typeface="微软雅黑"/>
              </a:rPr>
              <a:t>Workload, two types of models</a:t>
            </a:r>
            <a:r>
              <a:rPr sz="900">
                <a:latin typeface="微软雅黑"/>
                <a:ea typeface="微软雅黑"/>
              </a:rPr>
              <a:t>Decode TPS and TTFT</a:t>
            </a:r>
          </a:p>
        </p:txBody>
      </p:sp>
      <p:sp>
        <p:nvSpPr>
          <p:cNvPr id="9" name="Rounded Rectangle 8"/>
          <p:cNvSpPr/>
          <p:nvPr/>
        </p:nvSpPr>
        <p:spPr>
          <a:xfrm>
            <a:off x="5436109" y="1443697"/>
            <a:ext cx="1511396" cy="597525"/>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0" name="TextBox 9"/>
          <p:cNvSpPr txBox="1"/>
          <p:nvPr/>
        </p:nvSpPr>
        <p:spPr>
          <a:xfrm>
            <a:off x="5518404" y="1519135"/>
            <a:ext cx="1338012" cy="307777"/>
          </a:xfrm>
          <a:prstGeom prst="rect">
            <a:avLst/>
          </a:prstGeom>
          <a:noFill/>
        </p:spPr>
        <p:txBody>
          <a:bodyPr wrap="square" lIns="27432" rIns="27432" anchor="t">
            <a:spAutoFit/>
          </a:bodyPr>
          <a:lstStyle/>
          <a:p>
            <a:pPr algn="ctr">
              <a:defRPr sz="1800" b="1">
                <a:solidFill>
                  <a:srgbClr val="2563EB"/>
                </a:solidFill>
              </a:defRPr>
            </a:pPr>
            <a:r>
              <a:rPr sz="1400">
                <a:latin typeface="微软雅黑"/>
                <a:ea typeface="微软雅黑"/>
              </a:rPr>
              <a:t>77 to 83</a:t>
            </a:r>
          </a:p>
        </p:txBody>
      </p:sp>
      <p:sp>
        <p:nvSpPr>
          <p:cNvPr id="11" name="TextBox 10"/>
          <p:cNvSpPr txBox="1"/>
          <p:nvPr/>
        </p:nvSpPr>
        <p:spPr>
          <a:xfrm>
            <a:off x="5504688" y="1772881"/>
            <a:ext cx="1365444" cy="200055"/>
          </a:xfrm>
          <a:prstGeom prst="rect">
            <a:avLst/>
          </a:prstGeom>
          <a:noFill/>
        </p:spPr>
        <p:txBody>
          <a:bodyPr wrap="square" lIns="27432" rIns="27432" anchor="t">
            <a:spAutoFit/>
          </a:bodyPr>
          <a:lstStyle/>
          <a:p>
            <a:pPr algn="ctr">
              <a:defRPr sz="800" b="0">
                <a:solidFill>
                  <a:srgbClr val="64748B"/>
                </a:solidFill>
              </a:defRPr>
            </a:pPr>
            <a:r>
              <a:rPr sz="700">
                <a:latin typeface="微软雅黑"/>
                <a:ea typeface="微软雅黑"/>
              </a:rPr>
              <a:t>Qwen3.6-35B decode tok/s</a:t>
            </a:r>
          </a:p>
        </p:txBody>
      </p:sp>
      <p:sp>
        <p:nvSpPr>
          <p:cNvPr id="12" name="Rounded Rectangle 11"/>
          <p:cNvSpPr/>
          <p:nvPr/>
        </p:nvSpPr>
        <p:spPr>
          <a:xfrm>
            <a:off x="7006591" y="1443697"/>
            <a:ext cx="1511396" cy="597525"/>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3" name="TextBox 12"/>
          <p:cNvSpPr txBox="1"/>
          <p:nvPr/>
        </p:nvSpPr>
        <p:spPr>
          <a:xfrm>
            <a:off x="7088887" y="1519135"/>
            <a:ext cx="1338012" cy="307777"/>
          </a:xfrm>
          <a:prstGeom prst="rect">
            <a:avLst/>
          </a:prstGeom>
          <a:noFill/>
        </p:spPr>
        <p:txBody>
          <a:bodyPr wrap="square" lIns="27432" rIns="27432" anchor="t">
            <a:spAutoFit/>
          </a:bodyPr>
          <a:lstStyle/>
          <a:p>
            <a:pPr algn="ctr">
              <a:defRPr sz="1800" b="1">
                <a:solidFill>
                  <a:srgbClr val="10B981"/>
                </a:solidFill>
              </a:defRPr>
            </a:pPr>
            <a:r>
              <a:rPr sz="1400">
                <a:latin typeface="微软雅黑"/>
                <a:ea typeface="微软雅黑"/>
              </a:rPr>
              <a:t>22 to 25</a:t>
            </a:r>
          </a:p>
        </p:txBody>
      </p:sp>
      <p:sp>
        <p:nvSpPr>
          <p:cNvPr id="14" name="TextBox 13"/>
          <p:cNvSpPr txBox="1"/>
          <p:nvPr/>
        </p:nvSpPr>
        <p:spPr>
          <a:xfrm>
            <a:off x="7075171" y="1772881"/>
            <a:ext cx="1365444" cy="200055"/>
          </a:xfrm>
          <a:prstGeom prst="rect">
            <a:avLst/>
          </a:prstGeom>
          <a:noFill/>
        </p:spPr>
        <p:txBody>
          <a:bodyPr wrap="square" lIns="27432" rIns="27432" anchor="t">
            <a:spAutoFit/>
          </a:bodyPr>
          <a:lstStyle/>
          <a:p>
            <a:pPr algn="ctr">
              <a:defRPr sz="800" b="0">
                <a:solidFill>
                  <a:srgbClr val="64748B"/>
                </a:solidFill>
              </a:defRPr>
            </a:pPr>
            <a:r>
              <a:rPr sz="700">
                <a:latin typeface="微软雅黑"/>
                <a:ea typeface="微软雅黑"/>
              </a:rPr>
              <a:t>DSV4-Flash decode tok/s</a:t>
            </a:r>
          </a:p>
        </p:txBody>
      </p:sp>
      <p:sp>
        <p:nvSpPr>
          <p:cNvPr id="15" name="Rounded Rectangle 14"/>
          <p:cNvSpPr/>
          <p:nvPr/>
        </p:nvSpPr>
        <p:spPr>
          <a:xfrm>
            <a:off x="5436109" y="2211793"/>
            <a:ext cx="1511396" cy="597525"/>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6" name="TextBox 15"/>
          <p:cNvSpPr txBox="1"/>
          <p:nvPr/>
        </p:nvSpPr>
        <p:spPr>
          <a:xfrm>
            <a:off x="5518404" y="2287231"/>
            <a:ext cx="1338012" cy="307777"/>
          </a:xfrm>
          <a:prstGeom prst="rect">
            <a:avLst/>
          </a:prstGeom>
          <a:noFill/>
        </p:spPr>
        <p:txBody>
          <a:bodyPr wrap="square" lIns="27432" rIns="27432" anchor="t">
            <a:spAutoFit/>
          </a:bodyPr>
          <a:lstStyle/>
          <a:p>
            <a:pPr algn="ctr">
              <a:defRPr sz="1800" b="1">
                <a:solidFill>
                  <a:srgbClr val="F59E0B"/>
                </a:solidFill>
              </a:defRPr>
            </a:pPr>
            <a:r>
              <a:rPr sz="1400">
                <a:latin typeface="微软雅黑"/>
                <a:ea typeface="微软雅黑"/>
              </a:rPr>
              <a:t>1.5 to 2.3×</a:t>
            </a:r>
          </a:p>
        </p:txBody>
      </p:sp>
      <p:sp>
        <p:nvSpPr>
          <p:cNvPr id="17" name="TextBox 16"/>
          <p:cNvSpPr txBox="1"/>
          <p:nvPr/>
        </p:nvSpPr>
        <p:spPr>
          <a:xfrm>
            <a:off x="5504688" y="2540977"/>
            <a:ext cx="1365444" cy="200055"/>
          </a:xfrm>
          <a:prstGeom prst="rect">
            <a:avLst/>
          </a:prstGeom>
          <a:noFill/>
        </p:spPr>
        <p:txBody>
          <a:bodyPr wrap="square" lIns="27432" rIns="27432" anchor="t">
            <a:spAutoFit/>
          </a:bodyPr>
          <a:lstStyle/>
          <a:p>
            <a:pPr algn="ctr">
              <a:defRPr sz="800" b="0">
                <a:solidFill>
                  <a:srgbClr val="64748B"/>
                </a:solidFill>
              </a:defRPr>
            </a:pPr>
            <a:r>
              <a:rPr sz="700">
                <a:latin typeface="微软雅黑"/>
                <a:ea typeface="微软雅黑"/>
              </a:rPr>
              <a:t>Over the strongest baseline</a:t>
            </a:r>
          </a:p>
        </p:txBody>
      </p:sp>
      <p:sp>
        <p:nvSpPr>
          <p:cNvPr id="18" name="Rounded Rectangle 17"/>
          <p:cNvSpPr/>
          <p:nvPr/>
        </p:nvSpPr>
        <p:spPr>
          <a:xfrm>
            <a:off x="7006591" y="2211793"/>
            <a:ext cx="1511396" cy="597525"/>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9" name="TextBox 18"/>
          <p:cNvSpPr txBox="1"/>
          <p:nvPr/>
        </p:nvSpPr>
        <p:spPr>
          <a:xfrm>
            <a:off x="7088887" y="2287231"/>
            <a:ext cx="1338012" cy="307777"/>
          </a:xfrm>
          <a:prstGeom prst="rect">
            <a:avLst/>
          </a:prstGeom>
          <a:noFill/>
        </p:spPr>
        <p:txBody>
          <a:bodyPr wrap="square" lIns="27432" rIns="27432" anchor="t">
            <a:spAutoFit/>
          </a:bodyPr>
          <a:lstStyle/>
          <a:p>
            <a:pPr algn="ctr">
              <a:defRPr sz="1800" b="1">
                <a:solidFill>
                  <a:srgbClr val="EF4444"/>
                </a:solidFill>
              </a:defRPr>
            </a:pPr>
            <a:r>
              <a:rPr sz="1400">
                <a:latin typeface="微软雅黑"/>
                <a:ea typeface="微软雅黑"/>
              </a:rPr>
              <a:t>&lt;44s</a:t>
            </a:r>
          </a:p>
        </p:txBody>
      </p:sp>
      <p:sp>
        <p:nvSpPr>
          <p:cNvPr id="20" name="TextBox 19"/>
          <p:cNvSpPr txBox="1"/>
          <p:nvPr/>
        </p:nvSpPr>
        <p:spPr>
          <a:xfrm>
            <a:off x="7075171" y="2540977"/>
            <a:ext cx="1365444" cy="200055"/>
          </a:xfrm>
          <a:prstGeom prst="rect">
            <a:avLst/>
          </a:prstGeom>
          <a:noFill/>
        </p:spPr>
        <p:txBody>
          <a:bodyPr wrap="square" lIns="27432" rIns="27432" anchor="t">
            <a:spAutoFit/>
          </a:bodyPr>
          <a:lstStyle/>
          <a:p>
            <a:pPr algn="ctr">
              <a:defRPr sz="800" b="0">
                <a:solidFill>
                  <a:srgbClr val="64748B"/>
                </a:solidFill>
              </a:defRPr>
            </a:pPr>
            <a:r>
              <a:rPr sz="700">
                <a:latin typeface="微软雅黑"/>
                <a:ea typeface="微软雅黑"/>
              </a:rPr>
              <a:t>worst case TTFT</a:t>
            </a:r>
          </a:p>
        </p:txBody>
      </p:sp>
      <p:sp>
        <p:nvSpPr>
          <p:cNvPr id="21" name="TextBox 20"/>
          <p:cNvSpPr txBox="1"/>
          <p:nvPr/>
        </p:nvSpPr>
        <p:spPr>
          <a:xfrm>
            <a:off x="5411665" y="2908847"/>
            <a:ext cx="3330878" cy="1515800"/>
          </a:xfrm>
          <a:prstGeom prst="rect">
            <a:avLst/>
          </a:prstGeom>
          <a:noFill/>
        </p:spPr>
        <p:txBody>
          <a:bodyPr wrap="square" lIns="20574" tIns="45720" rIns="91440" bIns="45720" anchor="t">
            <a:spAutoFit/>
          </a:bodyPr>
          <a:lstStyle/>
          <a:p>
            <a:pPr>
              <a:spcAft>
                <a:spcPts val="450"/>
              </a:spcAft>
              <a:defRPr sz="1110">
                <a:solidFill>
                  <a:srgbClr val="1F2937"/>
                </a:solidFill>
              </a:defRPr>
            </a:pPr>
            <a:r>
              <a:rPr sz="1000" b="1">
                <a:latin typeface="微软雅黑"/>
                <a:ea typeface="微软雅黑"/>
              </a:rPr>
              <a:t>Decode throughput:</a:t>
            </a:r>
            <a:r>
              <a:rPr sz="1000">
                <a:latin typeface="微软雅黑"/>
                <a:ea typeface="微软雅黑"/>
              </a:rPr>
              <a:t>Qwen3.6</a:t>
            </a:r>
            <a:r>
              <a:rPr sz="1000" err="1">
                <a:latin typeface="微软雅黑"/>
                <a:ea typeface="微软雅黑"/>
              </a:rPr>
              <a:t>Reaching</a:t>
            </a:r>
            <a:r>
              <a:rPr sz="1000">
                <a:latin typeface="微软雅黑"/>
                <a:ea typeface="微软雅黑"/>
              </a:rPr>
              <a:t>77 to 83</a:t>
            </a:r>
            <a:r>
              <a:rPr sz="1000" err="1">
                <a:latin typeface="微软雅黑"/>
                <a:ea typeface="微软雅黑"/>
              </a:rPr>
              <a:t>tok</a:t>
            </a:r>
            <a:r>
              <a:rPr sz="1000">
                <a:latin typeface="微软雅黑"/>
                <a:ea typeface="微软雅黑"/>
              </a:rPr>
              <a:t>/s,DSV4 Flash and Flash</a:t>
            </a:r>
            <a:r>
              <a:rPr sz="1000" err="1">
                <a:latin typeface="微软雅黑"/>
                <a:ea typeface="微软雅黑"/>
              </a:rPr>
              <a:t>Reaching</a:t>
            </a:r>
            <a:r>
              <a:rPr sz="1000">
                <a:latin typeface="微软雅黑"/>
                <a:ea typeface="微软雅黑"/>
              </a:rPr>
              <a:t>22 to 25</a:t>
            </a:r>
            <a:r>
              <a:rPr sz="1000" err="1">
                <a:latin typeface="微软雅黑"/>
                <a:ea typeface="微软雅黑"/>
              </a:rPr>
              <a:t>tok</a:t>
            </a:r>
            <a:r>
              <a:rPr sz="1000">
                <a:latin typeface="微软雅黑"/>
                <a:ea typeface="微软雅黑"/>
              </a:rPr>
              <a:t>and s.</a:t>
            </a:r>
          </a:p>
          <a:p>
            <a:pPr>
              <a:spcAft>
                <a:spcPts val="450"/>
              </a:spcAft>
              <a:defRPr sz="1110">
                <a:solidFill>
                  <a:srgbClr val="1F2937"/>
                </a:solidFill>
              </a:defRPr>
            </a:pPr>
            <a:r>
              <a:rPr sz="1000" b="1">
                <a:latin typeface="微软雅黑"/>
                <a:ea typeface="微软雅黑"/>
              </a:rPr>
              <a:t>Agent</a:t>
            </a:r>
            <a:r>
              <a:rPr sz="1000" b="1" err="1">
                <a:latin typeface="微软雅黑"/>
                <a:ea typeface="微软雅黑"/>
              </a:rPr>
              <a:t>Stability of:</a:t>
            </a:r>
            <a:r>
              <a:rPr sz="1000" err="1">
                <a:latin typeface="微软雅黑"/>
                <a:ea typeface="微软雅黑"/>
              </a:rPr>
              <a:t>FreeToken</a:t>
            </a:r>
            <a:r>
              <a:rPr sz="1000">
                <a:latin typeface="微软雅黑"/>
                <a:ea typeface="微软雅黑"/>
              </a:rPr>
              <a:t> </a:t>
            </a:r>
            <a:r>
              <a:rPr sz="1000" err="1">
                <a:latin typeface="微软雅黑"/>
                <a:ea typeface="微软雅黑"/>
              </a:rPr>
              <a:t>in three categories.</a:t>
            </a:r>
            <a:r>
              <a:rPr sz="1000">
                <a:latin typeface="微软雅黑"/>
                <a:ea typeface="微软雅黑"/>
              </a:rPr>
              <a:t>Workload Agent</a:t>
            </a:r>
            <a:r>
              <a:rPr sz="1000" err="1">
                <a:latin typeface="微软雅黑"/>
                <a:ea typeface="微软雅黑"/>
              </a:rPr>
              <a:t>Relative</a:t>
            </a:r>
            <a:r>
              <a:rPr sz="1000">
                <a:latin typeface="微软雅黑"/>
                <a:ea typeface="微软雅黑"/>
              </a:rPr>
              <a:t>W1</a:t>
            </a:r>
            <a:r>
              <a:rPr sz="1000" err="1">
                <a:latin typeface="微软雅黑"/>
                <a:ea typeface="微软雅黑"/>
              </a:rPr>
              <a:t>The single-wheel scenes are not more decreased.</a:t>
            </a:r>
            <a:r>
              <a:rPr sz="1000">
                <a:latin typeface="微软雅黑"/>
                <a:ea typeface="微软雅黑"/>
              </a:rPr>
              <a:t>12 percent of</a:t>
            </a:r>
            <a:endParaRPr sz="1000">
              <a:latin typeface="微软雅黑"/>
              <a:ea typeface="微软雅黑"/>
              <a:cs typeface="Arial"/>
            </a:endParaRPr>
          </a:p>
          <a:p>
            <a:pPr>
              <a:spcAft>
                <a:spcPts val="450"/>
              </a:spcAft>
              <a:defRPr sz="1110">
                <a:solidFill>
                  <a:srgbClr val="1F2937"/>
                </a:solidFill>
              </a:defRPr>
            </a:pPr>
            <a:r>
              <a:rPr sz="1000" b="1">
                <a:latin typeface="微软雅黑"/>
                <a:ea typeface="微软雅黑"/>
              </a:rPr>
              <a:t>TFT</a:t>
            </a:r>
            <a:r>
              <a:rPr sz="1000" b="1" err="1">
                <a:latin typeface="微软雅黑"/>
                <a:ea typeface="微软雅黑"/>
              </a:rPr>
              <a:t>by:</a:t>
            </a:r>
            <a:r>
              <a:rPr sz="1000" err="1">
                <a:latin typeface="微软雅黑"/>
                <a:ea typeface="微软雅黑"/>
              </a:rPr>
              <a:t>FreeToken</a:t>
            </a:r>
            <a:r>
              <a:rPr sz="1000">
                <a:latin typeface="微软雅黑"/>
                <a:ea typeface="微软雅黑"/>
              </a:rPr>
              <a:t> </a:t>
            </a:r>
            <a:r>
              <a:rPr sz="1000" err="1">
                <a:latin typeface="微软雅黑"/>
                <a:ea typeface="微软雅黑"/>
              </a:rPr>
              <a:t>All of</a:t>
            </a:r>
            <a:r>
              <a:rPr sz="1000">
                <a:latin typeface="微软雅黑"/>
                <a:ea typeface="微软雅黑"/>
              </a:rPr>
              <a:t>workload</a:t>
            </a:r>
            <a:r>
              <a:rPr sz="1000" err="1">
                <a:latin typeface="微软雅黑"/>
                <a:ea typeface="微软雅黑"/>
              </a:rPr>
              <a:t>The worst</a:t>
            </a:r>
            <a:r>
              <a:rPr sz="1000">
                <a:latin typeface="微软雅黑"/>
                <a:ea typeface="微软雅黑"/>
              </a:rPr>
              <a:t>turn</a:t>
            </a:r>
            <a:r>
              <a:rPr sz="1000" err="1">
                <a:latin typeface="微软雅黑"/>
                <a:ea typeface="微软雅黑"/>
              </a:rPr>
              <a:t>Lower than</a:t>
            </a:r>
            <a:r>
              <a:rPr sz="1000">
                <a:latin typeface="微软雅黑"/>
                <a:ea typeface="微软雅黑"/>
              </a:rPr>
              <a:t>44s; Baseline</a:t>
            </a:r>
            <a:r>
              <a:rPr sz="1000" err="1">
                <a:latin typeface="微软雅黑"/>
                <a:ea typeface="微软雅黑"/>
              </a:rPr>
              <a:t>At least one.</a:t>
            </a:r>
            <a:r>
              <a:rPr sz="1000">
                <a:latin typeface="微软雅黑"/>
                <a:ea typeface="微软雅黑"/>
              </a:rPr>
              <a:t>setup</a:t>
            </a:r>
            <a:r>
              <a:rPr sz="1000" err="1">
                <a:latin typeface="微软雅黑"/>
                <a:ea typeface="微软雅黑"/>
              </a:rPr>
              <a:t>Over</a:t>
            </a:r>
            <a:r>
              <a:rPr sz="1000">
                <a:latin typeface="微软雅黑"/>
                <a:ea typeface="微软雅黑"/>
              </a:rPr>
              <a:t>150s</a:t>
            </a:r>
            <a:endParaRPr sz="1000">
              <a:latin typeface="微软雅黑"/>
              <a:ea typeface="微软雅黑"/>
              <a:cs typeface="Arial"/>
            </a:endParaRPr>
          </a:p>
          <a:p>
            <a:pPr>
              <a:spcAft>
                <a:spcPts val="450"/>
              </a:spcAft>
              <a:defRPr sz="1110">
                <a:solidFill>
                  <a:srgbClr val="1F2937"/>
                </a:solidFill>
              </a:defRPr>
            </a:pPr>
            <a:r>
              <a:rPr sz="1000" b="1" err="1">
                <a:latin typeface="微软雅黑"/>
                <a:ea typeface="微软雅黑"/>
              </a:rPr>
              <a:t>Meaning of Engineering:</a:t>
            </a:r>
            <a:r>
              <a:rPr sz="1000" err="1">
                <a:latin typeface="微软雅黑"/>
                <a:ea typeface="微软雅黑"/>
              </a:rPr>
              <a:t/>
            </a:r>
            <a:r>
              <a:rPr sz="1000">
                <a:latin typeface="微软雅黑"/>
                <a:ea typeface="微软雅黑"/>
              </a:rPr>
              <a:t>Agent</a:t>
            </a:r>
            <a:r>
              <a:rPr sz="1000" err="1">
                <a:latin typeface="微软雅黑"/>
                <a:ea typeface="微软雅黑"/>
              </a:rPr>
              <a:t>For the end delays affect more than average swelling "as an interactive tool</a:t>
            </a:r>
            <a:r>
              <a:rPr sz="1000">
                <a:latin typeface="微软雅黑"/>
                <a:ea typeface="微软雅黑"/>
              </a:rPr>
              <a:t>“</a:t>
            </a:r>
            <a:endParaRPr sz="1000">
              <a:latin typeface="微软雅黑"/>
              <a:ea typeface="微软雅黑"/>
              <a:cs typeface="Arial"/>
            </a:endParaRPr>
          </a:p>
        </p:txBody>
      </p:sp>
      <p:sp>
        <p:nvSpPr>
          <p:cNvPr id="22" name="TextBox 21"/>
          <p:cNvSpPr txBox="1"/>
          <p:nvPr/>
        </p:nvSpPr>
        <p:spPr>
          <a:xfrm>
            <a:off x="617220" y="4596619"/>
            <a:ext cx="7818120" cy="259751"/>
          </a:xfrm>
          <a:prstGeom prst="rect">
            <a:avLst/>
          </a:prstGeom>
          <a:noFill/>
        </p:spPr>
        <p:txBody>
          <a:bodyPr wrap="square" lIns="27432" rIns="27432" anchor="t">
            <a:spAutoFit/>
          </a:bodyPr>
          <a:lstStyle/>
          <a:p>
            <a:pPr algn="ctr">
              <a:defRPr sz="1450" b="1">
                <a:solidFill>
                  <a:srgbClr val="0F172A"/>
                </a:solidFill>
              </a:defRPr>
            </a:pPr>
            <a:r>
              <a:rPr lang="zh-CN" altLang="en-US" sz="1100">
                <a:latin typeface="微软雅黑"/>
                <a:ea typeface="微软雅黑"/>
              </a:rPr>
              <a:t>The conclusion:</a:t>
            </a:r>
            <a:r>
              <a:rPr lang="en-US" altLang="zh-CN" sz="1100">
                <a:latin typeface="微软雅黑"/>
                <a:ea typeface="微软雅黑"/>
              </a:rPr>
              <a:t>FreeToken</a:t>
            </a:r>
            <a:r>
              <a:rPr lang="zh-CN" altLang="en-US" sz="1100">
                <a:latin typeface="微软雅黑"/>
                <a:ea typeface="微软雅黑"/>
              </a:rPr>
              <a:t>The advantage is not single.</a:t>
            </a:r>
            <a:r>
              <a:rPr lang="en-US" altLang="zh-CN" sz="1100">
                <a:latin typeface="微软雅黑"/>
                <a:ea typeface="微软雅黑"/>
              </a:rPr>
              <a:t>Benchmark</a:t>
            </a:r>
            <a:r>
              <a:rPr lang="zh-CN" altLang="en-US" sz="1100">
                <a:latin typeface="微软雅黑"/>
                <a:ea typeface="微软雅黑"/>
              </a:rPr>
              <a:t>But the interaction speed stillins under the long-range text, multi-wheel tool calls, and dynamic text editing.</a:t>
            </a:r>
          </a:p>
        </p:txBody>
      </p:sp>
      <p:sp>
        <p:nvSpPr>
          <p:cNvPr id="23" name="TextBox 22"/>
          <p:cNvSpPr txBox="1"/>
          <p:nvPr/>
        </p:nvSpPr>
        <p:spPr>
          <a:xfrm>
            <a:off x="7235190" y="4855464"/>
            <a:ext cx="1474470" cy="184666"/>
          </a:xfrm>
          <a:prstGeom prst="rect">
            <a:avLst/>
          </a:prstGeom>
          <a:noFill/>
        </p:spPr>
        <p:txBody>
          <a:bodyPr wrap="square" lIns="27432" rIns="27432" anchor="t">
            <a:spAutoFit/>
          </a:bodyPr>
          <a:lstStyle/>
          <a:p>
            <a:pPr algn="r">
              <a:defRPr sz="800" b="0">
                <a:solidFill>
                  <a:srgbClr val="94A3B8"/>
                </a:solidFill>
              </a:defRPr>
            </a:pPr>
            <a:r>
              <a:rPr sz="600"/>
              <a:t>FreeToken 技术 sharing · 7/8</a:t>
            </a:r>
          </a:p>
        </p:txBody>
      </p:sp>
      <p:pic>
        <p:nvPicPr>
          <p:cNvPr id="2" name="图片 1">
            <a:extLst>
              <a:ext uri="{FF2B5EF4-FFF2-40B4-BE49-F238E27FC236}">
                <a16:creationId xmlns:a16="http://schemas.microsoft.com/office/drawing/2014/main" id="{BAADF1B3-591E-4B65-B6E0-F08EA257F780}"/>
              </a:ext>
            </a:extLst>
          </p:cNvPr>
          <p:cNvPicPr>
            <a:picLocks noChangeAspect="1"/>
          </p:cNvPicPr>
          <p:nvPr/>
        </p:nvPicPr>
        <p:blipFill>
          <a:blip r:embed="rId2"/>
          <a:stretch>
            <a:fillRect/>
          </a:stretch>
        </p:blipFill>
        <p:spPr>
          <a:xfrm>
            <a:off x="614174" y="1441939"/>
            <a:ext cx="4187714" cy="2655276"/>
          </a:xfrm>
          <a:prstGeom prst="rect">
            <a:avLst/>
          </a:prstGeom>
        </p:spPr>
      </p:pic>
      <p:sp>
        <p:nvSpPr>
          <p:cNvPr id="25" name="文本占位符 1">
            <a:extLst>
              <a:ext uri="{FF2B5EF4-FFF2-40B4-BE49-F238E27FC236}">
                <a16:creationId xmlns:a16="http://schemas.microsoft.com/office/drawing/2014/main" id="{46724CAC-D30B-BA92-5099-CE538C33A274}"/>
              </a:ext>
            </a:extLst>
          </p:cNvPr>
          <p:cNvSpPr>
            <a:spLocks noGrp="1"/>
          </p:cNvSpPr>
          <p:nvPr>
            <p:ph type="body" sz="quarter" idx="10"/>
          </p:nvPr>
        </p:nvSpPr>
        <p:spPr>
          <a:xfrm>
            <a:off x="370132" y="188156"/>
            <a:ext cx="8397557" cy="403860"/>
          </a:xfrm>
        </p:spPr>
        <p:txBody>
          <a:bodyPr/>
          <a:lstStyle/>
          <a:p>
            <a:r>
              <a:rPr lang="en-US" altLang="zh-CN" err="1">
                <a:latin typeface="Arial"/>
                <a:ea typeface="黑体"/>
                <a:cs typeface="Arial"/>
              </a:rPr>
              <a:t>FreeToken</a:t>
            </a:r>
            <a:endParaRPr lang="en-US" altLang="zh-CN">
              <a:latin typeface="Arial"/>
              <a:ea typeface="黑体"/>
              <a:cs typeface="Arial"/>
            </a:endParaRPr>
          </a:p>
          <a:p>
            <a:r>
              <a:rPr lang="en-US" altLang="zh-CN" sz="1400">
                <a:latin typeface="Arial"/>
                <a:ea typeface="黑体"/>
                <a:cs typeface="Arial"/>
              </a:rPr>
              <a:t>Efficient Edge-Native</a:t>
            </a:r>
            <a:r>
              <a:rPr lang="en-US" altLang="zh-CN" sz="1400" err="1">
                <a:latin typeface="Arial"/>
                <a:ea typeface="黑体"/>
                <a:cs typeface="Arial"/>
              </a:rPr>
              <a:t>MORE</a:t>
            </a:r>
            <a:r>
              <a:rPr lang="en-US" altLang="zh-CN" sz="1400">
                <a:latin typeface="Arial"/>
                <a:ea typeface="黑体"/>
                <a:cs typeface="Arial"/>
              </a:rPr>
              <a:t>Serving</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with</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Bandwidth Adaptive</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Execution</a:t>
            </a:r>
            <a:endParaRPr lang="zh-CN" altLang="en-US" sz="1400">
              <a:latin typeface="Arial"/>
              <a:ea typeface="黑体"/>
              <a:cs typeface="Arial"/>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6453" y="884858"/>
            <a:ext cx="8864403" cy="338554"/>
          </a:xfrm>
          <a:prstGeom prst="rect">
            <a:avLst/>
          </a:prstGeom>
          <a:noFill/>
        </p:spPr>
        <p:txBody>
          <a:bodyPr wrap="square" lIns="27432" tIns="45720" rIns="27432" bIns="45720" anchor="t">
            <a:spAutoFit/>
          </a:bodyPr>
          <a:lstStyle/>
          <a:p>
            <a:pPr marL="285750" indent="-285750" algn="l">
              <a:buFont typeface="Wingdings"/>
              <a:buChar char="Ø"/>
              <a:defRPr sz="1050" b="0">
                <a:solidFill>
                  <a:srgbClr val="64748B"/>
                </a:solidFill>
              </a:defRPr>
            </a:pPr>
            <a:r>
              <a:rPr sz="1600" b="1" err="1">
                <a:solidFill>
                  <a:srgbClr val="000000"/>
                </a:solidFill>
                <a:latin typeface="微软雅黑"/>
                <a:ea typeface="微软雅黑"/>
              </a:rPr>
              <a:t>FreeToken</a:t>
            </a:r>
            <a:r>
              <a:rPr sz="1600" b="1">
                <a:solidFill>
                  <a:srgbClr val="000000"/>
                </a:solidFill>
                <a:latin typeface="微软雅黑"/>
                <a:ea typeface="微软雅黑"/>
              </a:rPr>
              <a:t> </a:t>
            </a:r>
            <a:r>
              <a:rPr lang="zh-CN" sz="1600" b="1">
                <a:solidFill>
                  <a:srgbClr val="000000"/>
                </a:solidFill>
                <a:latin typeface="微软雅黑"/>
                <a:ea typeface="微软雅黑"/>
              </a:rPr>
              <a:t>Revenue from waterproofing.</a:t>
            </a:r>
            <a:r>
              <a:rPr sz="1600" b="1">
                <a:solidFill>
                  <a:srgbClr val="000000"/>
                </a:solidFill>
                <a:latin typeface="微软雅黑"/>
                <a:ea typeface="微软雅黑"/>
              </a:rPr>
              <a:t> </a:t>
            </a:r>
            <a:r>
              <a:rPr sz="1600" b="1" err="1">
                <a:solidFill>
                  <a:srgbClr val="000000"/>
                </a:solidFill>
                <a:latin typeface="微软雅黑"/>
                <a:ea typeface="微软雅黑"/>
              </a:rPr>
              <a:t>Prefill, Low</a:t>
            </a:r>
            <a:r>
              <a:rPr sz="1600" b="1">
                <a:solidFill>
                  <a:srgbClr val="000000"/>
                </a:solidFill>
                <a:latin typeface="微软雅黑"/>
                <a:ea typeface="微软雅黑"/>
              </a:rPr>
              <a:t>Miss</a:t>
            </a:r>
            <a:r>
              <a:rPr sz="1600" b="1" err="1">
                <a:solidFill>
                  <a:srgbClr val="000000"/>
                </a:solidFill>
                <a:latin typeface="微软雅黑"/>
                <a:ea typeface="微软雅黑"/>
              </a:rPr>
              <a:t>Dynamic expert cache, as well as customized adaptive bandwidth of cross-hardware</a:t>
            </a:r>
            <a:endParaRPr lang="zh-CN" altLang="en-US" sz="1600" b="1" err="1">
              <a:latin typeface="微软雅黑"/>
              <a:ea typeface="微软雅黑"/>
            </a:endParaRPr>
          </a:p>
        </p:txBody>
      </p:sp>
      <p:sp>
        <p:nvSpPr>
          <p:cNvPr id="5" name="Rounded Rectangle 4"/>
          <p:cNvSpPr/>
          <p:nvPr/>
        </p:nvSpPr>
        <p:spPr>
          <a:xfrm>
            <a:off x="7303771" y="240030"/>
            <a:ext cx="1405889" cy="2743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750"/>
              <a:t>Takeaways</a:t>
            </a:r>
          </a:p>
        </p:txBody>
      </p:sp>
      <p:sp>
        <p:nvSpPr>
          <p:cNvPr id="8" name="TextBox 7"/>
          <p:cNvSpPr txBox="1"/>
          <p:nvPr/>
        </p:nvSpPr>
        <p:spPr>
          <a:xfrm>
            <a:off x="516108" y="3366575"/>
            <a:ext cx="3943350" cy="215444"/>
          </a:xfrm>
          <a:prstGeom prst="rect">
            <a:avLst/>
          </a:prstGeom>
          <a:noFill/>
        </p:spPr>
        <p:txBody>
          <a:bodyPr wrap="square" lIns="27432" tIns="45720" rIns="27432" bIns="45720" anchor="t">
            <a:spAutoFit/>
          </a:bodyPr>
          <a:lstStyle/>
          <a:p>
            <a:pPr algn="ctr">
              <a:defRPr sz="800" b="0">
                <a:solidFill>
                  <a:srgbClr val="64748B"/>
                </a:solidFill>
              </a:defRPr>
            </a:pPr>
            <a:r>
              <a:rPr lang="en-US" sz="800" b="1">
                <a:latin typeface="Microsoft YaHei"/>
                <a:ea typeface="Microsoft YaHei"/>
              </a:rPr>
              <a:t>Figure 4: Prefill TPS with decode-time expert miss rate</a:t>
            </a:r>
            <a:endParaRPr lang="en-US" altLang="zh-CN" sz="800" b="1">
              <a:latin typeface="Microsoft YaHei"/>
              <a:ea typeface="Microsoft YaHei"/>
            </a:endParaRPr>
          </a:p>
        </p:txBody>
      </p:sp>
      <p:sp>
        <p:nvSpPr>
          <p:cNvPr id="11" name="TextBox 10"/>
          <p:cNvSpPr txBox="1"/>
          <p:nvPr/>
        </p:nvSpPr>
        <p:spPr>
          <a:xfrm>
            <a:off x="4797434" y="3363585"/>
            <a:ext cx="3669030" cy="215444"/>
          </a:xfrm>
          <a:prstGeom prst="rect">
            <a:avLst/>
          </a:prstGeom>
          <a:noFill/>
        </p:spPr>
        <p:txBody>
          <a:bodyPr wrap="square" lIns="27432" tIns="45720" rIns="27432" bIns="45720" anchor="t">
            <a:spAutoFit/>
          </a:bodyPr>
          <a:lstStyle/>
          <a:p>
            <a:pPr algn="ctr">
              <a:defRPr sz="800" b="0">
                <a:solidFill>
                  <a:srgbClr val="64748B"/>
                </a:solidFill>
              </a:defRPr>
            </a:pPr>
            <a:r>
              <a:rPr sz="800" b="1">
                <a:latin typeface="Microsoft YaHei"/>
                <a:ea typeface="Microsoft YaHei"/>
              </a:rPr>
              <a:t>Figure 5: Coding-agent decode TPS on different hardware</a:t>
            </a:r>
            <a:endParaRPr lang="zh-CN" altLang="en-US" sz="800" b="1">
              <a:latin typeface="Microsoft YaHei"/>
              <a:ea typeface="Microsoft YaHei"/>
            </a:endParaRPr>
          </a:p>
        </p:txBody>
      </p:sp>
      <p:sp>
        <p:nvSpPr>
          <p:cNvPr id="12" name="Rounded Rectangle 11"/>
          <p:cNvSpPr/>
          <p:nvPr/>
        </p:nvSpPr>
        <p:spPr>
          <a:xfrm>
            <a:off x="519450" y="3639136"/>
            <a:ext cx="1885950" cy="82296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3" name="Rounded Rectangle 12"/>
          <p:cNvSpPr/>
          <p:nvPr/>
        </p:nvSpPr>
        <p:spPr>
          <a:xfrm>
            <a:off x="492018" y="3604846"/>
            <a:ext cx="1885950" cy="822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4" name="Rounded Rectangle 13"/>
          <p:cNvSpPr/>
          <p:nvPr/>
        </p:nvSpPr>
        <p:spPr>
          <a:xfrm>
            <a:off x="492018" y="3604846"/>
            <a:ext cx="82296" cy="8229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5" name="TextBox 14"/>
          <p:cNvSpPr txBox="1"/>
          <p:nvPr/>
        </p:nvSpPr>
        <p:spPr>
          <a:xfrm>
            <a:off x="663467" y="3714574"/>
            <a:ext cx="1625346" cy="246221"/>
          </a:xfrm>
          <a:prstGeom prst="rect">
            <a:avLst/>
          </a:prstGeom>
          <a:noFill/>
        </p:spPr>
        <p:txBody>
          <a:bodyPr wrap="square" lIns="27432" rIns="27432" anchor="t">
            <a:spAutoFit/>
          </a:bodyPr>
          <a:lstStyle/>
          <a:p>
            <a:pPr algn="l">
              <a:defRPr sz="1250" b="1">
                <a:solidFill>
                  <a:srgbClr val="0F172A"/>
                </a:solidFill>
              </a:defRPr>
            </a:pPr>
            <a:r>
              <a:rPr sz="1000">
                <a:latin typeface="微软雅黑"/>
                <a:ea typeface="微软雅黑"/>
              </a:rPr>
              <a:t>Prefect Overlap</a:t>
            </a:r>
          </a:p>
        </p:txBody>
      </p:sp>
      <p:sp>
        <p:nvSpPr>
          <p:cNvPr id="16" name="TextBox 15"/>
          <p:cNvSpPr txBox="1"/>
          <p:nvPr/>
        </p:nvSpPr>
        <p:spPr>
          <a:xfrm>
            <a:off x="663467" y="3961463"/>
            <a:ext cx="1625346" cy="461665"/>
          </a:xfrm>
          <a:prstGeom prst="rect">
            <a:avLst/>
          </a:prstGeom>
          <a:noFill/>
        </p:spPr>
        <p:txBody>
          <a:bodyPr wrap="square" lIns="27432" rIns="27432" anchor="t">
            <a:spAutoFit/>
          </a:bodyPr>
          <a:lstStyle/>
          <a:p>
            <a:pPr algn="l">
              <a:defRPr sz="1030" b="0">
                <a:solidFill>
                  <a:srgbClr val="1F2937"/>
                </a:solidFill>
              </a:defRPr>
            </a:pPr>
            <a:r>
              <a:rPr sz="800">
                <a:latin typeface="微软雅黑"/>
                <a:ea typeface="微软雅黑"/>
              </a:rPr>
              <a:t>16K prompt is about 6.7K tok/s; close overlap at 16K prompt loses about 26%.</a:t>
            </a:r>
          </a:p>
        </p:txBody>
      </p:sp>
      <p:sp>
        <p:nvSpPr>
          <p:cNvPr id="17" name="Rounded Rectangle 16"/>
          <p:cNvSpPr/>
          <p:nvPr/>
        </p:nvSpPr>
        <p:spPr>
          <a:xfrm>
            <a:off x="2604282" y="3639136"/>
            <a:ext cx="1885950" cy="82296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8" name="Rounded Rectangle 17"/>
          <p:cNvSpPr/>
          <p:nvPr/>
        </p:nvSpPr>
        <p:spPr>
          <a:xfrm>
            <a:off x="2576850" y="3604846"/>
            <a:ext cx="1885950" cy="822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19" name="Rounded Rectangle 18"/>
          <p:cNvSpPr/>
          <p:nvPr/>
        </p:nvSpPr>
        <p:spPr>
          <a:xfrm>
            <a:off x="2576850" y="3604846"/>
            <a:ext cx="82296" cy="8229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20" name="TextBox 19"/>
          <p:cNvSpPr txBox="1"/>
          <p:nvPr/>
        </p:nvSpPr>
        <p:spPr>
          <a:xfrm>
            <a:off x="2748299" y="3714574"/>
            <a:ext cx="1625346" cy="246221"/>
          </a:xfrm>
          <a:prstGeom prst="rect">
            <a:avLst/>
          </a:prstGeom>
          <a:noFill/>
        </p:spPr>
        <p:txBody>
          <a:bodyPr wrap="square" lIns="27432" rIns="27432" anchor="t">
            <a:spAutoFit/>
          </a:bodyPr>
          <a:lstStyle/>
          <a:p>
            <a:pPr algn="l">
              <a:defRPr sz="1250" b="1">
                <a:solidFill>
                  <a:srgbClr val="0F172A"/>
                </a:solidFill>
              </a:defRPr>
            </a:pPr>
            <a:r>
              <a:rPr sz="1000">
                <a:latin typeface="微软雅黑"/>
                <a:ea typeface="微软雅黑"/>
              </a:rPr>
              <a:t>Expert Locality</a:t>
            </a:r>
          </a:p>
        </p:txBody>
      </p:sp>
      <p:sp>
        <p:nvSpPr>
          <p:cNvPr id="21" name="TextBox 20"/>
          <p:cNvSpPr txBox="1"/>
          <p:nvPr/>
        </p:nvSpPr>
        <p:spPr>
          <a:xfrm>
            <a:off x="2748299" y="3961463"/>
            <a:ext cx="1625346" cy="461665"/>
          </a:xfrm>
          <a:prstGeom prst="rect">
            <a:avLst/>
          </a:prstGeom>
          <a:noFill/>
        </p:spPr>
        <p:txBody>
          <a:bodyPr wrap="square" lIns="27432" rIns="27432" anchor="t">
            <a:spAutoFit/>
          </a:bodyPr>
          <a:lstStyle/>
          <a:p>
            <a:pPr algn="l">
              <a:defRPr sz="1030" b="0">
                <a:solidFill>
                  <a:srgbClr val="1F2937"/>
                </a:solidFill>
              </a:defRPr>
            </a:pPr>
            <a:r>
              <a:rPr sz="800">
                <a:latin typeface="微软雅黑"/>
                <a:ea typeface="微软雅黑"/>
              </a:rPr>
              <a:t>LRU is significantly lower than the miss rate of static placement under the same cache capacity.</a:t>
            </a:r>
          </a:p>
        </p:txBody>
      </p:sp>
      <p:sp>
        <p:nvSpPr>
          <p:cNvPr id="22" name="Rounded Rectangle 21"/>
          <p:cNvSpPr/>
          <p:nvPr/>
        </p:nvSpPr>
        <p:spPr>
          <a:xfrm>
            <a:off x="4689114" y="3639136"/>
            <a:ext cx="1885950" cy="82296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23" name="Rounded Rectangle 22"/>
          <p:cNvSpPr/>
          <p:nvPr/>
        </p:nvSpPr>
        <p:spPr>
          <a:xfrm>
            <a:off x="4661682" y="3604846"/>
            <a:ext cx="1885950" cy="822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24" name="Rounded Rectangle 23"/>
          <p:cNvSpPr/>
          <p:nvPr/>
        </p:nvSpPr>
        <p:spPr>
          <a:xfrm>
            <a:off x="4661682" y="3604846"/>
            <a:ext cx="82296"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25" name="TextBox 24"/>
          <p:cNvSpPr txBox="1"/>
          <p:nvPr/>
        </p:nvSpPr>
        <p:spPr>
          <a:xfrm>
            <a:off x="4833132" y="3714574"/>
            <a:ext cx="1625346" cy="246221"/>
          </a:xfrm>
          <a:prstGeom prst="rect">
            <a:avLst/>
          </a:prstGeom>
          <a:noFill/>
        </p:spPr>
        <p:txBody>
          <a:bodyPr wrap="square" lIns="27432" rIns="27432" anchor="t">
            <a:spAutoFit/>
          </a:bodyPr>
          <a:lstStyle/>
          <a:p>
            <a:pPr algn="l">
              <a:defRPr sz="1250" b="1">
                <a:solidFill>
                  <a:srgbClr val="0F172A"/>
                </a:solidFill>
              </a:defRPr>
            </a:pPr>
            <a:r>
              <a:rPr sz="1000">
                <a:latin typeface="微软雅黑"/>
                <a:ea typeface="微软雅黑"/>
              </a:rPr>
              <a:t>Hardware range</a:t>
            </a:r>
          </a:p>
        </p:txBody>
      </p:sp>
      <p:sp>
        <p:nvSpPr>
          <p:cNvPr id="26" name="TextBox 25"/>
          <p:cNvSpPr txBox="1"/>
          <p:nvPr/>
        </p:nvSpPr>
        <p:spPr>
          <a:xfrm>
            <a:off x="4833132" y="3961463"/>
            <a:ext cx="1625346" cy="461665"/>
          </a:xfrm>
          <a:prstGeom prst="rect">
            <a:avLst/>
          </a:prstGeom>
          <a:noFill/>
        </p:spPr>
        <p:txBody>
          <a:bodyPr wrap="square" lIns="27432" rIns="27432" anchor="t">
            <a:spAutoFit/>
          </a:bodyPr>
          <a:lstStyle/>
          <a:p>
            <a:pPr algn="l">
              <a:defRPr sz="1030" b="0">
                <a:solidFill>
                  <a:srgbClr val="1F2937"/>
                </a:solidFill>
              </a:defRPr>
            </a:pPr>
            <a:r>
              <a:rPr sz="800">
                <a:latin typeface="微软雅黑"/>
                <a:ea typeface="微软雅黑"/>
              </a:rPr>
              <a:t>4060 Laptop to PRO 6000 are available; consumer-class hardware also serve great MoE.</a:t>
            </a:r>
          </a:p>
        </p:txBody>
      </p:sp>
      <p:sp>
        <p:nvSpPr>
          <p:cNvPr id="27" name="Rounded Rectangle 26"/>
          <p:cNvSpPr/>
          <p:nvPr/>
        </p:nvSpPr>
        <p:spPr>
          <a:xfrm>
            <a:off x="6773945" y="3639136"/>
            <a:ext cx="1885950" cy="82296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28" name="Rounded Rectangle 27"/>
          <p:cNvSpPr/>
          <p:nvPr/>
        </p:nvSpPr>
        <p:spPr>
          <a:xfrm>
            <a:off x="6746514" y="3604846"/>
            <a:ext cx="1885950" cy="822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29" name="Rounded Rectangle 28"/>
          <p:cNvSpPr/>
          <p:nvPr/>
        </p:nvSpPr>
        <p:spPr>
          <a:xfrm>
            <a:off x="6746514" y="3604846"/>
            <a:ext cx="82296" cy="8229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微软雅黑"/>
              <a:ea typeface="微软雅黑"/>
            </a:endParaRPr>
          </a:p>
        </p:txBody>
      </p:sp>
      <p:sp>
        <p:nvSpPr>
          <p:cNvPr id="30" name="TextBox 29"/>
          <p:cNvSpPr txBox="1"/>
          <p:nvPr/>
        </p:nvSpPr>
        <p:spPr>
          <a:xfrm>
            <a:off x="6917964" y="3714574"/>
            <a:ext cx="1625346" cy="246221"/>
          </a:xfrm>
          <a:prstGeom prst="rect">
            <a:avLst/>
          </a:prstGeom>
          <a:noFill/>
        </p:spPr>
        <p:txBody>
          <a:bodyPr wrap="square" lIns="27432" rIns="27432" anchor="t">
            <a:spAutoFit/>
          </a:bodyPr>
          <a:lstStyle/>
          <a:p>
            <a:pPr algn="l">
              <a:defRPr sz="1250" b="1">
                <a:solidFill>
                  <a:srgbClr val="0F172A"/>
                </a:solidFill>
              </a:defRPr>
            </a:pPr>
            <a:r>
              <a:rPr sz="1000">
                <a:latin typeface="微软雅黑"/>
                <a:ea typeface="微软雅黑"/>
              </a:rPr>
              <a:t>System Lessons</a:t>
            </a:r>
          </a:p>
        </p:txBody>
      </p:sp>
      <p:sp>
        <p:nvSpPr>
          <p:cNvPr id="31" name="TextBox 30"/>
          <p:cNvSpPr txBox="1"/>
          <p:nvPr/>
        </p:nvSpPr>
        <p:spPr>
          <a:xfrm>
            <a:off x="6917964" y="3961463"/>
            <a:ext cx="1625346" cy="461665"/>
          </a:xfrm>
          <a:prstGeom prst="rect">
            <a:avLst/>
          </a:prstGeom>
          <a:noFill/>
        </p:spPr>
        <p:txBody>
          <a:bodyPr wrap="square" lIns="27432" rIns="27432" anchor="t">
            <a:spAutoFit/>
          </a:bodyPr>
          <a:lstStyle/>
          <a:p>
            <a:pPr algn="l">
              <a:defRPr sz="1030" b="0">
                <a:solidFill>
                  <a:srgbClr val="1F2937"/>
                </a:solidFill>
              </a:defRPr>
            </a:pPr>
            <a:r>
              <a:rPr sz="800">
                <a:latin typeface="微软雅黑"/>
                <a:ea typeface="微软雅黑"/>
              </a:rPr>
              <a:t>Local AI boundaries are not determined only by hardware, but by how the serving runtime is arranged.</a:t>
            </a:r>
          </a:p>
        </p:txBody>
      </p:sp>
      <p:sp>
        <p:nvSpPr>
          <p:cNvPr id="32" name="TextBox 31"/>
          <p:cNvSpPr txBox="1"/>
          <p:nvPr/>
        </p:nvSpPr>
        <p:spPr>
          <a:xfrm>
            <a:off x="608428" y="4524523"/>
            <a:ext cx="7852410" cy="427168"/>
          </a:xfrm>
          <a:prstGeom prst="rect">
            <a:avLst/>
          </a:prstGeom>
          <a:noFill/>
        </p:spPr>
        <p:txBody>
          <a:bodyPr wrap="square" lIns="27432" tIns="45720" rIns="27432" bIns="45720" anchor="t">
            <a:spAutoFit/>
          </a:bodyPr>
          <a:lstStyle/>
          <a:p>
            <a:pPr algn="ctr">
              <a:defRPr sz="1450" b="1">
                <a:solidFill>
                  <a:srgbClr val="0F172A"/>
                </a:solidFill>
              </a:defRPr>
            </a:pPr>
            <a:r>
              <a:rPr sz="1100" err="1">
                <a:latin typeface="微软雅黑"/>
                <a:ea typeface="微软雅黑"/>
              </a:rPr>
              <a:t>Finally</a:t>
            </a:r>
            <a:r>
              <a:rPr sz="1100">
                <a:latin typeface="微软雅黑"/>
                <a:ea typeface="微软雅黑"/>
              </a:rPr>
              <a:t> </a:t>
            </a:r>
            <a:r>
              <a:rPr sz="1100" err="1">
                <a:latin typeface="微软雅黑"/>
                <a:ea typeface="微软雅黑"/>
              </a:rPr>
              <a:t>Takeaway:FreeToken</a:t>
            </a:r>
            <a:r>
              <a:rPr sz="1100">
                <a:latin typeface="微软雅黑"/>
                <a:ea typeface="微软雅黑"/>
              </a:rPr>
              <a:t> </a:t>
            </a:r>
            <a:r>
              <a:rPr sz="1100" err="1">
                <a:latin typeface="微软雅黑"/>
                <a:ea typeface="微软雅黑"/>
              </a:rPr>
              <a:t>We do not change the mathematical results, but rather</a:t>
            </a:r>
            <a:r>
              <a:rPr sz="1100">
                <a:latin typeface="微软雅黑"/>
                <a:ea typeface="微软雅黑"/>
              </a:rPr>
              <a:t> </a:t>
            </a:r>
            <a:r>
              <a:rPr sz="1100" err="1">
                <a:latin typeface="微软雅黑"/>
                <a:ea typeface="微软雅黑"/>
              </a:rPr>
              <a:t>MORE</a:t>
            </a:r>
            <a:r>
              <a:rPr sz="1100">
                <a:latin typeface="微软雅黑"/>
                <a:ea typeface="微软雅黑"/>
              </a:rPr>
              <a:t> </a:t>
            </a:r>
            <a:r>
              <a:rPr sz="1100" err="1">
                <a:latin typeface="微软雅黑"/>
                <a:ea typeface="微软雅黑"/>
              </a:rPr>
              <a:t>Consider the system problem “cacheable, portable, parallel, re-installable” and drive each step of measurement using a real-time bandwidth measurement</a:t>
            </a:r>
            <a:r>
              <a:rPr sz="1100">
                <a:latin typeface="微软雅黑"/>
                <a:ea typeface="微软雅黑"/>
              </a:rPr>
              <a:t>and .</a:t>
            </a:r>
          </a:p>
        </p:txBody>
      </p:sp>
      <p:sp>
        <p:nvSpPr>
          <p:cNvPr id="33" name="TextBox 32"/>
          <p:cNvSpPr txBox="1"/>
          <p:nvPr/>
        </p:nvSpPr>
        <p:spPr>
          <a:xfrm>
            <a:off x="7235190" y="4855464"/>
            <a:ext cx="1474470" cy="184666"/>
          </a:xfrm>
          <a:prstGeom prst="rect">
            <a:avLst/>
          </a:prstGeom>
          <a:noFill/>
        </p:spPr>
        <p:txBody>
          <a:bodyPr wrap="square" lIns="27432" rIns="27432" anchor="t">
            <a:spAutoFit/>
          </a:bodyPr>
          <a:lstStyle/>
          <a:p>
            <a:pPr algn="r">
              <a:defRPr sz="800" b="0">
                <a:solidFill>
                  <a:srgbClr val="94A3B8"/>
                </a:solidFill>
              </a:defRPr>
            </a:pPr>
            <a:r>
              <a:rPr sz="600"/>
              <a:t>FreeToken Technical Share · 8/8</a:t>
            </a:r>
          </a:p>
        </p:txBody>
      </p:sp>
      <p:sp>
        <p:nvSpPr>
          <p:cNvPr id="34" name="文本占位符 1">
            <a:extLst>
              <a:ext uri="{FF2B5EF4-FFF2-40B4-BE49-F238E27FC236}">
                <a16:creationId xmlns:a16="http://schemas.microsoft.com/office/drawing/2014/main" id="{4B90EDB8-7D68-DA2A-67FB-95A31AD22AC5}"/>
              </a:ext>
            </a:extLst>
          </p:cNvPr>
          <p:cNvSpPr>
            <a:spLocks noGrp="1"/>
          </p:cNvSpPr>
          <p:nvPr>
            <p:ph type="body" sz="quarter" idx="10"/>
          </p:nvPr>
        </p:nvSpPr>
        <p:spPr>
          <a:xfrm>
            <a:off x="370132" y="188156"/>
            <a:ext cx="8397557" cy="403860"/>
          </a:xfrm>
        </p:spPr>
        <p:txBody>
          <a:bodyPr/>
          <a:lstStyle/>
          <a:p>
            <a:r>
              <a:rPr lang="en-US" altLang="zh-CN" err="1">
                <a:latin typeface="Arial"/>
                <a:ea typeface="黑体"/>
                <a:cs typeface="Arial"/>
              </a:rPr>
              <a:t>FreeToken</a:t>
            </a:r>
            <a:endParaRPr lang="en-US" altLang="zh-CN">
              <a:latin typeface="Arial"/>
              <a:ea typeface="黑体"/>
              <a:cs typeface="Arial"/>
            </a:endParaRPr>
          </a:p>
          <a:p>
            <a:r>
              <a:rPr lang="en-US" altLang="zh-CN" sz="1400">
                <a:latin typeface="Arial"/>
                <a:ea typeface="黑体"/>
                <a:cs typeface="Arial"/>
              </a:rPr>
              <a:t>Efficient Edge-Native</a:t>
            </a:r>
            <a:r>
              <a:rPr lang="en-US" altLang="zh-CN" sz="1400" err="1">
                <a:latin typeface="Arial"/>
                <a:ea typeface="黑体"/>
                <a:cs typeface="Arial"/>
              </a:rPr>
              <a:t>MORE</a:t>
            </a:r>
            <a:r>
              <a:rPr lang="en-US" altLang="zh-CN" sz="1400">
                <a:latin typeface="Arial"/>
                <a:ea typeface="黑体"/>
                <a:cs typeface="Arial"/>
              </a:rPr>
              <a:t>Serving</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with</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Bandwidth Adaptive</a:t>
            </a:r>
            <a:r>
              <a:rPr lang="en-US" altLang="zh-CN" sz="1400" b="0" i="0">
                <a:solidFill>
                  <a:srgbClr val="D2DCEB"/>
                </a:solidFill>
                <a:effectLst/>
                <a:latin typeface="等线" panose="02010600030101010101" pitchFamily="2" charset="-122"/>
                <a:ea typeface="等线" panose="02010600030101010101" pitchFamily="2" charset="-122"/>
              </a:rPr>
              <a:t> </a:t>
            </a:r>
            <a:r>
              <a:rPr lang="en-US" altLang="zh-CN" sz="1400">
                <a:latin typeface="Arial"/>
                <a:ea typeface="黑体"/>
                <a:cs typeface="Arial"/>
              </a:rPr>
              <a:t>Execution</a:t>
            </a:r>
            <a:endParaRPr lang="zh-CN" altLang="en-US" sz="1400">
              <a:latin typeface="Arial"/>
              <a:ea typeface="黑体"/>
              <a:cs typeface="Arial"/>
            </a:endParaRPr>
          </a:p>
        </p:txBody>
      </p:sp>
      <p:pic>
        <p:nvPicPr>
          <p:cNvPr id="35" name="图片 34">
            <a:extLst>
              <a:ext uri="{FF2B5EF4-FFF2-40B4-BE49-F238E27FC236}">
                <a16:creationId xmlns:a16="http://schemas.microsoft.com/office/drawing/2014/main" id="{9898E969-06E7-F992-5A52-B760367F15AF}"/>
              </a:ext>
            </a:extLst>
          </p:cNvPr>
          <p:cNvPicPr>
            <a:picLocks noChangeAspect="1"/>
          </p:cNvPicPr>
          <p:nvPr/>
        </p:nvPicPr>
        <p:blipFill>
          <a:blip r:embed="rId2"/>
          <a:stretch>
            <a:fillRect/>
          </a:stretch>
        </p:blipFill>
        <p:spPr>
          <a:xfrm>
            <a:off x="574319" y="1248507"/>
            <a:ext cx="3660757" cy="2101362"/>
          </a:xfrm>
          <a:prstGeom prst="rect">
            <a:avLst/>
          </a:prstGeom>
        </p:spPr>
      </p:pic>
      <p:pic>
        <p:nvPicPr>
          <p:cNvPr id="36" name="图片 35">
            <a:extLst>
              <a:ext uri="{FF2B5EF4-FFF2-40B4-BE49-F238E27FC236}">
                <a16:creationId xmlns:a16="http://schemas.microsoft.com/office/drawing/2014/main" id="{A8056B94-689B-C696-0806-184594207B80}"/>
              </a:ext>
            </a:extLst>
          </p:cNvPr>
          <p:cNvPicPr>
            <a:picLocks noChangeAspect="1"/>
          </p:cNvPicPr>
          <p:nvPr/>
        </p:nvPicPr>
        <p:blipFill>
          <a:blip r:embed="rId3"/>
          <a:stretch>
            <a:fillRect/>
          </a:stretch>
        </p:blipFill>
        <p:spPr>
          <a:xfrm>
            <a:off x="4366846" y="1238982"/>
            <a:ext cx="4366847" cy="2111620"/>
          </a:xfrm>
          <a:prstGeom prst="rect">
            <a:avLst/>
          </a:prstGeom>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46786806"/>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较窄&quot;,&quot;Kind&quot;:&quot;System&quot;,&quot;OldGuidesSetting&quot;:{&quot;HeaderHeight&quot;:10.0,&quot;FooterHeight&quot;:5.0,&quot;SideMargin&quot;:2.5,&quot;TopMargin&quot;:0.0,&quot;BottomMargin&quot;:0.0,&quot;IntervalMargin&quot;:1.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novo_SLab2023">
  <a:themeElements>
    <a:clrScheme name="自定义 1">
      <a:dk1>
        <a:srgbClr val="000000"/>
      </a:dk1>
      <a:lt1>
        <a:srgbClr val="FFFFFF"/>
      </a:lt1>
      <a:dk2>
        <a:srgbClr val="0F005D"/>
      </a:dk2>
      <a:lt2>
        <a:srgbClr val="EAE5EB"/>
      </a:lt2>
      <a:accent1>
        <a:srgbClr val="4600C2"/>
      </a:accent1>
      <a:accent2>
        <a:srgbClr val="8C48D9"/>
      </a:accent2>
      <a:accent3>
        <a:srgbClr val="FF2700"/>
      </a:accent3>
      <a:accent4>
        <a:srgbClr val="667DC8"/>
      </a:accent4>
      <a:accent5>
        <a:srgbClr val="006BFF"/>
      </a:accent5>
      <a:accent6>
        <a:srgbClr val="00CBF6"/>
      </a:accent6>
      <a:hlink>
        <a:srgbClr val="0066F7"/>
      </a:hlink>
      <a:folHlink>
        <a:srgbClr val="008DC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052FF"/>
        </a:solidFill>
        <a:ln w="9525">
          <a:noFill/>
          <a:prstDash val="sysDash"/>
        </a:ln>
      </a:spPr>
      <a:bodyPr lIns="182880" tIns="182880" rIns="182880" bIns="182880" rtlCol="0" anchor="t"/>
      <a:lstStyle>
        <a:defPPr algn="l">
          <a:defRPr kumimoji="1" sz="1600" dirty="0" err="1">
            <a:solidFill>
              <a:prstClr val="white"/>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57150">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LenovoTemplate-16x9_Lite" id="{16FC8C6C-2306-44F3-8E79-BDBE7A973459}" vid="{96840626-7F96-4314-AF1F-BC16C70D490C}"/>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旗黑-50S"/>
        <a:ea typeface=""/>
        <a:cs typeface=""/>
        <a:font script="Jpan" typeface="游ゴシック"/>
        <a:font script="Hang" typeface="맑은 고딕"/>
        <a:font script="Hans" typeface="汉仪旗黑-50S"/>
        <a:font script="Hant" typeface="新細明體"/>
        <a:font script="Arab" typeface="汉仪旗黑-50S"/>
        <a:font script="Hebr" typeface="汉仪旗黑-50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旗黑-50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旗黑-50S"/>
        <a:ea typeface=""/>
        <a:cs typeface=""/>
        <a:font script="Jpan" typeface="游ゴシック"/>
        <a:font script="Hang" typeface="맑은 고딕"/>
        <a:font script="Hans" typeface="汉仪旗黑-50S"/>
        <a:font script="Hant" typeface="新細明體"/>
        <a:font script="Arab" typeface="汉仪旗黑-50S"/>
        <a:font script="Hebr" typeface="汉仪旗黑-50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旗黑-50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cc24ce9-fbc7-40d6-b6ef-c7a33deed529">
      <Terms xmlns="http://schemas.microsoft.com/office/infopath/2007/PartnerControls"/>
    </lcf76f155ced4ddcb4097134ff3c332f>
    <TaxCatchAll xmlns="81da38ab-ec21-4dc9-b2bc-4341a1a2e48b" xsi:nil="true"/>
  </documentManagement>
</p:properties>
</file>

<file path=customXml/item3.xml><?xml version="1.0" encoding="utf-8"?>
<e7d195523061f1c0 xmlns="http://e7d195523061f1c0/custom/data/def">
  <_7b1dac89e7d195523061f1c0316ecb71 xmlns="">e7d195523061f1c09e9d68d7cf438b91ef959ecb14fc25d26BBA7F7DBC18E55DFF4014AF651F0BF2569D4B6C1DA7F1A4683A481403BD872FC687266AD13265C1DE7C373772FD8728ABDD69ADD03BFF5BE2862BC891DBB79EB32126783CA5354A989A66195E47F023E9ABB7EB3C115CD8939BC54D9487F3E63D6EE3B774ED08A2419BD41E511264132558F73D52B5719D</_7b1dac89e7d195523061f1c0316ecb71>
  <_7b1dac89e7d195523061f1c0316ecb71 xmlns="">e7d195523061f1c09e9d68d7cf438b91ef959ecb14fc25d26BBA7F7DBC18E55DFF4014AF651F0BF2569D4B6C1DA7F1A4683A481403BD872FC687266AD13265C1DE7C373772FD8728ABDD69ADD03BFF5BE2862BC891DBB79E004BD18D3DE377B6DBF247F59748CF03C0DCB0F699DB06ABCCF566EF8E19592E8E950C3C0A9240A131E4F94C751B5FEDAB8E58B99B2F560B</_7b1dac89e7d195523061f1c0316ecb71>
  <_7b1dac89e7d195523061f1c0316ecb71 xmlns="">e7d195523061f1c09e9d68d7cf438b91ef959ecb14fc25d26BBA7F7DBC18E55DFF4014AF651F0BF2569D4B6C1DA7F1A4683A481403BD872FC687266AD13265C1DE7C373772FD8728ABDD69ADD03BFF5BE2862BC891DBB79E3B7009918F62424361A0D6072388777A51C2BDFADD1594F9CAF0CC819B555C2EA673FAD248FCCCCB972A4F819C86121CB5D57EB36026F983</_7b1dac89e7d195523061f1c0316ecb71>
</e7d195523061f1c0>
</file>

<file path=customXml/item4.xml><?xml version="1.0" encoding="utf-8"?>
<ct:contentTypeSchema xmlns:ct="http://schemas.microsoft.com/office/2006/metadata/contentType" xmlns:ma="http://schemas.microsoft.com/office/2006/metadata/properties/metaAttributes" ct:_="" ma:_="" ma:contentTypeName="Document" ma:contentTypeID="0x010100B0C5881F5AD5B74FB370D923A2B51D6E" ma:contentTypeVersion="12" ma:contentTypeDescription="Create a new document." ma:contentTypeScope="" ma:versionID="2c278e5442ae5e1ce0b49493578dc041">
  <xsd:schema xmlns:xsd="http://www.w3.org/2001/XMLSchema" xmlns:xs="http://www.w3.org/2001/XMLSchema" xmlns:p="http://schemas.microsoft.com/office/2006/metadata/properties" xmlns:ns2="acc24ce9-fbc7-40d6-b6ef-c7a33deed529" xmlns:ns3="81da38ab-ec21-4dc9-b2bc-4341a1a2e48b" targetNamespace="http://schemas.microsoft.com/office/2006/metadata/properties" ma:root="true" ma:fieldsID="0c24c40bbed36671313ca397dd5dfa64" ns2:_="" ns3:_="">
    <xsd:import namespace="acc24ce9-fbc7-40d6-b6ef-c7a33deed529"/>
    <xsd:import namespace="81da38ab-ec21-4dc9-b2bc-4341a1a2e48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c24ce9-fbc7-40d6-b6ef-c7a33deed5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0b2ab70-381d-4de1-873d-678182fc596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da38ab-ec21-4dc9-b2bc-4341a1a2e48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34f1c3f-a1e0-43a9-8560-3090998a2508}" ma:internalName="TaxCatchAll" ma:showField="CatchAllData" ma:web="81da38ab-ec21-4dc9-b2bc-4341a1a2e4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E028EF-97C8-4239-81FC-D5C07775F447}">
  <ds:schemaRefs>
    <ds:schemaRef ds:uri="http://schemas.microsoft.com/sharepoint/v3/contenttype/forms"/>
  </ds:schemaRefs>
</ds:datastoreItem>
</file>

<file path=customXml/itemProps2.xml><?xml version="1.0" encoding="utf-8"?>
<ds:datastoreItem xmlns:ds="http://schemas.openxmlformats.org/officeDocument/2006/customXml" ds:itemID="{C6C44138-A29F-42AC-B8A3-97CA4698BF91}">
  <ds:schemaRefs>
    <ds:schemaRef ds:uri="81da38ab-ec21-4dc9-b2bc-4341a1a2e48b"/>
    <ds:schemaRef ds:uri="acc24ce9-fbc7-40d6-b6ef-c7a33deed5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636C485-A91B-4240-986E-CAEBE161098D}">
  <ds:schemaRefs>
    <ds:schemaRef ds:uri=""/>
    <ds:schemaRef ds:uri="http://e7d195523061f1c0/custom/data/def"/>
  </ds:schemaRefs>
</ds:datastoreItem>
</file>

<file path=customXml/itemProps4.xml><?xml version="1.0" encoding="utf-8"?>
<ds:datastoreItem xmlns:ds="http://schemas.openxmlformats.org/officeDocument/2006/customXml" ds:itemID="{07FF41C9-0428-49AF-97A0-6BDEAA4EBDC1}">
  <ds:schemaRefs>
    <ds:schemaRef ds:uri="81da38ab-ec21-4dc9-b2bc-4341a1a2e48b"/>
    <ds:schemaRef ds:uri="acc24ce9-fbc7-40d6-b6ef-c7a33deed5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27</Slides>
  <Notes>8</Notes>
  <HiddenSlides>0</HiddenSlides>
  <ScaleCrop>false</ScaleCrop>
  <HeadingPairs>
    <vt:vector size="4" baseType="variant">
      <vt:variant>
        <vt:lpstr>Theme</vt:lpstr>
      </vt:variant>
      <vt:variant>
        <vt:i4>2</vt:i4>
      </vt:variant>
      <vt:variant>
        <vt:lpstr>Slide Titles</vt:lpstr>
      </vt:variant>
      <vt:variant>
        <vt:i4>27</vt:i4>
      </vt:variant>
    </vt:vector>
  </HeadingPairs>
  <TitlesOfParts>
    <vt:vector size="29" baseType="lpstr">
      <vt:lpstr>自定义设计方案</vt:lpstr>
      <vt:lpstr>Lenovo_SLab2023</vt:lpstr>
      <vt:lpstr>端侧推理前沿技术分享</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©PPTSTORE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©PPTSTORE</dc:creator>
  <cp:keywords/>
  <dc:description>©PPTSTORE 版权所有</dc:description>
  <cp:revision>1</cp:revision>
  <dcterms:created xsi:type="dcterms:W3CDTF">2021-10-09T03:06:00Z</dcterms:created>
  <dcterms:modified xsi:type="dcterms:W3CDTF">2026-08-28T11:46:33Z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2052-11.1.0.11294</vt:lpwstr>
  </property>
  <property fmtid="{D5CDD505-2E9C-101B-9397-08002B2CF9AE}" pid="3" name="KSOTemplateUUID">
    <vt:lpwstr>v1.0_mb_ugKXH2tS6o4PV6OQisXWBw==</vt:lpwstr>
  </property>
  <property fmtid="{D5CDD505-2E9C-101B-9397-08002B2CF9AE}" pid="4" name="ICV">
    <vt:lpwstr>5A1BA283172148EDBFDAED414AB5F196</vt:lpwstr>
  </property>
  <property fmtid="{D5CDD505-2E9C-101B-9397-08002B2CF9AE}" pid="5" name="ContentTypeId">
    <vt:lpwstr>0x010100B0C5881F5AD5B74FB370D923A2B51D6E</vt:lpwstr>
  </property>
  <property fmtid="{D5CDD505-2E9C-101B-9397-08002B2CF9AE}" pid="6" name="MediaServiceImageTags">
    <vt:lpwstr/>
  </property>
</Properties>
</file>