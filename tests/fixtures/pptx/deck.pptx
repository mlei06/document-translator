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6"/>
  </p:notesMasterIdLst>
  <p:sldIdLst>
    <p:sldId id="256" r:id="rId2"/>
    <p:sldId id="257" r:id="rId3"/>
    <p:sldId id="258" r:id="rId4"/>
    <p:sldId id="259" r:id="rId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41" d="100"/>
          <a:sy n="41" d="100"/>
        </p:scale>
        <p:origin x="756" y="2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.xlsx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Series 1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cat>
            <c:strRef>
              <c:f>Sheet1!$A$2:$A$5</c:f>
              <c:strCache>
                <c:ptCount val="4"/>
                <c:pt idx="0">
                  <c:v>Category 1</c:v>
                </c:pt>
                <c:pt idx="1">
                  <c:v>Category 2</c:v>
                </c:pt>
                <c:pt idx="2">
                  <c:v>Category 3</c:v>
                </c:pt>
                <c:pt idx="3">
                  <c:v>Category 4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4.3</c:v>
                </c:pt>
                <c:pt idx="1">
                  <c:v>2.5</c:v>
                </c:pt>
                <c:pt idx="2">
                  <c:v>3.5</c:v>
                </c:pt>
                <c:pt idx="3">
                  <c:v>4.5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880E-4943-B55A-D0BD61298FE0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Series 2</c:v>
                </c:pt>
              </c:strCache>
            </c:strRef>
          </c:tx>
          <c:spPr>
            <a:solidFill>
              <a:schemeClr val="accent2"/>
            </a:solidFill>
            <a:ln>
              <a:noFill/>
            </a:ln>
            <a:effectLst/>
          </c:spPr>
          <c:invertIfNegative val="0"/>
          <c:cat>
            <c:strRef>
              <c:f>Sheet1!$A$2:$A$5</c:f>
              <c:strCache>
                <c:ptCount val="4"/>
                <c:pt idx="0">
                  <c:v>Category 1</c:v>
                </c:pt>
                <c:pt idx="1">
                  <c:v>Category 2</c:v>
                </c:pt>
                <c:pt idx="2">
                  <c:v>Category 3</c:v>
                </c:pt>
                <c:pt idx="3">
                  <c:v>Category 4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2.4</c:v>
                </c:pt>
                <c:pt idx="1">
                  <c:v>4.4000000000000004</c:v>
                </c:pt>
                <c:pt idx="2">
                  <c:v>1.8</c:v>
                </c:pt>
                <c:pt idx="3">
                  <c:v>2.8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880E-4943-B55A-D0BD61298FE0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Series 3</c:v>
                </c:pt>
              </c:strCache>
            </c:strRef>
          </c:tx>
          <c:spPr>
            <a:solidFill>
              <a:schemeClr val="accent3"/>
            </a:solidFill>
            <a:ln>
              <a:noFill/>
            </a:ln>
            <a:effectLst/>
          </c:spPr>
          <c:invertIfNegative val="0"/>
          <c:cat>
            <c:strRef>
              <c:f>Sheet1!$A$2:$A$5</c:f>
              <c:strCache>
                <c:ptCount val="4"/>
                <c:pt idx="0">
                  <c:v>Category 1</c:v>
                </c:pt>
                <c:pt idx="1">
                  <c:v>Category 2</c:v>
                </c:pt>
                <c:pt idx="2">
                  <c:v>Category 3</c:v>
                </c:pt>
                <c:pt idx="3">
                  <c:v>Category 4</c:v>
                </c:pt>
              </c:strCache>
            </c:strRef>
          </c:cat>
          <c:val>
            <c:numRef>
              <c:f>Sheet1!$D$2:$D$5</c:f>
              <c:numCache>
                <c:formatCode>General</c:formatCode>
                <c:ptCount val="4"/>
                <c:pt idx="0">
                  <c:v>2</c:v>
                </c:pt>
                <c:pt idx="1">
                  <c:v>2</c:v>
                </c:pt>
                <c:pt idx="2">
                  <c:v>3</c:v>
                </c:pt>
                <c:pt idx="3">
                  <c:v>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880E-4943-B55A-D0BD61298FE0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overlap val="-27"/>
        <c:axId val="140495920"/>
        <c:axId val="2102851696"/>
      </c:barChart>
      <c:catAx>
        <c:axId val="140495920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2102851696"/>
        <c:crosses val="autoZero"/>
        <c:auto val="1"/>
        <c:lblAlgn val="ctr"/>
        <c:lblOffset val="100"/>
        <c:noMultiLvlLbl val="0"/>
      </c:catAx>
      <c:valAx>
        <c:axId val="2102851696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40495920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0NoLn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NoLn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ltNode1NoLn">
    <dgm:fillClrLst meth="repeat">
      <a:schemeClr val="accent1">
        <a:tint val="75000"/>
      </a:schemeClr>
    </dgm:fillClrLst>
    <dgm:linClrLst meth="repeat">
      <a:schemeClr val="lt1">
        <a:alpha val="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2NoLn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NoLn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NoLn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  <dgm:styleLbl name="revTxLt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/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1FFAD70F-4615-42DA-ABCC-1A8ED23273A5}" type="doc">
      <dgm:prSet loTypeId="urn:microsoft.com/office/officeart/2005/8/layout/default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B276672C-ADFB-4B1E-B205-CDB2DBF9BC94}">
      <dgm:prSet phldrT="[Text]"/>
      <dgm:spPr/>
      <dgm:t>
        <a:bodyPr/>
        <a:lstStyle/>
        <a:p>
          <a:r>
            <a:rPr lang="ja-JP" altLang="en-US"/>
            <a:t>计划</a:t>
          </a:r>
          <a:endParaRPr lang="en-US"/>
        </a:p>
      </dgm:t>
    </dgm:pt>
    <dgm:pt modelId="{7AD9F768-339E-49CD-BB20-B3159A7F528C}" type="parTrans" cxnId="{C8B3A035-BB28-4AE9-A8AF-BF4B6FE9D093}">
      <dgm:prSet/>
      <dgm:spPr/>
      <dgm:t>
        <a:bodyPr/>
        <a:lstStyle/>
        <a:p>
          <a:endParaRPr lang="en-US"/>
        </a:p>
      </dgm:t>
    </dgm:pt>
    <dgm:pt modelId="{EF8D17B4-0B6E-4A67-B86C-8E10904971DD}" type="sibTrans" cxnId="{C8B3A035-BB28-4AE9-A8AF-BF4B6FE9D093}">
      <dgm:prSet/>
      <dgm:spPr/>
      <dgm:t>
        <a:bodyPr/>
        <a:lstStyle/>
        <a:p>
          <a:endParaRPr lang="en-US"/>
        </a:p>
      </dgm:t>
    </dgm:pt>
    <dgm:pt modelId="{D4875548-224E-48C4-9CA0-42E3969ABA55}">
      <dgm:prSet phldrT="[Text]" phldr="1"/>
      <dgm:spPr/>
      <dgm:t>
        <a:bodyPr/>
        <a:lstStyle/>
        <a:p>
          <a:endParaRPr lang="en-US"/>
        </a:p>
      </dgm:t>
    </dgm:pt>
    <dgm:pt modelId="{968A1BE3-5D8E-416E-887B-BC8774F66FF8}" type="parTrans" cxnId="{D8ADDBF9-17AF-47D4-96DE-9B54BA246EDD}">
      <dgm:prSet/>
      <dgm:spPr/>
      <dgm:t>
        <a:bodyPr/>
        <a:lstStyle/>
        <a:p>
          <a:endParaRPr lang="en-US"/>
        </a:p>
      </dgm:t>
    </dgm:pt>
    <dgm:pt modelId="{A59589EB-0450-46AB-B086-6FD8237399C7}" type="sibTrans" cxnId="{D8ADDBF9-17AF-47D4-96DE-9B54BA246EDD}">
      <dgm:prSet/>
      <dgm:spPr/>
      <dgm:t>
        <a:bodyPr/>
        <a:lstStyle/>
        <a:p>
          <a:endParaRPr lang="en-US"/>
        </a:p>
      </dgm:t>
    </dgm:pt>
    <dgm:pt modelId="{C1EE390E-5D31-4FB0-A381-997500A12C49}">
      <dgm:prSet phldrT="[Text]" phldr="1"/>
      <dgm:spPr/>
      <dgm:t>
        <a:bodyPr/>
        <a:lstStyle/>
        <a:p>
          <a:endParaRPr lang="en-US"/>
        </a:p>
      </dgm:t>
    </dgm:pt>
    <dgm:pt modelId="{910B75BB-593A-4C37-996D-ACCA802E8195}" type="parTrans" cxnId="{4106D322-D178-4420-8047-422ACC780782}">
      <dgm:prSet/>
      <dgm:spPr/>
      <dgm:t>
        <a:bodyPr/>
        <a:lstStyle/>
        <a:p>
          <a:endParaRPr lang="en-US"/>
        </a:p>
      </dgm:t>
    </dgm:pt>
    <dgm:pt modelId="{5E117012-E6F7-4BEB-B4F7-D88A4955A93D}" type="sibTrans" cxnId="{4106D322-D178-4420-8047-422ACC780782}">
      <dgm:prSet/>
      <dgm:spPr/>
      <dgm:t>
        <a:bodyPr/>
        <a:lstStyle/>
        <a:p>
          <a:endParaRPr lang="en-US"/>
        </a:p>
      </dgm:t>
    </dgm:pt>
    <dgm:pt modelId="{EC6C5820-9C44-4A81-813F-5BA18B61A625}">
      <dgm:prSet phldrT="[Text]" phldr="1"/>
      <dgm:spPr/>
      <dgm:t>
        <a:bodyPr/>
        <a:lstStyle/>
        <a:p>
          <a:endParaRPr lang="en-US"/>
        </a:p>
      </dgm:t>
    </dgm:pt>
    <dgm:pt modelId="{EED0CAB0-1C55-49FE-B396-F186B3F09B0D}" type="parTrans" cxnId="{809B4B0C-C491-46C2-815D-BDF15CE21637}">
      <dgm:prSet/>
      <dgm:spPr/>
      <dgm:t>
        <a:bodyPr/>
        <a:lstStyle/>
        <a:p>
          <a:endParaRPr lang="en-US"/>
        </a:p>
      </dgm:t>
    </dgm:pt>
    <dgm:pt modelId="{44D11716-8A20-40FF-96FE-E0678E32AA1C}" type="sibTrans" cxnId="{809B4B0C-C491-46C2-815D-BDF15CE21637}">
      <dgm:prSet/>
      <dgm:spPr/>
      <dgm:t>
        <a:bodyPr/>
        <a:lstStyle/>
        <a:p>
          <a:endParaRPr lang="en-US"/>
        </a:p>
      </dgm:t>
    </dgm:pt>
    <dgm:pt modelId="{FED56173-EAEC-49A8-A4BA-325D05E4B378}">
      <dgm:prSet phldrT="[Text]" phldr="1"/>
      <dgm:spPr/>
      <dgm:t>
        <a:bodyPr/>
        <a:lstStyle/>
        <a:p>
          <a:endParaRPr lang="en-US"/>
        </a:p>
      </dgm:t>
    </dgm:pt>
    <dgm:pt modelId="{8C5223B4-4109-4EA6-A8D9-26F471BE374E}" type="parTrans" cxnId="{BB255112-75B6-4E06-912F-3275BCC456E4}">
      <dgm:prSet/>
      <dgm:spPr/>
      <dgm:t>
        <a:bodyPr/>
        <a:lstStyle/>
        <a:p>
          <a:endParaRPr lang="en-US"/>
        </a:p>
      </dgm:t>
    </dgm:pt>
    <dgm:pt modelId="{8F2F2205-772A-46D1-929A-A7BD37373C79}" type="sibTrans" cxnId="{BB255112-75B6-4E06-912F-3275BCC456E4}">
      <dgm:prSet/>
      <dgm:spPr/>
      <dgm:t>
        <a:bodyPr/>
        <a:lstStyle/>
        <a:p>
          <a:endParaRPr lang="en-US"/>
        </a:p>
      </dgm:t>
    </dgm:pt>
    <dgm:pt modelId="{18B1067F-E006-4D21-9332-539E46FEB05C}" type="pres">
      <dgm:prSet presAssocID="{1FFAD70F-4615-42DA-ABCC-1A8ED23273A5}" presName="diagram" presStyleCnt="0">
        <dgm:presLayoutVars>
          <dgm:dir/>
          <dgm:resizeHandles val="exact"/>
        </dgm:presLayoutVars>
      </dgm:prSet>
      <dgm:spPr/>
    </dgm:pt>
    <dgm:pt modelId="{195BCBB8-5350-455B-AA39-0B2960389ECE}" type="pres">
      <dgm:prSet presAssocID="{B276672C-ADFB-4B1E-B205-CDB2DBF9BC94}" presName="node" presStyleLbl="node1" presStyleIdx="0" presStyleCnt="5">
        <dgm:presLayoutVars>
          <dgm:bulletEnabled val="1"/>
        </dgm:presLayoutVars>
      </dgm:prSet>
      <dgm:spPr/>
    </dgm:pt>
    <dgm:pt modelId="{9BB6C604-8517-4B4B-AA40-0A6384969BAA}" type="pres">
      <dgm:prSet presAssocID="{EF8D17B4-0B6E-4A67-B86C-8E10904971DD}" presName="sibTrans" presStyleCnt="0"/>
      <dgm:spPr/>
    </dgm:pt>
    <dgm:pt modelId="{AF381529-C971-46CC-A22F-F17C6ACBF2D2}" type="pres">
      <dgm:prSet presAssocID="{D4875548-224E-48C4-9CA0-42E3969ABA55}" presName="node" presStyleLbl="node1" presStyleIdx="1" presStyleCnt="5">
        <dgm:presLayoutVars>
          <dgm:bulletEnabled val="1"/>
        </dgm:presLayoutVars>
      </dgm:prSet>
      <dgm:spPr/>
    </dgm:pt>
    <dgm:pt modelId="{D28C4AAC-BEAF-40E7-B756-F021C85D2F17}" type="pres">
      <dgm:prSet presAssocID="{A59589EB-0450-46AB-B086-6FD8237399C7}" presName="sibTrans" presStyleCnt="0"/>
      <dgm:spPr/>
    </dgm:pt>
    <dgm:pt modelId="{4441B46D-2525-421B-A516-E445DDF79B52}" type="pres">
      <dgm:prSet presAssocID="{C1EE390E-5D31-4FB0-A381-997500A12C49}" presName="node" presStyleLbl="node1" presStyleIdx="2" presStyleCnt="5">
        <dgm:presLayoutVars>
          <dgm:bulletEnabled val="1"/>
        </dgm:presLayoutVars>
      </dgm:prSet>
      <dgm:spPr/>
    </dgm:pt>
    <dgm:pt modelId="{CE7D837F-3482-4209-822A-622F9A838F17}" type="pres">
      <dgm:prSet presAssocID="{5E117012-E6F7-4BEB-B4F7-D88A4955A93D}" presName="sibTrans" presStyleCnt="0"/>
      <dgm:spPr/>
    </dgm:pt>
    <dgm:pt modelId="{70F88BE3-5E46-4BF3-ADC0-B111C59A0FA9}" type="pres">
      <dgm:prSet presAssocID="{EC6C5820-9C44-4A81-813F-5BA18B61A625}" presName="node" presStyleLbl="node1" presStyleIdx="3" presStyleCnt="5">
        <dgm:presLayoutVars>
          <dgm:bulletEnabled val="1"/>
        </dgm:presLayoutVars>
      </dgm:prSet>
      <dgm:spPr/>
    </dgm:pt>
    <dgm:pt modelId="{B237BA6F-264A-4980-B6C8-494DB5C52674}" type="pres">
      <dgm:prSet presAssocID="{44D11716-8A20-40FF-96FE-E0678E32AA1C}" presName="sibTrans" presStyleCnt="0"/>
      <dgm:spPr/>
    </dgm:pt>
    <dgm:pt modelId="{6FF624AF-222E-4727-B740-62D951C87786}" type="pres">
      <dgm:prSet presAssocID="{FED56173-EAEC-49A8-A4BA-325D05E4B378}" presName="node" presStyleLbl="node1" presStyleIdx="4" presStyleCnt="5">
        <dgm:presLayoutVars>
          <dgm:bulletEnabled val="1"/>
        </dgm:presLayoutVars>
      </dgm:prSet>
      <dgm:spPr/>
    </dgm:pt>
  </dgm:ptLst>
  <dgm:cxnLst>
    <dgm:cxn modelId="{809B4B0C-C491-46C2-815D-BDF15CE21637}" srcId="{1FFAD70F-4615-42DA-ABCC-1A8ED23273A5}" destId="{EC6C5820-9C44-4A81-813F-5BA18B61A625}" srcOrd="3" destOrd="0" parTransId="{EED0CAB0-1C55-49FE-B396-F186B3F09B0D}" sibTransId="{44D11716-8A20-40FF-96FE-E0678E32AA1C}"/>
    <dgm:cxn modelId="{BB255112-75B6-4E06-912F-3275BCC456E4}" srcId="{1FFAD70F-4615-42DA-ABCC-1A8ED23273A5}" destId="{FED56173-EAEC-49A8-A4BA-325D05E4B378}" srcOrd="4" destOrd="0" parTransId="{8C5223B4-4109-4EA6-A8D9-26F471BE374E}" sibTransId="{8F2F2205-772A-46D1-929A-A7BD37373C79}"/>
    <dgm:cxn modelId="{4106D322-D178-4420-8047-422ACC780782}" srcId="{1FFAD70F-4615-42DA-ABCC-1A8ED23273A5}" destId="{C1EE390E-5D31-4FB0-A381-997500A12C49}" srcOrd="2" destOrd="0" parTransId="{910B75BB-593A-4C37-996D-ACCA802E8195}" sibTransId="{5E117012-E6F7-4BEB-B4F7-D88A4955A93D}"/>
    <dgm:cxn modelId="{C8B3A035-BB28-4AE9-A8AF-BF4B6FE9D093}" srcId="{1FFAD70F-4615-42DA-ABCC-1A8ED23273A5}" destId="{B276672C-ADFB-4B1E-B205-CDB2DBF9BC94}" srcOrd="0" destOrd="0" parTransId="{7AD9F768-339E-49CD-BB20-B3159A7F528C}" sibTransId="{EF8D17B4-0B6E-4A67-B86C-8E10904971DD}"/>
    <dgm:cxn modelId="{52F60845-CC8C-49B3-A89B-7C3BF87D1480}" type="presOf" srcId="{C1EE390E-5D31-4FB0-A381-997500A12C49}" destId="{4441B46D-2525-421B-A516-E445DDF79B52}" srcOrd="0" destOrd="0" presId="urn:microsoft.com/office/officeart/2005/8/layout/default"/>
    <dgm:cxn modelId="{100D8C4E-D10A-4C72-AA4A-CCA717BEBA29}" type="presOf" srcId="{FED56173-EAEC-49A8-A4BA-325D05E4B378}" destId="{6FF624AF-222E-4727-B740-62D951C87786}" srcOrd="0" destOrd="0" presId="urn:microsoft.com/office/officeart/2005/8/layout/default"/>
    <dgm:cxn modelId="{DE241288-F03E-490A-8F19-3834F7AA5C3F}" type="presOf" srcId="{B276672C-ADFB-4B1E-B205-CDB2DBF9BC94}" destId="{195BCBB8-5350-455B-AA39-0B2960389ECE}" srcOrd="0" destOrd="0" presId="urn:microsoft.com/office/officeart/2005/8/layout/default"/>
    <dgm:cxn modelId="{FC588DBF-88C9-4574-9D73-A5180FCFA381}" type="presOf" srcId="{1FFAD70F-4615-42DA-ABCC-1A8ED23273A5}" destId="{18B1067F-E006-4D21-9332-539E46FEB05C}" srcOrd="0" destOrd="0" presId="urn:microsoft.com/office/officeart/2005/8/layout/default"/>
    <dgm:cxn modelId="{0D462AC4-8FFA-4B85-943E-9884C0A2E2BC}" type="presOf" srcId="{D4875548-224E-48C4-9CA0-42E3969ABA55}" destId="{AF381529-C971-46CC-A22F-F17C6ACBF2D2}" srcOrd="0" destOrd="0" presId="urn:microsoft.com/office/officeart/2005/8/layout/default"/>
    <dgm:cxn modelId="{3968C2C8-172E-4A59-AB54-EDDA1A7F4C5E}" type="presOf" srcId="{EC6C5820-9C44-4A81-813F-5BA18B61A625}" destId="{70F88BE3-5E46-4BF3-ADC0-B111C59A0FA9}" srcOrd="0" destOrd="0" presId="urn:microsoft.com/office/officeart/2005/8/layout/default"/>
    <dgm:cxn modelId="{D8ADDBF9-17AF-47D4-96DE-9B54BA246EDD}" srcId="{1FFAD70F-4615-42DA-ABCC-1A8ED23273A5}" destId="{D4875548-224E-48C4-9CA0-42E3969ABA55}" srcOrd="1" destOrd="0" parTransId="{968A1BE3-5D8E-416E-887B-BC8774F66FF8}" sibTransId="{A59589EB-0450-46AB-B086-6FD8237399C7}"/>
    <dgm:cxn modelId="{B8EC6FC5-789D-4C30-BBD6-E74E6DE820B2}" type="presParOf" srcId="{18B1067F-E006-4D21-9332-539E46FEB05C}" destId="{195BCBB8-5350-455B-AA39-0B2960389ECE}" srcOrd="0" destOrd="0" presId="urn:microsoft.com/office/officeart/2005/8/layout/default"/>
    <dgm:cxn modelId="{293E282A-EC05-4BFB-B0D9-8BCDED6FD269}" type="presParOf" srcId="{18B1067F-E006-4D21-9332-539E46FEB05C}" destId="{9BB6C604-8517-4B4B-AA40-0A6384969BAA}" srcOrd="1" destOrd="0" presId="urn:microsoft.com/office/officeart/2005/8/layout/default"/>
    <dgm:cxn modelId="{DBE41215-6CFB-4D2C-B9BD-C6DB1245E25B}" type="presParOf" srcId="{18B1067F-E006-4D21-9332-539E46FEB05C}" destId="{AF381529-C971-46CC-A22F-F17C6ACBF2D2}" srcOrd="2" destOrd="0" presId="urn:microsoft.com/office/officeart/2005/8/layout/default"/>
    <dgm:cxn modelId="{348CA47B-2538-4E0C-AAB4-6120A7AE2EC6}" type="presParOf" srcId="{18B1067F-E006-4D21-9332-539E46FEB05C}" destId="{D28C4AAC-BEAF-40E7-B756-F021C85D2F17}" srcOrd="3" destOrd="0" presId="urn:microsoft.com/office/officeart/2005/8/layout/default"/>
    <dgm:cxn modelId="{56292D4F-FB69-42C8-8DA2-EAD16C25C175}" type="presParOf" srcId="{18B1067F-E006-4D21-9332-539E46FEB05C}" destId="{4441B46D-2525-421B-A516-E445DDF79B52}" srcOrd="4" destOrd="0" presId="urn:microsoft.com/office/officeart/2005/8/layout/default"/>
    <dgm:cxn modelId="{6EF98107-0954-4F25-BA51-2EE56AE8CA71}" type="presParOf" srcId="{18B1067F-E006-4D21-9332-539E46FEB05C}" destId="{CE7D837F-3482-4209-822A-622F9A838F17}" srcOrd="5" destOrd="0" presId="urn:microsoft.com/office/officeart/2005/8/layout/default"/>
    <dgm:cxn modelId="{48F0A8DA-7ED0-4021-836A-FDCA59CFAF01}" type="presParOf" srcId="{18B1067F-E006-4D21-9332-539E46FEB05C}" destId="{70F88BE3-5E46-4BF3-ADC0-B111C59A0FA9}" srcOrd="6" destOrd="0" presId="urn:microsoft.com/office/officeart/2005/8/layout/default"/>
    <dgm:cxn modelId="{9C6DF5FB-1D57-4A54-BB84-5EEACDB5BA05}" type="presParOf" srcId="{18B1067F-E006-4D21-9332-539E46FEB05C}" destId="{B237BA6F-264A-4980-B6C8-494DB5C52674}" srcOrd="7" destOrd="0" presId="urn:microsoft.com/office/officeart/2005/8/layout/default"/>
    <dgm:cxn modelId="{326442B1-C834-49DD-A875-533C4A2D6685}" type="presParOf" srcId="{18B1067F-E006-4D21-9332-539E46FEB05C}" destId="{6FF624AF-222E-4727-B740-62D951C87786}" srcOrd="8" destOrd="0" presId="urn:microsoft.com/office/officeart/2005/8/layout/defaul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195BCBB8-5350-455B-AA39-0B2960389ECE}">
      <dsp:nvSpPr>
        <dsp:cNvPr id="0" name=""/>
        <dsp:cNvSpPr/>
      </dsp:nvSpPr>
      <dsp:spPr>
        <a:xfrm>
          <a:off x="0" y="555625"/>
          <a:ext cx="1587499" cy="952499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5730" tIns="125730" rIns="125730" bIns="125730" numCol="1" spcCol="1270" anchor="ctr" anchorCtr="0">
          <a:noAutofit/>
        </a:bodyPr>
        <a:lstStyle/>
        <a:p>
          <a:pPr marL="0" lvl="0" indent="0" algn="ctr" defTabSz="1466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ja-JP" altLang="en-US" sz="3300" kern="1200"/>
            <a:t>计划</a:t>
          </a:r>
          <a:endParaRPr lang="en-US" sz="3300" kern="1200"/>
        </a:p>
      </dsp:txBody>
      <dsp:txXfrm>
        <a:off x="0" y="555625"/>
        <a:ext cx="1587499" cy="952499"/>
      </dsp:txXfrm>
    </dsp:sp>
    <dsp:sp modelId="{AF381529-C971-46CC-A22F-F17C6ACBF2D2}">
      <dsp:nvSpPr>
        <dsp:cNvPr id="0" name=""/>
        <dsp:cNvSpPr/>
      </dsp:nvSpPr>
      <dsp:spPr>
        <a:xfrm>
          <a:off x="1746250" y="555625"/>
          <a:ext cx="1587499" cy="952499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5730" tIns="125730" rIns="125730" bIns="125730" numCol="1" spcCol="1270" anchor="ctr" anchorCtr="0">
          <a:noAutofit/>
        </a:bodyPr>
        <a:lstStyle/>
        <a:p>
          <a:pPr marL="0" lvl="0" indent="0" algn="ctr" defTabSz="1466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3300" kern="1200"/>
        </a:p>
      </dsp:txBody>
      <dsp:txXfrm>
        <a:off x="1746250" y="555625"/>
        <a:ext cx="1587499" cy="952499"/>
      </dsp:txXfrm>
    </dsp:sp>
    <dsp:sp modelId="{4441B46D-2525-421B-A516-E445DDF79B52}">
      <dsp:nvSpPr>
        <dsp:cNvPr id="0" name=""/>
        <dsp:cNvSpPr/>
      </dsp:nvSpPr>
      <dsp:spPr>
        <a:xfrm>
          <a:off x="3492500" y="555625"/>
          <a:ext cx="1587499" cy="952499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5730" tIns="125730" rIns="125730" bIns="125730" numCol="1" spcCol="1270" anchor="ctr" anchorCtr="0">
          <a:noAutofit/>
        </a:bodyPr>
        <a:lstStyle/>
        <a:p>
          <a:pPr marL="0" lvl="0" indent="0" algn="ctr" defTabSz="1466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3300" kern="1200"/>
        </a:p>
      </dsp:txBody>
      <dsp:txXfrm>
        <a:off x="3492500" y="555625"/>
        <a:ext cx="1587499" cy="952499"/>
      </dsp:txXfrm>
    </dsp:sp>
    <dsp:sp modelId="{70F88BE3-5E46-4BF3-ADC0-B111C59A0FA9}">
      <dsp:nvSpPr>
        <dsp:cNvPr id="0" name=""/>
        <dsp:cNvSpPr/>
      </dsp:nvSpPr>
      <dsp:spPr>
        <a:xfrm>
          <a:off x="873125" y="1666875"/>
          <a:ext cx="1587499" cy="952499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5730" tIns="125730" rIns="125730" bIns="125730" numCol="1" spcCol="1270" anchor="ctr" anchorCtr="0">
          <a:noAutofit/>
        </a:bodyPr>
        <a:lstStyle/>
        <a:p>
          <a:pPr marL="0" lvl="0" indent="0" algn="ctr" defTabSz="1466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3300" kern="1200"/>
        </a:p>
      </dsp:txBody>
      <dsp:txXfrm>
        <a:off x="873125" y="1666875"/>
        <a:ext cx="1587499" cy="952499"/>
      </dsp:txXfrm>
    </dsp:sp>
    <dsp:sp modelId="{6FF624AF-222E-4727-B740-62D951C87786}">
      <dsp:nvSpPr>
        <dsp:cNvPr id="0" name=""/>
        <dsp:cNvSpPr/>
      </dsp:nvSpPr>
      <dsp:spPr>
        <a:xfrm>
          <a:off x="2619375" y="1666874"/>
          <a:ext cx="1587499" cy="952499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5730" tIns="125730" rIns="125730" bIns="125730" numCol="1" spcCol="1270" anchor="ctr" anchorCtr="0">
          <a:noAutofit/>
        </a:bodyPr>
        <a:lstStyle/>
        <a:p>
          <a:pPr marL="0" lvl="0" indent="0" algn="ctr" defTabSz="1466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3300" kern="1200"/>
        </a:p>
      </dsp:txBody>
      <dsp:txXfrm>
        <a:off x="2619375" y="1666874"/>
        <a:ext cx="1587499" cy="952499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default">
  <dgm:title val=""/>
  <dgm:desc val=""/>
  <dgm:catLst>
    <dgm:cat type="list" pri="4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diagram">
    <dgm:varLst>
      <dgm:dir/>
      <dgm:resizeHandles val="exact"/>
    </dgm:varLst>
    <dgm:choose name="Name0">
      <dgm:if name="Name1" func="var" arg="dir" op="equ" val="norm">
        <dgm:alg type="snake">
          <dgm:param type="grDir" val="tL"/>
          <dgm:param type="flowDir" val="row"/>
          <dgm:param type="contDir" val="sameDir"/>
          <dgm:param type="off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node" refType="w"/>
      <dgm:constr type="h" for="ch" forName="node" refType="w" refFor="ch" refForName="node" fact="0.6"/>
      <dgm:constr type="w" for="ch" forName="sibTrans" refType="w" refFor="ch" refForName="node" fact="0.1"/>
      <dgm:constr type="sp" refType="w" refFor="ch" refForName="sibTrans"/>
      <dgm:constr type="primFontSz" for="ch" forName="node" op="equ" val="65"/>
    </dgm:constrLst>
    <dgm:ruleLst/>
    <dgm:forEach name="Name3" axis="ch" ptType="node">
      <dgm:layoutNode name="node">
        <dgm:varLst>
          <dgm:bulletEnabled val="1"/>
        </dgm:varLst>
        <dgm:alg type="tx"/>
        <dgm:shape xmlns:r="http://schemas.openxmlformats.org/officeDocument/2006/relationships" type="rect" r:blip="">
          <dgm:adjLst/>
        </dgm:shape>
        <dgm:presOf axis="desOrSelf" ptType="node"/>
        <dgm:constrLst>
          <dgm:constr type="lMarg" refType="primFontSz" fact="0.3"/>
          <dgm:constr type="rMarg" refType="primFontSz" fact="0.3"/>
          <dgm:constr type="tMarg" refType="primFontSz" fact="0.3"/>
          <dgm:constr type="bMarg" refType="primFontSz" fact="0.3"/>
        </dgm:constrLst>
        <dgm:ruleLst>
          <dgm:rule type="primFontSz" val="5" fact="NaN" max="NaN"/>
        </dgm:ruleLst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0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tNode1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revTxLt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>
        <a:schemeClr val="lt1"/>
      </a:fontRef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7B86CAF-3572-4668-8815-38E5CD67FFE8}" type="datetimeFigureOut">
              <a:rPr lang="en-US" smtClean="0"/>
              <a:t>9/28/2026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33B55FC-D460-4BE7-924C-564DBF27C11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0197614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演讲者备注：先介绍团队，再讲结果。</a:t>
            </a: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33B55FC-D460-4BE7-924C-564DBF27C119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3277056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C62E0B-E348-6FA3-0598-3A1B2E199D2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6F12690-AEE5-BA14-D4E4-9310D6B7296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7DBF48C-7D8F-87A5-007D-F72D14EEAE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C13A17-BA60-4FAA-BE92-E54B3144E131}" type="datetimeFigureOut">
              <a:rPr lang="en-US" smtClean="0"/>
              <a:t>9/28/2026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1982FBD-D5DC-96F7-D999-9824D01E83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50BDF78-6C52-E3C0-FE35-21F03F6876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56B34D-F50E-424E-A533-74D3E2AAAE7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7628403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3458F4-BA24-DD02-E0A8-21CC370C64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365A96D-0E64-F8FC-218D-AEB12B88BAC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918D6D5-6118-0CB8-D160-1C3EF359F4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C13A17-BA60-4FAA-BE92-E54B3144E131}" type="datetimeFigureOut">
              <a:rPr lang="en-US" smtClean="0"/>
              <a:t>9/28/2026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BA53961-67DE-C371-9E93-0B4B50ABCB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39A97A0-8360-AAAB-11C9-A794914D75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56B34D-F50E-424E-A533-74D3E2AAAE7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904860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4EF97A-F4FB-104C-CF7F-11EC5A5AFF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61A8989-AE23-A4B7-F969-6AD2C960FED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D36C620-F4B5-9793-59B4-CA9EE03F2F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C13A17-BA60-4FAA-BE92-E54B3144E131}" type="datetimeFigureOut">
              <a:rPr lang="en-US" smtClean="0"/>
              <a:t>9/28/2026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2E44B6A-7223-3ED6-CB7F-55402006021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0A3F888-8FAF-4BF6-2613-D3BBA59258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56B34D-F50E-424E-A533-74D3E2AAAE7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7632943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5A620E-1508-4DE8-1A31-F019A2556A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6C84AED-DF5D-2557-22F6-44AF6996E70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1FEA222-31C4-90F1-06C1-50BF54711A5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E8CE6B0-5EAF-1710-B9B6-D77E685F2B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C13A17-BA60-4FAA-BE92-E54B3144E131}" type="datetimeFigureOut">
              <a:rPr lang="en-US" smtClean="0"/>
              <a:t>9/28/2026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AD86798-6A9F-B2F6-37D1-69C11A344A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18C4EC0-BF89-03B4-7018-5CB9A27D9B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56B34D-F50E-424E-A533-74D3E2AAAE7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0722286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C0CDAB-F4E7-6165-3F06-1CB00E3AB6C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20E3A2B-DE82-E279-B563-78F08420D07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B748406-63E2-D780-4A54-C5D3E967ED2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D8FC44D-CAF0-34BD-2848-B78DDA4A37B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837BCF7-BA87-A829-97A2-5825C25A99C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97355025-2D72-DC5B-7D66-4F802E9724E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C13A17-BA60-4FAA-BE92-E54B3144E131}" type="datetimeFigureOut">
              <a:rPr lang="en-US" smtClean="0"/>
              <a:t>9/28/2026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246A28B7-675B-08AB-157A-FFBCF77680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3910879F-3867-9C83-FFEB-D877B30073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56B34D-F50E-424E-A533-74D3E2AAAE7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6450445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F6EF87-6CCE-D52C-4CAC-13AC768C68B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877DF9D-DA7B-E0F8-032E-1A078C0C787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C13A17-BA60-4FAA-BE92-E54B3144E131}" type="datetimeFigureOut">
              <a:rPr lang="en-US" smtClean="0"/>
              <a:t>9/28/2026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6451369-3F47-A232-3F6E-178933DEC3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B07F1BF-62DB-47A1-25FD-63F9D5D07A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56B34D-F50E-424E-A533-74D3E2AAAE7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7698354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8C91059-ABFA-9043-B492-6DBF663C57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C13A17-BA60-4FAA-BE92-E54B3144E131}" type="datetimeFigureOut">
              <a:rPr lang="en-US" smtClean="0"/>
              <a:t>9/28/2026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3AAAA2D-D362-BEC1-599F-1D6A844E98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FA80B9B-E43D-D6D8-A901-152091E7C4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56B34D-F50E-424E-A533-74D3E2AAAE7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0162147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A6BD2C-1C72-AEF9-A3D4-EB2C774693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CBA204C-0B8F-9068-92FF-C1F9707C1E3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A84F77C-41D4-49C7-E80E-4B84D7CBECA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0EEC574-537E-20A4-EF7C-9121FD976F3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C13A17-BA60-4FAA-BE92-E54B3144E131}" type="datetimeFigureOut">
              <a:rPr lang="en-US" smtClean="0"/>
              <a:t>9/28/2026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962AAB8-D4EA-13D5-E92D-4F15944CF1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C584D88-F39C-38EA-BDB7-9E64250DE2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56B34D-F50E-424E-A533-74D3E2AAAE7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8779601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6B3AB9-E161-82A9-DD6E-46916B16AD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538A5211-65F4-7991-9BAC-2347B484A2E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E966036-70D0-D338-9A32-162D07F4041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CB4496B-7DDE-B7CF-EE6B-AE0512168F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C13A17-BA60-4FAA-BE92-E54B3144E131}" type="datetimeFigureOut">
              <a:rPr lang="en-US" smtClean="0"/>
              <a:t>9/28/2026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68277E4-4036-16D3-0D66-2E40A68025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030D8EB-079F-320D-EDBD-3A8221C5FE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56B34D-F50E-424E-A533-74D3E2AAAE7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6165359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7A528B-0A9F-3621-A3BF-6165DBA645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A84AB53-BE25-508B-66EA-CC3246CEEF7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F14AD0A-100C-1EDF-2BEE-E2362ECD2C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C13A17-BA60-4FAA-BE92-E54B3144E131}" type="datetimeFigureOut">
              <a:rPr lang="en-US" smtClean="0"/>
              <a:t>9/28/2026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FD0AFBE-95BD-755F-9719-80EE3B574A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A83F241-D635-3A2A-6D0C-4CF6B42520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56B34D-F50E-424E-A533-74D3E2AAAE7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791405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B3AA2B64-94DE-E8EC-AE4B-FD780B2D609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11EC1D6-E3E4-B0CF-10AC-E9625ECC79F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FE24C06-3026-799F-86CE-0D452AFCD2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C13A17-BA60-4FAA-BE92-E54B3144E131}" type="datetimeFigureOut">
              <a:rPr lang="en-US" smtClean="0"/>
              <a:t>9/28/2026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DB12FDE-3959-D41C-C82D-F600F766F5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BEA23E5-3F3C-B0A3-D2CD-01573A1DCD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56B34D-F50E-424E-A533-74D3E2AAAE7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8520020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A1CFEE-B37A-A480-05CD-3133AC575D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EF410EB-4FEC-1036-E498-84281C89EF8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FB79215-94AB-8641-220F-6D58F25A591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C13A17-BA60-4FAA-BE92-E54B3144E131}" type="datetimeFigureOut">
              <a:rPr lang="en-US" smtClean="0"/>
              <a:t>9/28/2026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5B6C5C9-6810-C4C1-F1B3-B6CEDF41A7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399D99C-0AA4-2BBD-F6A2-734D7FEA92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56B34D-F50E-424E-A533-74D3E2AAAE7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081802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F7D1E355-5D03-100A-62A1-41EC653B68B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CEB8486-3033-B6CA-AC39-4A67AAE966E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35B9FD6-717C-02F7-1A5A-A7218A46773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DC13A17-BA60-4FAA-BE92-E54B3144E131}" type="datetimeFigureOut">
              <a:rPr lang="en-US" smtClean="0"/>
              <a:t>9/28/2026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83E99B6-3326-1981-41E6-828564864F0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6E37DE6-23AC-BFCC-0C88-EF760E4A306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156B34D-F50E-424E-A533-74D3E2AAAE7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317076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hyperlink" Target="https://intranet.example.com/q3" TargetMode="External"/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7" Type="http://schemas.openxmlformats.org/officeDocument/2006/relationships/chart" Target="../charts/char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7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10F302-8222-5AEF-1BF4-DC83CC235AB2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zh-CN" altLang="en-US"/>
              <a:t>季度业务回顾</a:t>
            </a:r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C117E2E-AD2E-FF6B-3397-3749B54C7270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zh-CN" altLang="en-US"/>
              <a:t>销售部 </a:t>
            </a:r>
            <a:r>
              <a:rPr lang="en-US" altLang="zh-CN"/>
              <a:t>2026</a:t>
            </a:r>
            <a:r>
              <a:rPr lang="zh-CN" altLang="en-US"/>
              <a:t>年第三季度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7597287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06CC7E-785B-5250-3804-EB80DFC7AD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主要结果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B3EF37D-57DA-2789-83B1-A478F63682F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b="1">
                <a:solidFill>
                  <a:srgbClr val="FF0000"/>
                </a:solidFill>
              </a:rPr>
              <a:t>销售额</a:t>
            </a:r>
            <a:r>
              <a:rPr lang="zh-CN" altLang="en-US"/>
              <a:t>增长了百分之十二</a:t>
            </a:r>
          </a:p>
          <a:p>
            <a:r>
              <a:rPr lang="zh-CN" altLang="en-US"/>
              <a:t>利润</a:t>
            </a:r>
            <a:r>
              <a:rPr lang="zh-CN" altLang="en-US" i="1"/>
              <a:t>率保</a:t>
            </a:r>
            <a:r>
              <a:rPr lang="zh-CN" altLang="en-US"/>
              <a:t>持稳定</a:t>
            </a:r>
          </a:p>
          <a:p>
            <a:r>
              <a:rPr lang="zh-CN" altLang="en-US"/>
              <a:t>详情请</a:t>
            </a:r>
            <a:r>
              <a:rPr lang="zh-CN" altLang="en-US">
                <a:hlinkClick r:id="rId2"/>
              </a:rPr>
              <a:t>见内部网</a:t>
            </a:r>
            <a:r>
              <a:rPr lang="zh-CN" altLang="en-US"/>
              <a:t>站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4356683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AE3AF4D0-B68A-8A98-026D-90B0E1A9AB0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52917904"/>
              </p:ext>
            </p:extLst>
          </p:nvPr>
        </p:nvGraphicFramePr>
        <p:xfrm>
          <a:off x="508000" y="508000"/>
          <a:ext cx="5080000" cy="1524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40000">
                  <a:extLst>
                    <a:ext uri="{9D8B030D-6E8A-4147-A177-3AD203B41FA5}">
                      <a16:colId xmlns:a16="http://schemas.microsoft.com/office/drawing/2014/main" val="212990286"/>
                    </a:ext>
                  </a:extLst>
                </a:gridCol>
                <a:gridCol w="2540000">
                  <a:extLst>
                    <a:ext uri="{9D8B030D-6E8A-4147-A177-3AD203B41FA5}">
                      <a16:colId xmlns:a16="http://schemas.microsoft.com/office/drawing/2014/main" val="1196399782"/>
                    </a:ext>
                  </a:extLst>
                </a:gridCol>
              </a:tblGrid>
              <a:tr h="508000">
                <a:tc>
                  <a:txBody>
                    <a:bodyPr/>
                    <a:lstStyle/>
                    <a:p>
                      <a:r>
                        <a:rPr lang="ja-JP" altLang="en-US"/>
                        <a:t>地区</a:t>
                      </a:r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ja-JP" altLang="en-US"/>
                        <a:t>收入</a:t>
                      </a:r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30623960"/>
                  </a:ext>
                </a:extLst>
              </a:tr>
              <a:tr h="508000">
                <a:tc>
                  <a:txBody>
                    <a:bodyPr/>
                    <a:lstStyle/>
                    <a:p>
                      <a:r>
                        <a:rPr lang="ja-JP" altLang="en-US"/>
                        <a:t>华东</a:t>
                      </a:r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ja-JP"/>
                        <a:t>1,250 </a:t>
                      </a:r>
                      <a:r>
                        <a:rPr lang="ja-JP" altLang="en-US"/>
                        <a:t>万元</a:t>
                      </a:r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25363700"/>
                  </a:ext>
                </a:extLst>
              </a:tr>
              <a:tr h="508000">
                <a:tc>
                  <a:txBody>
                    <a:bodyPr/>
                    <a:lstStyle/>
                    <a:p>
                      <a:r>
                        <a:rPr lang="ja-JP" altLang="en-US"/>
                        <a:t>华南</a:t>
                      </a:r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ja-JP"/>
                        <a:t>980 </a:t>
                      </a:r>
                      <a:r>
                        <a:rPr lang="ja-JP" altLang="en-US"/>
                        <a:t>万元</a:t>
                      </a:r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56573344"/>
                  </a:ext>
                </a:extLst>
              </a:tr>
            </a:tbl>
          </a:graphicData>
        </a:graphic>
      </p:graphicFrame>
      <p:grpSp>
        <p:nvGrpSpPr>
          <p:cNvPr id="5" name="Group 4">
            <a:extLst>
              <a:ext uri="{FF2B5EF4-FFF2-40B4-BE49-F238E27FC236}">
                <a16:creationId xmlns:a16="http://schemas.microsoft.com/office/drawing/2014/main" id="{B9AA9DC4-59A7-840C-343B-4F42F876155E}"/>
              </a:ext>
            </a:extLst>
          </p:cNvPr>
          <p:cNvGrpSpPr/>
          <p:nvPr/>
        </p:nvGrpSpPr>
        <p:grpSpPr>
          <a:xfrm>
            <a:off x="762000" y="2794000"/>
            <a:ext cx="4572000" cy="762000"/>
            <a:chOff x="762000" y="2794000"/>
            <a:chExt cx="4572000" cy="762000"/>
          </a:xfrm>
        </p:grpSpPr>
        <p:sp>
          <p:nvSpPr>
            <p:cNvPr id="3" name="Rectangle 2">
              <a:extLst>
                <a:ext uri="{FF2B5EF4-FFF2-40B4-BE49-F238E27FC236}">
                  <a16:creationId xmlns:a16="http://schemas.microsoft.com/office/drawing/2014/main" id="{AAC76986-F5E5-D8B1-FC89-EE0DA3FC526B}"/>
                </a:ext>
              </a:extLst>
            </p:cNvPr>
            <p:cNvSpPr/>
            <p:nvPr/>
          </p:nvSpPr>
          <p:spPr>
            <a:xfrm>
              <a:off x="762000" y="2794000"/>
              <a:ext cx="2032000" cy="762000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/>
                <a:t>第一步：收集数据</a:t>
              </a:r>
              <a:endParaRPr lang="en-US"/>
            </a:p>
          </p:txBody>
        </p:sp>
        <p:sp>
          <p:nvSpPr>
            <p:cNvPr id="4" name="Rectangle 3">
              <a:extLst>
                <a:ext uri="{FF2B5EF4-FFF2-40B4-BE49-F238E27FC236}">
                  <a16:creationId xmlns:a16="http://schemas.microsoft.com/office/drawing/2014/main" id="{DF10B6C9-2E50-DD5A-D5B4-31F2065EB93D}"/>
                </a:ext>
              </a:extLst>
            </p:cNvPr>
            <p:cNvSpPr/>
            <p:nvPr/>
          </p:nvSpPr>
          <p:spPr>
            <a:xfrm>
              <a:off x="3302000" y="2794000"/>
              <a:ext cx="2032000" cy="762000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/>
                <a:t>第二步：分析趋势</a:t>
              </a:r>
              <a:endParaRPr lang="en-US"/>
            </a:p>
          </p:txBody>
        </p:sp>
      </p:grpSp>
      <p:sp>
        <p:nvSpPr>
          <p:cNvPr id="6" name="TextBox 5">
            <a:extLst>
              <a:ext uri="{FF2B5EF4-FFF2-40B4-BE49-F238E27FC236}">
                <a16:creationId xmlns:a16="http://schemas.microsoft.com/office/drawing/2014/main" id="{BE067B24-B77C-9CFD-FDE4-A8DFD37B2264}"/>
              </a:ext>
            </a:extLst>
          </p:cNvPr>
          <p:cNvSpPr txBox="1"/>
          <p:nvPr/>
        </p:nvSpPr>
        <p:spPr>
          <a:xfrm>
            <a:off x="5842000" y="508000"/>
            <a:ext cx="2794000" cy="369332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zh-CN" altLang="en-US"/>
              <a:t>注意：数据截至九月底</a:t>
            </a:r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9098D0E-A20C-248D-4DF6-E0EDF7BA55DE}"/>
              </a:ext>
            </a:extLst>
          </p:cNvPr>
          <p:cNvSpPr txBox="1"/>
          <p:nvPr/>
        </p:nvSpPr>
        <p:spPr>
          <a:xfrm>
            <a:off x="7874000" y="6096000"/>
            <a:ext cx="1016000" cy="38100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fld id="{E1037B30-C464-4AB0-8B09-C95E5369C610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4745435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Diagram 1">
            <a:extLst>
              <a:ext uri="{FF2B5EF4-FFF2-40B4-BE49-F238E27FC236}">
                <a16:creationId xmlns:a16="http://schemas.microsoft.com/office/drawing/2014/main" id="{EECA0EC4-BFBE-1890-8E49-8B61C67AE620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682658200"/>
              </p:ext>
            </p:extLst>
          </p:nvPr>
        </p:nvGraphicFramePr>
        <p:xfrm>
          <a:off x="508000" y="508000"/>
          <a:ext cx="5080000" cy="31750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graphicFrame>
        <p:nvGraphicFramePr>
          <p:cNvPr id="3" name="Chart 2">
            <a:extLst>
              <a:ext uri="{FF2B5EF4-FFF2-40B4-BE49-F238E27FC236}">
                <a16:creationId xmlns:a16="http://schemas.microsoft.com/office/drawing/2014/main" id="{39BE999A-8408-F70A-20C4-E7E055ACE085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4263031200"/>
              </p:ext>
            </p:extLst>
          </p:nvPr>
        </p:nvGraphicFramePr>
        <p:xfrm>
          <a:off x="5842000" y="508000"/>
          <a:ext cx="3810000" cy="3175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7"/>
          </a:graphicData>
        </a:graphic>
      </p:graphicFrame>
    </p:spTree>
    <p:extLst>
      <p:ext uri="{BB962C8B-B14F-4D97-AF65-F5344CB8AC3E}">
        <p14:creationId xmlns:p14="http://schemas.microsoft.com/office/powerpoint/2010/main" val="141261920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106</Words>
  <Application>Microsoft Office PowerPoint</Application>
  <PresentationFormat>Widescreen</PresentationFormat>
  <Paragraphs>19</Paragraphs>
  <Slides>4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8" baseType="lpstr">
      <vt:lpstr>Aptos</vt:lpstr>
      <vt:lpstr>Aptos Display</vt:lpstr>
      <vt:lpstr>Arial</vt:lpstr>
      <vt:lpstr>Office Theme</vt:lpstr>
      <vt:lpstr>季度业务回顾</vt:lpstr>
      <vt:lpstr>主要结果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Michael Lei4</dc:creator>
  <cp:lastModifiedBy>Michael Lei4</cp:lastModifiedBy>
  <cp:revision>1</cp:revision>
  <dcterms:created xsi:type="dcterms:W3CDTF">2026-09-28T10:28:44Z</dcterms:created>
  <dcterms:modified xsi:type="dcterms:W3CDTF">2026-09-28T10:28:45Z</dcterms:modified>
</cp:coreProperties>
</file>